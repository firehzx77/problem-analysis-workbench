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2.xml" ContentType="application/inkml+xml"/>
  <Override PartName="/ppt/ink/ink3.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5820" r:id="rId2"/>
  </p:sldMasterIdLst>
  <p:notesMasterIdLst>
    <p:notesMasterId r:id="rId101"/>
  </p:notesMasterIdLst>
  <p:handoutMasterIdLst>
    <p:handoutMasterId r:id="rId102"/>
  </p:handoutMasterIdLst>
  <p:sldIdLst>
    <p:sldId id="286" r:id="rId3"/>
    <p:sldId id="309" r:id="rId4"/>
    <p:sldId id="1880" r:id="rId5"/>
    <p:sldId id="1876" r:id="rId6"/>
    <p:sldId id="1887" r:id="rId7"/>
    <p:sldId id="1884" r:id="rId8"/>
    <p:sldId id="456" r:id="rId9"/>
    <p:sldId id="1885" r:id="rId10"/>
    <p:sldId id="1459" r:id="rId11"/>
    <p:sldId id="1460" r:id="rId12"/>
    <p:sldId id="1461" r:id="rId13"/>
    <p:sldId id="1462" r:id="rId14"/>
    <p:sldId id="1463" r:id="rId15"/>
    <p:sldId id="1465" r:id="rId16"/>
    <p:sldId id="1899" r:id="rId17"/>
    <p:sldId id="1886" r:id="rId18"/>
    <p:sldId id="1692" r:id="rId19"/>
    <p:sldId id="1542" r:id="rId20"/>
    <p:sldId id="1628" r:id="rId21"/>
    <p:sldId id="1627" r:id="rId22"/>
    <p:sldId id="1714" r:id="rId23"/>
    <p:sldId id="1915" r:id="rId24"/>
    <p:sldId id="1632" r:id="rId25"/>
    <p:sldId id="1918" r:id="rId26"/>
    <p:sldId id="1919" r:id="rId27"/>
    <p:sldId id="1716" r:id="rId28"/>
    <p:sldId id="1888" r:id="rId29"/>
    <p:sldId id="258" r:id="rId30"/>
    <p:sldId id="259" r:id="rId31"/>
    <p:sldId id="1889" r:id="rId32"/>
    <p:sldId id="1890" r:id="rId33"/>
    <p:sldId id="1674" r:id="rId34"/>
    <p:sldId id="11090207" r:id="rId35"/>
    <p:sldId id="1928" r:id="rId36"/>
    <p:sldId id="1930" r:id="rId37"/>
    <p:sldId id="1931" r:id="rId38"/>
    <p:sldId id="1644" r:id="rId39"/>
    <p:sldId id="1601" r:id="rId40"/>
    <p:sldId id="1620" r:id="rId41"/>
    <p:sldId id="1894" r:id="rId42"/>
    <p:sldId id="1898" r:id="rId43"/>
    <p:sldId id="1646" r:id="rId44"/>
    <p:sldId id="1422" r:id="rId45"/>
    <p:sldId id="1818" r:id="rId46"/>
    <p:sldId id="1935" r:id="rId47"/>
    <p:sldId id="1939" r:id="rId48"/>
    <p:sldId id="260" r:id="rId49"/>
    <p:sldId id="1903" r:id="rId50"/>
    <p:sldId id="1676" r:id="rId51"/>
    <p:sldId id="1677" r:id="rId52"/>
    <p:sldId id="1572" r:id="rId53"/>
    <p:sldId id="1936" r:id="rId54"/>
    <p:sldId id="1937" r:id="rId55"/>
    <p:sldId id="1802" r:id="rId56"/>
    <p:sldId id="1804" r:id="rId57"/>
    <p:sldId id="1806" r:id="rId58"/>
    <p:sldId id="1763" r:id="rId59"/>
    <p:sldId id="1764" r:id="rId60"/>
    <p:sldId id="1765" r:id="rId61"/>
    <p:sldId id="1828" r:id="rId62"/>
    <p:sldId id="1767" r:id="rId63"/>
    <p:sldId id="1829" r:id="rId64"/>
    <p:sldId id="1830" r:id="rId65"/>
    <p:sldId id="1831" r:id="rId66"/>
    <p:sldId id="1832" r:id="rId67"/>
    <p:sldId id="1833" r:id="rId68"/>
    <p:sldId id="1834" r:id="rId69"/>
    <p:sldId id="1835" r:id="rId70"/>
    <p:sldId id="1837" r:id="rId71"/>
    <p:sldId id="1778" r:id="rId72"/>
    <p:sldId id="1583" r:id="rId73"/>
    <p:sldId id="1945" r:id="rId74"/>
    <p:sldId id="1946" r:id="rId75"/>
    <p:sldId id="1950" r:id="rId76"/>
    <p:sldId id="1955" r:id="rId77"/>
    <p:sldId id="1612" r:id="rId78"/>
    <p:sldId id="1486" r:id="rId79"/>
    <p:sldId id="1487" r:id="rId80"/>
    <p:sldId id="1488" r:id="rId81"/>
    <p:sldId id="1586" r:id="rId82"/>
    <p:sldId id="262" r:id="rId83"/>
    <p:sldId id="1613" r:id="rId84"/>
    <p:sldId id="1598" r:id="rId85"/>
    <p:sldId id="1599" r:id="rId86"/>
    <p:sldId id="1596" r:id="rId87"/>
    <p:sldId id="1683" r:id="rId88"/>
    <p:sldId id="1600" r:id="rId89"/>
    <p:sldId id="1684" r:id="rId90"/>
    <p:sldId id="263" r:id="rId91"/>
    <p:sldId id="1685" r:id="rId92"/>
    <p:sldId id="1686" r:id="rId93"/>
    <p:sldId id="1687" r:id="rId94"/>
    <p:sldId id="1689" r:id="rId95"/>
    <p:sldId id="1688" r:id="rId96"/>
    <p:sldId id="1690" r:id="rId97"/>
    <p:sldId id="1691" r:id="rId98"/>
    <p:sldId id="264" r:id="rId99"/>
    <p:sldId id="454" r:id="rId100"/>
  </p:sldIdLst>
  <p:sldSz cx="12192000" cy="6858000"/>
  <p:notesSz cx="6735763" cy="9866313"/>
  <p:custDataLst>
    <p:tags r:id="rId103"/>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pos="665">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ang,Zhixin (Shanghai,C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47A62"/>
    <a:srgbClr val="4D764A"/>
    <a:srgbClr val="F0D1C6"/>
    <a:srgbClr val="FFD661"/>
    <a:srgbClr val="CAEAFE"/>
    <a:srgbClr val="0034DC"/>
    <a:srgbClr val="ACDFFE"/>
    <a:srgbClr val="A4DC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B59CD-5348-4E70-9FCD-D4EBC8DEB62B}" v="30" dt="2026-09-03T15:22:01.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34" autoAdjust="0"/>
    <p:restoredTop sz="91319" autoAdjust="0"/>
  </p:normalViewPr>
  <p:slideViewPr>
    <p:cSldViewPr snapToGrid="0">
      <p:cViewPr varScale="1">
        <p:scale>
          <a:sx n="100" d="100"/>
          <a:sy n="100" d="100"/>
        </p:scale>
        <p:origin x="68" y="284"/>
      </p:cViewPr>
      <p:guideLst>
        <p:guide orient="horz" pos="2160"/>
        <p:guide pos="3840"/>
        <p:guide pos="665"/>
      </p:guideLst>
    </p:cSldViewPr>
  </p:slideViewPr>
  <p:notesTextViewPr>
    <p:cViewPr>
      <p:scale>
        <a:sx n="1" d="1"/>
        <a:sy n="1" d="1"/>
      </p:scale>
      <p:origin x="0" y="0"/>
    </p:cViewPr>
  </p:notesTextViewPr>
  <p:notesViewPr>
    <p:cSldViewPr snapToGrid="0">
      <p:cViewPr>
        <p:scale>
          <a:sx n="1" d="2"/>
          <a:sy n="1" d="2"/>
        </p:scale>
        <p:origin x="0" y="0"/>
      </p:cViewPr>
      <p:guideLst>
        <p:guide orient="horz" pos="3108"/>
        <p:guide pos="212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tags" Target="tags/tag1.xml"/><Relationship Id="rId108"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microsoft.com/office/2016/11/relationships/changesInfo" Target="changesInfos/changesInfo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microsoft.com/office/2015/10/relationships/revisionInfo" Target="revisionInfo.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 fire" userId="b521c698c87ea4c2" providerId="LiveId" clId="{C09BB613-479A-4716-AEF4-3C33098034F9}"/>
    <pc:docChg chg="undo custSel addSld delSld modSld sldOrd">
      <pc:chgData name="leo fire" userId="b521c698c87ea4c2" providerId="LiveId" clId="{C09BB613-479A-4716-AEF4-3C33098034F9}" dt="2026-09-03T15:22:55.044" v="323" actId="478"/>
      <pc:docMkLst>
        <pc:docMk/>
      </pc:docMkLst>
      <pc:sldChg chg="addSp delSp modSp add mod setBg">
        <pc:chgData name="leo fire" userId="b521c698c87ea4c2" providerId="LiveId" clId="{C09BB613-479A-4716-AEF4-3C33098034F9}" dt="2026-09-03T14:53:42.030" v="203" actId="207"/>
        <pc:sldMkLst>
          <pc:docMk/>
          <pc:sldMk cId="1173370692" sldId="258"/>
        </pc:sldMkLst>
        <pc:spChg chg="mod">
          <ac:chgData name="leo fire" userId="b521c698c87ea4c2" providerId="LiveId" clId="{C09BB613-479A-4716-AEF4-3C33098034F9}" dt="2026-09-03T14:42:27.343" v="163" actId="20577"/>
          <ac:spMkLst>
            <pc:docMk/>
            <pc:sldMk cId="1173370692" sldId="258"/>
            <ac:spMk id="2" creationId="{1BE2D6B3-B26B-45B8-81AB-AE2B8DEE0EA3}"/>
          </ac:spMkLst>
        </pc:spChg>
        <pc:spChg chg="del">
          <ac:chgData name="leo fire" userId="b521c698c87ea4c2" providerId="LiveId" clId="{C09BB613-479A-4716-AEF4-3C33098034F9}" dt="2026-09-03T14:38:59.364" v="145" actId="478"/>
          <ac:spMkLst>
            <pc:docMk/>
            <pc:sldMk cId="1173370692" sldId="258"/>
            <ac:spMk id="3" creationId="{5F735B09-9A18-4C0B-BB57-C15A3F27FD36}"/>
          </ac:spMkLst>
        </pc:spChg>
        <pc:spChg chg="del">
          <ac:chgData name="leo fire" userId="b521c698c87ea4c2" providerId="LiveId" clId="{C09BB613-479A-4716-AEF4-3C33098034F9}" dt="2026-09-03T14:38:55.753" v="144" actId="478"/>
          <ac:spMkLst>
            <pc:docMk/>
            <pc:sldMk cId="1173370692" sldId="258"/>
            <ac:spMk id="4" creationId="{B893B578-50FB-441D-9BE0-CDB7EE7B6606}"/>
          </ac:spMkLst>
        </pc:spChg>
        <pc:spChg chg="mod">
          <ac:chgData name="leo fire" userId="b521c698c87ea4c2" providerId="LiveId" clId="{C09BB613-479A-4716-AEF4-3C33098034F9}" dt="2026-09-03T14:39:17.494" v="146" actId="2711"/>
          <ac:spMkLst>
            <pc:docMk/>
            <pc:sldMk cId="1173370692" sldId="258"/>
            <ac:spMk id="5" creationId="{BB39D705-9434-421A-A8EE-5D7CEE6BA727}"/>
          </ac:spMkLst>
        </pc:spChg>
        <pc:spChg chg="mod">
          <ac:chgData name="leo fire" userId="b521c698c87ea4c2" providerId="LiveId" clId="{C09BB613-479A-4716-AEF4-3C33098034F9}" dt="2026-09-03T14:39:17.494" v="146" actId="2711"/>
          <ac:spMkLst>
            <pc:docMk/>
            <pc:sldMk cId="1173370692" sldId="258"/>
            <ac:spMk id="7" creationId="{8FF54C3D-E392-4EAE-B986-E4BBDC73A004}"/>
          </ac:spMkLst>
        </pc:spChg>
        <pc:spChg chg="mod">
          <ac:chgData name="leo fire" userId="b521c698c87ea4c2" providerId="LiveId" clId="{C09BB613-479A-4716-AEF4-3C33098034F9}" dt="2026-09-03T14:39:17.494" v="146" actId="2711"/>
          <ac:spMkLst>
            <pc:docMk/>
            <pc:sldMk cId="1173370692" sldId="258"/>
            <ac:spMk id="8" creationId="{E9A96091-C12F-4344-82EE-DAD211B8B2CD}"/>
          </ac:spMkLst>
        </pc:spChg>
        <pc:spChg chg="mod">
          <ac:chgData name="leo fire" userId="b521c698c87ea4c2" providerId="LiveId" clId="{C09BB613-479A-4716-AEF4-3C33098034F9}" dt="2026-09-03T14:39:17.494" v="146" actId="2711"/>
          <ac:spMkLst>
            <pc:docMk/>
            <pc:sldMk cId="1173370692" sldId="258"/>
            <ac:spMk id="9" creationId="{E787CD5F-1566-42F5-B9ED-F22E977C66D0}"/>
          </ac:spMkLst>
        </pc:spChg>
        <pc:spChg chg="mod">
          <ac:chgData name="leo fire" userId="b521c698c87ea4c2" providerId="LiveId" clId="{C09BB613-479A-4716-AEF4-3C33098034F9}" dt="2026-09-03T14:39:17.494" v="146" actId="2711"/>
          <ac:spMkLst>
            <pc:docMk/>
            <pc:sldMk cId="1173370692" sldId="258"/>
            <ac:spMk id="11" creationId="{6A427FB5-983A-4AD2-8708-5A0457D10701}"/>
          </ac:spMkLst>
        </pc:spChg>
        <pc:spChg chg="mod">
          <ac:chgData name="leo fire" userId="b521c698c87ea4c2" providerId="LiveId" clId="{C09BB613-479A-4716-AEF4-3C33098034F9}" dt="2026-09-03T14:39:17.494" v="146" actId="2711"/>
          <ac:spMkLst>
            <pc:docMk/>
            <pc:sldMk cId="1173370692" sldId="258"/>
            <ac:spMk id="12" creationId="{87E46840-A802-474D-B742-00A534A4786E}"/>
          </ac:spMkLst>
        </pc:spChg>
        <pc:spChg chg="mod">
          <ac:chgData name="leo fire" userId="b521c698c87ea4c2" providerId="LiveId" clId="{C09BB613-479A-4716-AEF4-3C33098034F9}" dt="2026-09-03T14:39:17.494" v="146" actId="2711"/>
          <ac:spMkLst>
            <pc:docMk/>
            <pc:sldMk cId="1173370692" sldId="258"/>
            <ac:spMk id="13" creationId="{26FDCD68-9641-441A-8606-04C8BE1324BE}"/>
          </ac:spMkLst>
        </pc:spChg>
        <pc:spChg chg="mod">
          <ac:chgData name="leo fire" userId="b521c698c87ea4c2" providerId="LiveId" clId="{C09BB613-479A-4716-AEF4-3C33098034F9}" dt="2026-09-03T14:39:17.494" v="146" actId="2711"/>
          <ac:spMkLst>
            <pc:docMk/>
            <pc:sldMk cId="1173370692" sldId="258"/>
            <ac:spMk id="15" creationId="{0032085D-3955-4666-B48E-965A9390AF66}"/>
          </ac:spMkLst>
        </pc:spChg>
        <pc:spChg chg="mod">
          <ac:chgData name="leo fire" userId="b521c698c87ea4c2" providerId="LiveId" clId="{C09BB613-479A-4716-AEF4-3C33098034F9}" dt="2026-09-03T14:39:17.494" v="146" actId="2711"/>
          <ac:spMkLst>
            <pc:docMk/>
            <pc:sldMk cId="1173370692" sldId="258"/>
            <ac:spMk id="16" creationId="{924DD31B-8258-4AC6-B5B7-CBDF2870AAEE}"/>
          </ac:spMkLst>
        </pc:spChg>
        <pc:spChg chg="del">
          <ac:chgData name="leo fire" userId="b521c698c87ea4c2" providerId="LiveId" clId="{C09BB613-479A-4716-AEF4-3C33098034F9}" dt="2026-09-03T14:40:58.482" v="150" actId="478"/>
          <ac:spMkLst>
            <pc:docMk/>
            <pc:sldMk cId="1173370692" sldId="258"/>
            <ac:spMk id="18" creationId="{4CD21382-7070-4923-AAC6-6A0B29F51FE6}"/>
          </ac:spMkLst>
        </pc:spChg>
        <pc:spChg chg="del">
          <ac:chgData name="leo fire" userId="b521c698c87ea4c2" providerId="LiveId" clId="{C09BB613-479A-4716-AEF4-3C33098034F9}" dt="2026-09-03T14:38:53.559" v="143" actId="478"/>
          <ac:spMkLst>
            <pc:docMk/>
            <pc:sldMk cId="1173370692" sldId="258"/>
            <ac:spMk id="19" creationId="{AC44C74C-14ED-4681-8F15-6EE083EE0B3A}"/>
          </ac:spMkLst>
        </pc:spChg>
        <pc:spChg chg="add mod">
          <ac:chgData name="leo fire" userId="b521c698c87ea4c2" providerId="LiveId" clId="{C09BB613-479A-4716-AEF4-3C33098034F9}" dt="2026-09-03T14:53:42.030" v="203" actId="207"/>
          <ac:spMkLst>
            <pc:docMk/>
            <pc:sldMk cId="1173370692" sldId="258"/>
            <ac:spMk id="20" creationId="{C1DB29F7-D058-5CA5-9E23-14BA1433E2E4}"/>
          </ac:spMkLst>
        </pc:spChg>
        <pc:spChg chg="add mod">
          <ac:chgData name="leo fire" userId="b521c698c87ea4c2" providerId="LiveId" clId="{C09BB613-479A-4716-AEF4-3C33098034F9}" dt="2026-09-03T14:53:42.030" v="203" actId="207"/>
          <ac:spMkLst>
            <pc:docMk/>
            <pc:sldMk cId="1173370692" sldId="258"/>
            <ac:spMk id="21" creationId="{A69A32FA-F358-DDF9-7FAE-13D55246ADFB}"/>
          </ac:spMkLst>
        </pc:spChg>
      </pc:sldChg>
      <pc:sldChg chg="addSp delSp modSp add mod setBg">
        <pc:chgData name="leo fire" userId="b521c698c87ea4c2" providerId="LiveId" clId="{C09BB613-479A-4716-AEF4-3C33098034F9}" dt="2026-09-03T15:22:55.044" v="323" actId="478"/>
        <pc:sldMkLst>
          <pc:docMk/>
          <pc:sldMk cId="1642319595" sldId="259"/>
        </pc:sldMkLst>
        <pc:spChg chg="mod">
          <ac:chgData name="leo fire" userId="b521c698c87ea4c2" providerId="LiveId" clId="{C09BB613-479A-4716-AEF4-3C33098034F9}" dt="2026-09-03T14:56:15.984" v="216" actId="1076"/>
          <ac:spMkLst>
            <pc:docMk/>
            <pc:sldMk cId="1642319595" sldId="259"/>
            <ac:spMk id="2" creationId="{D684D0CC-7585-401B-9B08-D37704870E5A}"/>
          </ac:spMkLst>
        </pc:spChg>
        <pc:spChg chg="del mod">
          <ac:chgData name="leo fire" userId="b521c698c87ea4c2" providerId="LiveId" clId="{C09BB613-479A-4716-AEF4-3C33098034F9}" dt="2026-09-03T15:22:55.044" v="323" actId="478"/>
          <ac:spMkLst>
            <pc:docMk/>
            <pc:sldMk cId="1642319595" sldId="259"/>
            <ac:spMk id="3" creationId="{4E9ECD31-0CD5-4D7D-A19F-0F0BEECB3B44}"/>
          </ac:spMkLst>
        </pc:spChg>
        <pc:spChg chg="del">
          <ac:chgData name="leo fire" userId="b521c698c87ea4c2" providerId="LiveId" clId="{C09BB613-479A-4716-AEF4-3C33098034F9}" dt="2026-09-03T14:56:10.844" v="214" actId="478"/>
          <ac:spMkLst>
            <pc:docMk/>
            <pc:sldMk cId="1642319595" sldId="259"/>
            <ac:spMk id="4" creationId="{8155C85D-59AE-4E52-978A-24FCF108A6F2}"/>
          </ac:spMkLst>
        </pc:spChg>
        <pc:spChg chg="mod">
          <ac:chgData name="leo fire" userId="b521c698c87ea4c2" providerId="LiveId" clId="{C09BB613-479A-4716-AEF4-3C33098034F9}" dt="2026-09-03T14:56:25.755" v="220" actId="2711"/>
          <ac:spMkLst>
            <pc:docMk/>
            <pc:sldMk cId="1642319595" sldId="259"/>
            <ac:spMk id="6" creationId="{CFFE9BE8-0B4F-43A6-924B-6E6F6D2DC835}"/>
          </ac:spMkLst>
        </pc:spChg>
        <pc:spChg chg="mod">
          <ac:chgData name="leo fire" userId="b521c698c87ea4c2" providerId="LiveId" clId="{C09BB613-479A-4716-AEF4-3C33098034F9}" dt="2026-09-03T14:56:25.755" v="220" actId="2711"/>
          <ac:spMkLst>
            <pc:docMk/>
            <pc:sldMk cId="1642319595" sldId="259"/>
            <ac:spMk id="8" creationId="{C6A32C1D-EB52-408F-A3EE-D7E83711178B}"/>
          </ac:spMkLst>
        </pc:spChg>
        <pc:spChg chg="mod">
          <ac:chgData name="leo fire" userId="b521c698c87ea4c2" providerId="LiveId" clId="{C09BB613-479A-4716-AEF4-3C33098034F9}" dt="2026-09-03T14:56:25.755" v="220" actId="2711"/>
          <ac:spMkLst>
            <pc:docMk/>
            <pc:sldMk cId="1642319595" sldId="259"/>
            <ac:spMk id="9" creationId="{3900C61B-2562-4AE7-B318-5C1A3421B4E8}"/>
          </ac:spMkLst>
        </pc:spChg>
        <pc:spChg chg="mod">
          <ac:chgData name="leo fire" userId="b521c698c87ea4c2" providerId="LiveId" clId="{C09BB613-479A-4716-AEF4-3C33098034F9}" dt="2026-09-03T14:56:25.755" v="220" actId="2711"/>
          <ac:spMkLst>
            <pc:docMk/>
            <pc:sldMk cId="1642319595" sldId="259"/>
            <ac:spMk id="10" creationId="{38AB28BA-928B-4638-8EA2-2912E271FFAB}"/>
          </ac:spMkLst>
        </pc:spChg>
        <pc:spChg chg="mod">
          <ac:chgData name="leo fire" userId="b521c698c87ea4c2" providerId="LiveId" clId="{C09BB613-479A-4716-AEF4-3C33098034F9}" dt="2026-09-03T14:56:25.755" v="220" actId="2711"/>
          <ac:spMkLst>
            <pc:docMk/>
            <pc:sldMk cId="1642319595" sldId="259"/>
            <ac:spMk id="11" creationId="{F2F40943-90C3-4F32-AD06-AFD5C368B397}"/>
          </ac:spMkLst>
        </pc:spChg>
        <pc:spChg chg="mod">
          <ac:chgData name="leo fire" userId="b521c698c87ea4c2" providerId="LiveId" clId="{C09BB613-479A-4716-AEF4-3C33098034F9}" dt="2026-09-03T14:56:25.755" v="220" actId="2711"/>
          <ac:spMkLst>
            <pc:docMk/>
            <pc:sldMk cId="1642319595" sldId="259"/>
            <ac:spMk id="14" creationId="{BF4770ED-9531-48C2-A00D-EE3BE8A43AE2}"/>
          </ac:spMkLst>
        </pc:spChg>
        <pc:spChg chg="mod">
          <ac:chgData name="leo fire" userId="b521c698c87ea4c2" providerId="LiveId" clId="{C09BB613-479A-4716-AEF4-3C33098034F9}" dt="2026-09-03T14:56:25.755" v="220" actId="2711"/>
          <ac:spMkLst>
            <pc:docMk/>
            <pc:sldMk cId="1642319595" sldId="259"/>
            <ac:spMk id="15" creationId="{2792E737-4A69-43CB-A66A-8B539DE6EC79}"/>
          </ac:spMkLst>
        </pc:spChg>
        <pc:spChg chg="mod">
          <ac:chgData name="leo fire" userId="b521c698c87ea4c2" providerId="LiveId" clId="{C09BB613-479A-4716-AEF4-3C33098034F9}" dt="2026-09-03T14:56:25.755" v="220" actId="2711"/>
          <ac:spMkLst>
            <pc:docMk/>
            <pc:sldMk cId="1642319595" sldId="259"/>
            <ac:spMk id="16" creationId="{D92DD079-10E6-4CD0-B0EE-74628798F8DC}"/>
          </ac:spMkLst>
        </pc:spChg>
        <pc:spChg chg="mod">
          <ac:chgData name="leo fire" userId="b521c698c87ea4c2" providerId="LiveId" clId="{C09BB613-479A-4716-AEF4-3C33098034F9}" dt="2026-09-03T14:56:25.755" v="220" actId="2711"/>
          <ac:spMkLst>
            <pc:docMk/>
            <pc:sldMk cId="1642319595" sldId="259"/>
            <ac:spMk id="17" creationId="{3FBF394C-BD9F-4097-99AC-7AAC090FACE6}"/>
          </ac:spMkLst>
        </pc:spChg>
        <pc:spChg chg="del">
          <ac:chgData name="leo fire" userId="b521c698c87ea4c2" providerId="LiveId" clId="{C09BB613-479A-4716-AEF4-3C33098034F9}" dt="2026-09-03T14:57:14.519" v="221" actId="478"/>
          <ac:spMkLst>
            <pc:docMk/>
            <pc:sldMk cId="1642319595" sldId="259"/>
            <ac:spMk id="18" creationId="{BCE6BAC9-DB42-465D-9E97-6902625C15A8}"/>
          </ac:spMkLst>
        </pc:spChg>
        <pc:spChg chg="del">
          <ac:chgData name="leo fire" userId="b521c698c87ea4c2" providerId="LiveId" clId="{C09BB613-479A-4716-AEF4-3C33098034F9}" dt="2026-09-03T14:56:13.492" v="215" actId="478"/>
          <ac:spMkLst>
            <pc:docMk/>
            <pc:sldMk cId="1642319595" sldId="259"/>
            <ac:spMk id="19" creationId="{C564EE43-B976-4C7F-9785-A941296BCF00}"/>
          </ac:spMkLst>
        </pc:spChg>
        <pc:spChg chg="add del mod">
          <ac:chgData name="leo fire" userId="b521c698c87ea4c2" providerId="LiveId" clId="{C09BB613-479A-4716-AEF4-3C33098034F9}" dt="2026-09-03T14:56:19.348" v="219"/>
          <ac:spMkLst>
            <pc:docMk/>
            <pc:sldMk cId="1642319595" sldId="259"/>
            <ac:spMk id="20" creationId="{6D5C7D4D-1777-AC3B-D7B9-A7CE807D8D05}"/>
          </ac:spMkLst>
        </pc:spChg>
        <pc:spChg chg="add">
          <ac:chgData name="leo fire" userId="b521c698c87ea4c2" providerId="LiveId" clId="{C09BB613-479A-4716-AEF4-3C33098034F9}" dt="2026-09-03T14:57:20.700" v="222" actId="22"/>
          <ac:spMkLst>
            <pc:docMk/>
            <pc:sldMk cId="1642319595" sldId="259"/>
            <ac:spMk id="22" creationId="{FECD0443-05F3-256C-972A-835E7B7AB8F4}"/>
          </ac:spMkLst>
        </pc:spChg>
        <pc:spChg chg="add">
          <ac:chgData name="leo fire" userId="b521c698c87ea4c2" providerId="LiveId" clId="{C09BB613-479A-4716-AEF4-3C33098034F9}" dt="2026-09-03T14:57:20.700" v="222" actId="22"/>
          <ac:spMkLst>
            <pc:docMk/>
            <pc:sldMk cId="1642319595" sldId="259"/>
            <ac:spMk id="24" creationId="{2C2EF901-3628-F4BD-265F-F4A31F72980E}"/>
          </ac:spMkLst>
        </pc:spChg>
      </pc:sldChg>
      <pc:sldChg chg="addSp delSp modSp add del mod setBg">
        <pc:chgData name="leo fire" userId="b521c698c87ea4c2" providerId="LiveId" clId="{C09BB613-479A-4716-AEF4-3C33098034F9}" dt="2026-09-03T15:22:47.031" v="322" actId="478"/>
        <pc:sldMkLst>
          <pc:docMk/>
          <pc:sldMk cId="1928494508" sldId="260"/>
        </pc:sldMkLst>
        <pc:spChg chg="mod">
          <ac:chgData name="leo fire" userId="b521c698c87ea4c2" providerId="LiveId" clId="{C09BB613-479A-4716-AEF4-3C33098034F9}" dt="2026-09-03T15:12:26.674" v="271" actId="1076"/>
          <ac:spMkLst>
            <pc:docMk/>
            <pc:sldMk cId="1928494508" sldId="260"/>
            <ac:spMk id="2" creationId="{3D1984B9-FD28-4D67-BDEB-603192C318AA}"/>
          </ac:spMkLst>
        </pc:spChg>
        <pc:spChg chg="del mod">
          <ac:chgData name="leo fire" userId="b521c698c87ea4c2" providerId="LiveId" clId="{C09BB613-479A-4716-AEF4-3C33098034F9}" dt="2026-09-03T15:22:47.031" v="322" actId="478"/>
          <ac:spMkLst>
            <pc:docMk/>
            <pc:sldMk cId="1928494508" sldId="260"/>
            <ac:spMk id="3" creationId="{8ADFAE5E-0FDD-4A14-BB3A-8BB7AD239575}"/>
          </ac:spMkLst>
        </pc:spChg>
        <pc:spChg chg="del">
          <ac:chgData name="leo fire" userId="b521c698c87ea4c2" providerId="LiveId" clId="{C09BB613-479A-4716-AEF4-3C33098034F9}" dt="2026-09-03T15:12:03.257" v="266" actId="478"/>
          <ac:spMkLst>
            <pc:docMk/>
            <pc:sldMk cId="1928494508" sldId="260"/>
            <ac:spMk id="4" creationId="{65040DCF-29DF-45E5-B61D-8CEBF0481A81}"/>
          </ac:spMkLst>
        </pc:spChg>
        <pc:spChg chg="mod">
          <ac:chgData name="leo fire" userId="b521c698c87ea4c2" providerId="LiveId" clId="{C09BB613-479A-4716-AEF4-3C33098034F9}" dt="2026-09-03T15:12:12.142" v="267" actId="2711"/>
          <ac:spMkLst>
            <pc:docMk/>
            <pc:sldMk cId="1928494508" sldId="260"/>
            <ac:spMk id="5" creationId="{63C5A8A5-B1AD-4AE0-BD80-CD5B54148530}"/>
          </ac:spMkLst>
        </pc:spChg>
        <pc:spChg chg="mod">
          <ac:chgData name="leo fire" userId="b521c698c87ea4c2" providerId="LiveId" clId="{C09BB613-479A-4716-AEF4-3C33098034F9}" dt="2026-09-03T15:12:12.142" v="267" actId="2711"/>
          <ac:spMkLst>
            <pc:docMk/>
            <pc:sldMk cId="1928494508" sldId="260"/>
            <ac:spMk id="6" creationId="{2BF22F0C-02CC-4F56-A7F6-3D97CF5524B6}"/>
          </ac:spMkLst>
        </pc:spChg>
        <pc:spChg chg="mod">
          <ac:chgData name="leo fire" userId="b521c698c87ea4c2" providerId="LiveId" clId="{C09BB613-479A-4716-AEF4-3C33098034F9}" dt="2026-09-03T15:12:12.142" v="267" actId="2711"/>
          <ac:spMkLst>
            <pc:docMk/>
            <pc:sldMk cId="1928494508" sldId="260"/>
            <ac:spMk id="9" creationId="{3B98A24B-2080-4747-AA6B-D538B06937ED}"/>
          </ac:spMkLst>
        </pc:spChg>
        <pc:spChg chg="mod">
          <ac:chgData name="leo fire" userId="b521c698c87ea4c2" providerId="LiveId" clId="{C09BB613-479A-4716-AEF4-3C33098034F9}" dt="2026-09-03T15:12:12.142" v="267" actId="2711"/>
          <ac:spMkLst>
            <pc:docMk/>
            <pc:sldMk cId="1928494508" sldId="260"/>
            <ac:spMk id="10" creationId="{1BA3EAD8-BAB4-4E7C-8694-A78030066E0E}"/>
          </ac:spMkLst>
        </pc:spChg>
        <pc:spChg chg="mod">
          <ac:chgData name="leo fire" userId="b521c698c87ea4c2" providerId="LiveId" clId="{C09BB613-479A-4716-AEF4-3C33098034F9}" dt="2026-09-03T15:12:12.142" v="267" actId="2711"/>
          <ac:spMkLst>
            <pc:docMk/>
            <pc:sldMk cId="1928494508" sldId="260"/>
            <ac:spMk id="12" creationId="{4D17BB89-890B-4548-8E1C-5530380C3DC6}"/>
          </ac:spMkLst>
        </pc:spChg>
        <pc:spChg chg="mod">
          <ac:chgData name="leo fire" userId="b521c698c87ea4c2" providerId="LiveId" clId="{C09BB613-479A-4716-AEF4-3C33098034F9}" dt="2026-09-03T15:12:12.142" v="267" actId="2711"/>
          <ac:spMkLst>
            <pc:docMk/>
            <pc:sldMk cId="1928494508" sldId="260"/>
            <ac:spMk id="14" creationId="{0ABDCE11-ABC5-4DB9-B357-EF4BD6B4875B}"/>
          </ac:spMkLst>
        </pc:spChg>
        <pc:spChg chg="mod">
          <ac:chgData name="leo fire" userId="b521c698c87ea4c2" providerId="LiveId" clId="{C09BB613-479A-4716-AEF4-3C33098034F9}" dt="2026-09-03T15:12:12.142" v="267" actId="2711"/>
          <ac:spMkLst>
            <pc:docMk/>
            <pc:sldMk cId="1928494508" sldId="260"/>
            <ac:spMk id="15" creationId="{4E6267FC-E517-42BB-BE50-C4FCD17742FF}"/>
          </ac:spMkLst>
        </pc:spChg>
        <pc:spChg chg="mod">
          <ac:chgData name="leo fire" userId="b521c698c87ea4c2" providerId="LiveId" clId="{C09BB613-479A-4716-AEF4-3C33098034F9}" dt="2026-09-03T15:12:12.142" v="267" actId="2711"/>
          <ac:spMkLst>
            <pc:docMk/>
            <pc:sldMk cId="1928494508" sldId="260"/>
            <ac:spMk id="17" creationId="{7015A33E-5E93-484E-A12E-FBB3FEACCF71}"/>
          </ac:spMkLst>
        </pc:spChg>
        <pc:spChg chg="del mod">
          <ac:chgData name="leo fire" userId="b521c698c87ea4c2" providerId="LiveId" clId="{C09BB613-479A-4716-AEF4-3C33098034F9}" dt="2026-09-03T15:12:23.106" v="270" actId="478"/>
          <ac:spMkLst>
            <pc:docMk/>
            <pc:sldMk cId="1928494508" sldId="260"/>
            <ac:spMk id="18" creationId="{493B3957-B282-4DF7-94E1-2A29E71D69C0}"/>
          </ac:spMkLst>
        </pc:spChg>
        <pc:spChg chg="add del mod">
          <ac:chgData name="leo fire" userId="b521c698c87ea4c2" providerId="LiveId" clId="{C09BB613-479A-4716-AEF4-3C33098034F9}" dt="2026-09-03T15:12:01.145" v="265" actId="478"/>
          <ac:spMkLst>
            <pc:docMk/>
            <pc:sldMk cId="1928494508" sldId="260"/>
            <ac:spMk id="19" creationId="{DA494B3A-39A0-4CDD-BE1F-3DF410385FE5}"/>
          </ac:spMkLst>
        </pc:spChg>
        <pc:spChg chg="add">
          <ac:chgData name="leo fire" userId="b521c698c87ea4c2" providerId="LiveId" clId="{C09BB613-479A-4716-AEF4-3C33098034F9}" dt="2026-09-03T15:12:20.014" v="268" actId="22"/>
          <ac:spMkLst>
            <pc:docMk/>
            <pc:sldMk cId="1928494508" sldId="260"/>
            <ac:spMk id="21" creationId="{B001B637-B49C-A241-14A7-79A8BA8B94E9}"/>
          </ac:spMkLst>
        </pc:spChg>
        <pc:spChg chg="add">
          <ac:chgData name="leo fire" userId="b521c698c87ea4c2" providerId="LiveId" clId="{C09BB613-479A-4716-AEF4-3C33098034F9}" dt="2026-09-03T15:12:20.014" v="268" actId="22"/>
          <ac:spMkLst>
            <pc:docMk/>
            <pc:sldMk cId="1928494508" sldId="260"/>
            <ac:spMk id="23" creationId="{B343062E-4C83-4618-54F7-4EBB1838A57C}"/>
          </ac:spMkLst>
        </pc:spChg>
      </pc:sldChg>
      <pc:sldChg chg="addSp delSp modSp add mod setBg">
        <pc:chgData name="leo fire" userId="b521c698c87ea4c2" providerId="LiveId" clId="{C09BB613-479A-4716-AEF4-3C33098034F9}" dt="2026-09-03T15:22:33.594" v="321" actId="478"/>
        <pc:sldMkLst>
          <pc:docMk/>
          <pc:sldMk cId="1711730279" sldId="262"/>
        </pc:sldMkLst>
        <pc:spChg chg="mod">
          <ac:chgData name="leo fire" userId="b521c698c87ea4c2" providerId="LiveId" clId="{C09BB613-479A-4716-AEF4-3C33098034F9}" dt="2026-09-03T15:15:12.243" v="299" actId="2711"/>
          <ac:spMkLst>
            <pc:docMk/>
            <pc:sldMk cId="1711730279" sldId="262"/>
            <ac:spMk id="2" creationId="{ABC52DC9-2610-431A-82DF-4FF0D52FE265}"/>
          </ac:spMkLst>
        </pc:spChg>
        <pc:spChg chg="del">
          <ac:chgData name="leo fire" userId="b521c698c87ea4c2" providerId="LiveId" clId="{C09BB613-479A-4716-AEF4-3C33098034F9}" dt="2026-09-03T15:22:33.594" v="321" actId="478"/>
          <ac:spMkLst>
            <pc:docMk/>
            <pc:sldMk cId="1711730279" sldId="262"/>
            <ac:spMk id="3" creationId="{E65303EE-173A-4105-81D5-3DFE09901D07}"/>
          </ac:spMkLst>
        </pc:spChg>
        <pc:spChg chg="del">
          <ac:chgData name="leo fire" userId="b521c698c87ea4c2" providerId="LiveId" clId="{C09BB613-479A-4716-AEF4-3C33098034F9}" dt="2026-09-03T15:14:45.441" v="273" actId="478"/>
          <ac:spMkLst>
            <pc:docMk/>
            <pc:sldMk cId="1711730279" sldId="262"/>
            <ac:spMk id="4" creationId="{DDC40D48-0B68-4A12-893F-179EC7A86738}"/>
          </ac:spMkLst>
        </pc:spChg>
        <pc:spChg chg="mod">
          <ac:chgData name="leo fire" userId="b521c698c87ea4c2" providerId="LiveId" clId="{C09BB613-479A-4716-AEF4-3C33098034F9}" dt="2026-09-03T15:15:12.243" v="299" actId="2711"/>
          <ac:spMkLst>
            <pc:docMk/>
            <pc:sldMk cId="1711730279" sldId="262"/>
            <ac:spMk id="6" creationId="{2D0C94CD-94D3-4A17-BF87-BCC4729FBEF6}"/>
          </ac:spMkLst>
        </pc:spChg>
        <pc:spChg chg="mod">
          <ac:chgData name="leo fire" userId="b521c698c87ea4c2" providerId="LiveId" clId="{C09BB613-479A-4716-AEF4-3C33098034F9}" dt="2026-09-03T15:15:12.243" v="299" actId="2711"/>
          <ac:spMkLst>
            <pc:docMk/>
            <pc:sldMk cId="1711730279" sldId="262"/>
            <ac:spMk id="7" creationId="{FC3A9BFA-B6AE-46F3-9A95-0DCF03EA7EFF}"/>
          </ac:spMkLst>
        </pc:spChg>
        <pc:spChg chg="mod">
          <ac:chgData name="leo fire" userId="b521c698c87ea4c2" providerId="LiveId" clId="{C09BB613-479A-4716-AEF4-3C33098034F9}" dt="2026-09-03T15:15:12.243" v="299" actId="2711"/>
          <ac:spMkLst>
            <pc:docMk/>
            <pc:sldMk cId="1711730279" sldId="262"/>
            <ac:spMk id="8" creationId="{1D3743E6-B2BA-4723-9F36-93032CEEA69A}"/>
          </ac:spMkLst>
        </pc:spChg>
        <pc:spChg chg="mod">
          <ac:chgData name="leo fire" userId="b521c698c87ea4c2" providerId="LiveId" clId="{C09BB613-479A-4716-AEF4-3C33098034F9}" dt="2026-09-03T15:15:12.243" v="299" actId="2711"/>
          <ac:spMkLst>
            <pc:docMk/>
            <pc:sldMk cId="1711730279" sldId="262"/>
            <ac:spMk id="9" creationId="{EA95BE07-D99D-4ACA-BA70-3211E815FDAC}"/>
          </ac:spMkLst>
        </pc:spChg>
        <pc:spChg chg="mod">
          <ac:chgData name="leo fire" userId="b521c698c87ea4c2" providerId="LiveId" clId="{C09BB613-479A-4716-AEF4-3C33098034F9}" dt="2026-09-03T15:15:12.243" v="299" actId="2711"/>
          <ac:spMkLst>
            <pc:docMk/>
            <pc:sldMk cId="1711730279" sldId="262"/>
            <ac:spMk id="10" creationId="{54247B6C-DBD5-4FA0-B37F-7A87212A550C}"/>
          </ac:spMkLst>
        </pc:spChg>
        <pc:spChg chg="mod">
          <ac:chgData name="leo fire" userId="b521c698c87ea4c2" providerId="LiveId" clId="{C09BB613-479A-4716-AEF4-3C33098034F9}" dt="2026-09-03T15:15:12.243" v="299" actId="2711"/>
          <ac:spMkLst>
            <pc:docMk/>
            <pc:sldMk cId="1711730279" sldId="262"/>
            <ac:spMk id="11" creationId="{F739862D-B9FC-4DF6-834A-722774BEE1E5}"/>
          </ac:spMkLst>
        </pc:spChg>
        <pc:spChg chg="mod">
          <ac:chgData name="leo fire" userId="b521c698c87ea4c2" providerId="LiveId" clId="{C09BB613-479A-4716-AEF4-3C33098034F9}" dt="2026-09-03T15:15:12.243" v="299" actId="2711"/>
          <ac:spMkLst>
            <pc:docMk/>
            <pc:sldMk cId="1711730279" sldId="262"/>
            <ac:spMk id="12" creationId="{ED86F15F-C81F-4B16-A4D5-41DA318E1560}"/>
          </ac:spMkLst>
        </pc:spChg>
        <pc:spChg chg="mod">
          <ac:chgData name="leo fire" userId="b521c698c87ea4c2" providerId="LiveId" clId="{C09BB613-479A-4716-AEF4-3C33098034F9}" dt="2026-09-03T15:15:12.243" v="299" actId="2711"/>
          <ac:spMkLst>
            <pc:docMk/>
            <pc:sldMk cId="1711730279" sldId="262"/>
            <ac:spMk id="13" creationId="{D08BDEB6-D6F6-40AF-B410-6FF622F51102}"/>
          </ac:spMkLst>
        </pc:spChg>
        <pc:spChg chg="mod">
          <ac:chgData name="leo fire" userId="b521c698c87ea4c2" providerId="LiveId" clId="{C09BB613-479A-4716-AEF4-3C33098034F9}" dt="2026-09-03T15:15:12.243" v="299" actId="2711"/>
          <ac:spMkLst>
            <pc:docMk/>
            <pc:sldMk cId="1711730279" sldId="262"/>
            <ac:spMk id="14" creationId="{70D798E4-3B83-418D-8398-A33F2D131109}"/>
          </ac:spMkLst>
        </pc:spChg>
        <pc:spChg chg="del">
          <ac:chgData name="leo fire" userId="b521c698c87ea4c2" providerId="LiveId" clId="{C09BB613-479A-4716-AEF4-3C33098034F9}" dt="2026-09-03T15:16:46.381" v="308" actId="478"/>
          <ac:spMkLst>
            <pc:docMk/>
            <pc:sldMk cId="1711730279" sldId="262"/>
            <ac:spMk id="18" creationId="{E1DF44FB-63D7-45A4-B42F-1D4B2A14ED98}"/>
          </ac:spMkLst>
        </pc:spChg>
        <pc:spChg chg="del">
          <ac:chgData name="leo fire" userId="b521c698c87ea4c2" providerId="LiveId" clId="{C09BB613-479A-4716-AEF4-3C33098034F9}" dt="2026-09-03T15:14:48.528" v="274" actId="478"/>
          <ac:spMkLst>
            <pc:docMk/>
            <pc:sldMk cId="1711730279" sldId="262"/>
            <ac:spMk id="19" creationId="{9D86EE30-A28E-40FA-9407-3E6C05005BCC}"/>
          </ac:spMkLst>
        </pc:spChg>
        <pc:spChg chg="add">
          <ac:chgData name="leo fire" userId="b521c698c87ea4c2" providerId="LiveId" clId="{C09BB613-479A-4716-AEF4-3C33098034F9}" dt="2026-09-03T15:15:40.938" v="300" actId="22"/>
          <ac:spMkLst>
            <pc:docMk/>
            <pc:sldMk cId="1711730279" sldId="262"/>
            <ac:spMk id="21" creationId="{D2A5C157-3C68-598F-0DDE-871D9EEE200B}"/>
          </ac:spMkLst>
        </pc:spChg>
        <pc:spChg chg="add">
          <ac:chgData name="leo fire" userId="b521c698c87ea4c2" providerId="LiveId" clId="{C09BB613-479A-4716-AEF4-3C33098034F9}" dt="2026-09-03T15:15:40.938" v="300" actId="22"/>
          <ac:spMkLst>
            <pc:docMk/>
            <pc:sldMk cId="1711730279" sldId="262"/>
            <ac:spMk id="23" creationId="{50307BAB-486C-ACAB-15B5-B9A3163ACB21}"/>
          </ac:spMkLst>
        </pc:spChg>
      </pc:sldChg>
      <pc:sldChg chg="delSp add mod">
        <pc:chgData name="leo fire" userId="b521c698c87ea4c2" providerId="LiveId" clId="{C09BB613-479A-4716-AEF4-3C33098034F9}" dt="2026-09-03T15:22:28.081" v="320" actId="478"/>
        <pc:sldMkLst>
          <pc:docMk/>
          <pc:sldMk cId="1069587179" sldId="263"/>
        </pc:sldMkLst>
        <pc:spChg chg="del">
          <ac:chgData name="leo fire" userId="b521c698c87ea4c2" providerId="LiveId" clId="{C09BB613-479A-4716-AEF4-3C33098034F9}" dt="2026-09-03T15:22:28.081" v="320" actId="478"/>
          <ac:spMkLst>
            <pc:docMk/>
            <pc:sldMk cId="1069587179" sldId="263"/>
            <ac:spMk id="3" creationId="{F6AC29EE-6E72-458B-8BC8-1CE5E336DF4C}"/>
          </ac:spMkLst>
        </pc:spChg>
      </pc:sldChg>
      <pc:sldChg chg="addSp delSp modSp add del mod setBg">
        <pc:chgData name="leo fire" userId="b521c698c87ea4c2" providerId="LiveId" clId="{C09BB613-479A-4716-AEF4-3C33098034F9}" dt="2026-09-03T15:21:56.926" v="315" actId="2696"/>
        <pc:sldMkLst>
          <pc:docMk/>
          <pc:sldMk cId="1829323606" sldId="263"/>
        </pc:sldMkLst>
        <pc:spChg chg="mod">
          <ac:chgData name="leo fire" userId="b521c698c87ea4c2" providerId="LiveId" clId="{C09BB613-479A-4716-AEF4-3C33098034F9}" dt="2026-09-03T15:16:08.482" v="305" actId="1076"/>
          <ac:spMkLst>
            <pc:docMk/>
            <pc:sldMk cId="1829323606" sldId="263"/>
            <ac:spMk id="2" creationId="{A5E1F206-B24F-49FB-8638-82FFA2605972}"/>
          </ac:spMkLst>
        </pc:spChg>
        <pc:spChg chg="mod">
          <ac:chgData name="leo fire" userId="b521c698c87ea4c2" providerId="LiveId" clId="{C09BB613-479A-4716-AEF4-3C33098034F9}" dt="2026-09-03T15:16:32.684" v="307" actId="2711"/>
          <ac:spMkLst>
            <pc:docMk/>
            <pc:sldMk cId="1829323606" sldId="263"/>
            <ac:spMk id="3" creationId="{F6AC29EE-6E72-458B-8BC8-1CE5E336DF4C}"/>
          </ac:spMkLst>
        </pc:spChg>
        <pc:spChg chg="del">
          <ac:chgData name="leo fire" userId="b521c698c87ea4c2" providerId="LiveId" clId="{C09BB613-479A-4716-AEF4-3C33098034F9}" dt="2026-09-03T15:16:06.772" v="303" actId="478"/>
          <ac:spMkLst>
            <pc:docMk/>
            <pc:sldMk cId="1829323606" sldId="263"/>
            <ac:spMk id="4" creationId="{86ADC955-B707-4125-8464-9BB8A190CA22}"/>
          </ac:spMkLst>
        </pc:spChg>
        <pc:spChg chg="mod">
          <ac:chgData name="leo fire" userId="b521c698c87ea4c2" providerId="LiveId" clId="{C09BB613-479A-4716-AEF4-3C33098034F9}" dt="2026-09-03T15:16:32.684" v="307" actId="2711"/>
          <ac:spMkLst>
            <pc:docMk/>
            <pc:sldMk cId="1829323606" sldId="263"/>
            <ac:spMk id="5" creationId="{1A968BEF-3485-4203-9FEC-638BFC5B2692}"/>
          </ac:spMkLst>
        </pc:spChg>
        <pc:spChg chg="mod">
          <ac:chgData name="leo fire" userId="b521c698c87ea4c2" providerId="LiveId" clId="{C09BB613-479A-4716-AEF4-3C33098034F9}" dt="2026-09-03T15:16:32.684" v="307" actId="2711"/>
          <ac:spMkLst>
            <pc:docMk/>
            <pc:sldMk cId="1829323606" sldId="263"/>
            <ac:spMk id="6" creationId="{D4240ACD-011B-45C7-818F-D906DD08951D}"/>
          </ac:spMkLst>
        </pc:spChg>
        <pc:spChg chg="mod">
          <ac:chgData name="leo fire" userId="b521c698c87ea4c2" providerId="LiveId" clId="{C09BB613-479A-4716-AEF4-3C33098034F9}" dt="2026-09-03T15:16:32.684" v="307" actId="2711"/>
          <ac:spMkLst>
            <pc:docMk/>
            <pc:sldMk cId="1829323606" sldId="263"/>
            <ac:spMk id="7" creationId="{A848C16A-059D-4629-9BCB-BC94FE1BA730}"/>
          </ac:spMkLst>
        </pc:spChg>
        <pc:spChg chg="mod">
          <ac:chgData name="leo fire" userId="b521c698c87ea4c2" providerId="LiveId" clId="{C09BB613-479A-4716-AEF4-3C33098034F9}" dt="2026-09-03T15:16:32.684" v="307" actId="2711"/>
          <ac:spMkLst>
            <pc:docMk/>
            <pc:sldMk cId="1829323606" sldId="263"/>
            <ac:spMk id="9" creationId="{E9EEC4A8-995A-4450-9D59-38C1CFF97F46}"/>
          </ac:spMkLst>
        </pc:spChg>
        <pc:spChg chg="mod">
          <ac:chgData name="leo fire" userId="b521c698c87ea4c2" providerId="LiveId" clId="{C09BB613-479A-4716-AEF4-3C33098034F9}" dt="2026-09-03T15:16:32.684" v="307" actId="2711"/>
          <ac:spMkLst>
            <pc:docMk/>
            <pc:sldMk cId="1829323606" sldId="263"/>
            <ac:spMk id="10" creationId="{AE542156-3730-4781-BE1E-E92EFD2F6632}"/>
          </ac:spMkLst>
        </pc:spChg>
        <pc:spChg chg="mod">
          <ac:chgData name="leo fire" userId="b521c698c87ea4c2" providerId="LiveId" clId="{C09BB613-479A-4716-AEF4-3C33098034F9}" dt="2026-09-03T15:16:32.684" v="307" actId="2711"/>
          <ac:spMkLst>
            <pc:docMk/>
            <pc:sldMk cId="1829323606" sldId="263"/>
            <ac:spMk id="11" creationId="{EE68E615-32BB-4A6A-92F5-6B843F896900}"/>
          </ac:spMkLst>
        </pc:spChg>
        <pc:spChg chg="mod">
          <ac:chgData name="leo fire" userId="b521c698c87ea4c2" providerId="LiveId" clId="{C09BB613-479A-4716-AEF4-3C33098034F9}" dt="2026-09-03T15:16:32.684" v="307" actId="2711"/>
          <ac:spMkLst>
            <pc:docMk/>
            <pc:sldMk cId="1829323606" sldId="263"/>
            <ac:spMk id="15" creationId="{5C83E265-7C8B-41FC-8911-28FD6B53678C}"/>
          </ac:spMkLst>
        </pc:spChg>
        <pc:spChg chg="mod">
          <ac:chgData name="leo fire" userId="b521c698c87ea4c2" providerId="LiveId" clId="{C09BB613-479A-4716-AEF4-3C33098034F9}" dt="2026-09-03T15:16:32.684" v="307" actId="2711"/>
          <ac:spMkLst>
            <pc:docMk/>
            <pc:sldMk cId="1829323606" sldId="263"/>
            <ac:spMk id="16" creationId="{E2A8F8E3-E31F-4757-A238-E7AECB58B7B6}"/>
          </ac:spMkLst>
        </pc:spChg>
        <pc:spChg chg="mod">
          <ac:chgData name="leo fire" userId="b521c698c87ea4c2" providerId="LiveId" clId="{C09BB613-479A-4716-AEF4-3C33098034F9}" dt="2026-09-03T15:16:32.684" v="307" actId="2711"/>
          <ac:spMkLst>
            <pc:docMk/>
            <pc:sldMk cId="1829323606" sldId="263"/>
            <ac:spMk id="17" creationId="{61D48D28-F21A-4EF1-8FF5-02B14546CBCC}"/>
          </ac:spMkLst>
        </pc:spChg>
        <pc:spChg chg="del">
          <ac:chgData name="leo fire" userId="b521c698c87ea4c2" providerId="LiveId" clId="{C09BB613-479A-4716-AEF4-3C33098034F9}" dt="2026-09-03T15:16:10.837" v="306" actId="478"/>
          <ac:spMkLst>
            <pc:docMk/>
            <pc:sldMk cId="1829323606" sldId="263"/>
            <ac:spMk id="18" creationId="{E0013F9B-5451-4D79-8DAC-2BDE48F20C02}"/>
          </ac:spMkLst>
        </pc:spChg>
        <pc:spChg chg="del">
          <ac:chgData name="leo fire" userId="b521c698c87ea4c2" providerId="LiveId" clId="{C09BB613-479A-4716-AEF4-3C33098034F9}" dt="2026-09-03T15:16:04.884" v="302" actId="478"/>
          <ac:spMkLst>
            <pc:docMk/>
            <pc:sldMk cId="1829323606" sldId="263"/>
            <ac:spMk id="19" creationId="{C599C199-F7B5-411A-AE0C-9A6AB4B40E18}"/>
          </ac:spMkLst>
        </pc:spChg>
        <pc:spChg chg="add">
          <ac:chgData name="leo fire" userId="b521c698c87ea4c2" providerId="LiveId" clId="{C09BB613-479A-4716-AEF4-3C33098034F9}" dt="2026-09-03T15:16:49.419" v="309" actId="22"/>
          <ac:spMkLst>
            <pc:docMk/>
            <pc:sldMk cId="1829323606" sldId="263"/>
            <ac:spMk id="21" creationId="{B09DE49E-9300-6EB4-A66F-F483343D7325}"/>
          </ac:spMkLst>
        </pc:spChg>
        <pc:spChg chg="add">
          <ac:chgData name="leo fire" userId="b521c698c87ea4c2" providerId="LiveId" clId="{C09BB613-479A-4716-AEF4-3C33098034F9}" dt="2026-09-03T15:16:49.419" v="309" actId="22"/>
          <ac:spMkLst>
            <pc:docMk/>
            <pc:sldMk cId="1829323606" sldId="263"/>
            <ac:spMk id="23" creationId="{4B527287-DAAB-81CA-C3E0-2C57E34A72AF}"/>
          </ac:spMkLst>
        </pc:spChg>
      </pc:sldChg>
      <pc:sldChg chg="addSp delSp modSp add mod setBg">
        <pc:chgData name="leo fire" userId="b521c698c87ea4c2" providerId="LiveId" clId="{C09BB613-479A-4716-AEF4-3C33098034F9}" dt="2026-09-03T15:22:22.602" v="319" actId="478"/>
        <pc:sldMkLst>
          <pc:docMk/>
          <pc:sldMk cId="1261894783" sldId="264"/>
        </pc:sldMkLst>
        <pc:spChg chg="mod">
          <ac:chgData name="leo fire" userId="b521c698c87ea4c2" providerId="LiveId" clId="{C09BB613-479A-4716-AEF4-3C33098034F9}" dt="2026-09-03T15:21:48.983" v="313" actId="1076"/>
          <ac:spMkLst>
            <pc:docMk/>
            <pc:sldMk cId="1261894783" sldId="264"/>
            <ac:spMk id="2" creationId="{5C6AD379-217E-4CFF-B5FA-0669A5DE561E}"/>
          </ac:spMkLst>
        </pc:spChg>
        <pc:spChg chg="del mod">
          <ac:chgData name="leo fire" userId="b521c698c87ea4c2" providerId="LiveId" clId="{C09BB613-479A-4716-AEF4-3C33098034F9}" dt="2026-09-03T15:22:22.602" v="319" actId="478"/>
          <ac:spMkLst>
            <pc:docMk/>
            <pc:sldMk cId="1261894783" sldId="264"/>
            <ac:spMk id="3" creationId="{8A966A8A-3418-4367-A829-E57A90525B3B}"/>
          </ac:spMkLst>
        </pc:spChg>
        <pc:spChg chg="del">
          <ac:chgData name="leo fire" userId="b521c698c87ea4c2" providerId="LiveId" clId="{C09BB613-479A-4716-AEF4-3C33098034F9}" dt="2026-09-03T15:21:44.342" v="311" actId="478"/>
          <ac:spMkLst>
            <pc:docMk/>
            <pc:sldMk cId="1261894783" sldId="264"/>
            <ac:spMk id="4" creationId="{2B58223A-6951-48A1-A7E8-8F853526A3BA}"/>
          </ac:spMkLst>
        </pc:spChg>
        <pc:spChg chg="mod">
          <ac:chgData name="leo fire" userId="b521c698c87ea4c2" providerId="LiveId" clId="{C09BB613-479A-4716-AEF4-3C33098034F9}" dt="2026-09-03T15:22:18.661" v="318" actId="2711"/>
          <ac:spMkLst>
            <pc:docMk/>
            <pc:sldMk cId="1261894783" sldId="264"/>
            <ac:spMk id="5" creationId="{137871F9-D6B5-44CB-90C3-69AEE1941938}"/>
          </ac:spMkLst>
        </pc:spChg>
        <pc:spChg chg="mod">
          <ac:chgData name="leo fire" userId="b521c698c87ea4c2" providerId="LiveId" clId="{C09BB613-479A-4716-AEF4-3C33098034F9}" dt="2026-09-03T15:22:18.661" v="318" actId="2711"/>
          <ac:spMkLst>
            <pc:docMk/>
            <pc:sldMk cId="1261894783" sldId="264"/>
            <ac:spMk id="6" creationId="{FB28D349-4AA7-4A70-9743-7D51F7F995C2}"/>
          </ac:spMkLst>
        </pc:spChg>
        <pc:spChg chg="mod">
          <ac:chgData name="leo fire" userId="b521c698c87ea4c2" providerId="LiveId" clId="{C09BB613-479A-4716-AEF4-3C33098034F9}" dt="2026-09-03T15:22:18.661" v="318" actId="2711"/>
          <ac:spMkLst>
            <pc:docMk/>
            <pc:sldMk cId="1261894783" sldId="264"/>
            <ac:spMk id="7" creationId="{BE0C4104-8941-4977-9A51-71BCB8F3D0B9}"/>
          </ac:spMkLst>
        </pc:spChg>
        <pc:spChg chg="mod">
          <ac:chgData name="leo fire" userId="b521c698c87ea4c2" providerId="LiveId" clId="{C09BB613-479A-4716-AEF4-3C33098034F9}" dt="2026-09-03T15:22:18.661" v="318" actId="2711"/>
          <ac:spMkLst>
            <pc:docMk/>
            <pc:sldMk cId="1261894783" sldId="264"/>
            <ac:spMk id="8" creationId="{D98CD045-ED95-4ED5-A860-03B5345B2B9B}"/>
          </ac:spMkLst>
        </pc:spChg>
        <pc:spChg chg="mod">
          <ac:chgData name="leo fire" userId="b521c698c87ea4c2" providerId="LiveId" clId="{C09BB613-479A-4716-AEF4-3C33098034F9}" dt="2026-09-03T15:22:18.661" v="318" actId="2711"/>
          <ac:spMkLst>
            <pc:docMk/>
            <pc:sldMk cId="1261894783" sldId="264"/>
            <ac:spMk id="13" creationId="{53602A0A-58BC-4B9D-B45C-8267AE679178}"/>
          </ac:spMkLst>
        </pc:spChg>
        <pc:spChg chg="mod">
          <ac:chgData name="leo fire" userId="b521c698c87ea4c2" providerId="LiveId" clId="{C09BB613-479A-4716-AEF4-3C33098034F9}" dt="2026-09-03T15:22:18.661" v="318" actId="2711"/>
          <ac:spMkLst>
            <pc:docMk/>
            <pc:sldMk cId="1261894783" sldId="264"/>
            <ac:spMk id="14" creationId="{FF811192-87BD-4F62-AE9E-2EEB4C2B7554}"/>
          </ac:spMkLst>
        </pc:spChg>
        <pc:spChg chg="mod">
          <ac:chgData name="leo fire" userId="b521c698c87ea4c2" providerId="LiveId" clId="{C09BB613-479A-4716-AEF4-3C33098034F9}" dt="2026-09-03T15:22:18.661" v="318" actId="2711"/>
          <ac:spMkLst>
            <pc:docMk/>
            <pc:sldMk cId="1261894783" sldId="264"/>
            <ac:spMk id="15" creationId="{6D3EF003-9C4E-41F3-8CCC-0000CCF90FA4}"/>
          </ac:spMkLst>
        </pc:spChg>
        <pc:spChg chg="mod">
          <ac:chgData name="leo fire" userId="b521c698c87ea4c2" providerId="LiveId" clId="{C09BB613-479A-4716-AEF4-3C33098034F9}" dt="2026-09-03T15:22:18.661" v="318" actId="2711"/>
          <ac:spMkLst>
            <pc:docMk/>
            <pc:sldMk cId="1261894783" sldId="264"/>
            <ac:spMk id="16" creationId="{CF4CE607-03DA-45DA-B006-6550F95EDADD}"/>
          </ac:spMkLst>
        </pc:spChg>
        <pc:spChg chg="mod">
          <ac:chgData name="leo fire" userId="b521c698c87ea4c2" providerId="LiveId" clId="{C09BB613-479A-4716-AEF4-3C33098034F9}" dt="2026-09-03T15:22:18.661" v="318" actId="2711"/>
          <ac:spMkLst>
            <pc:docMk/>
            <pc:sldMk cId="1261894783" sldId="264"/>
            <ac:spMk id="17" creationId="{0116493F-9D63-4179-88EC-CB195DC59AC4}"/>
          </ac:spMkLst>
        </pc:spChg>
        <pc:spChg chg="del">
          <ac:chgData name="leo fire" userId="b521c698c87ea4c2" providerId="LiveId" clId="{C09BB613-479A-4716-AEF4-3C33098034F9}" dt="2026-09-03T15:21:50.295" v="314" actId="478"/>
          <ac:spMkLst>
            <pc:docMk/>
            <pc:sldMk cId="1261894783" sldId="264"/>
            <ac:spMk id="18" creationId="{FE8A0D4E-F60A-4C18-894D-45830B666B77}"/>
          </ac:spMkLst>
        </pc:spChg>
        <pc:spChg chg="del">
          <ac:chgData name="leo fire" userId="b521c698c87ea4c2" providerId="LiveId" clId="{C09BB613-479A-4716-AEF4-3C33098034F9}" dt="2026-09-03T15:21:46.579" v="312" actId="478"/>
          <ac:spMkLst>
            <pc:docMk/>
            <pc:sldMk cId="1261894783" sldId="264"/>
            <ac:spMk id="19" creationId="{DFF881A7-83E6-4F62-B9A6-301AACCADF16}"/>
          </ac:spMkLst>
        </pc:spChg>
        <pc:spChg chg="add">
          <ac:chgData name="leo fire" userId="b521c698c87ea4c2" providerId="LiveId" clId="{C09BB613-479A-4716-AEF4-3C33098034F9}" dt="2026-09-03T15:22:09.626" v="317" actId="22"/>
          <ac:spMkLst>
            <pc:docMk/>
            <pc:sldMk cId="1261894783" sldId="264"/>
            <ac:spMk id="21" creationId="{4EAD243F-AE1B-A11C-DCE2-D5911941CF42}"/>
          </ac:spMkLst>
        </pc:spChg>
        <pc:spChg chg="add">
          <ac:chgData name="leo fire" userId="b521c698c87ea4c2" providerId="LiveId" clId="{C09BB613-479A-4716-AEF4-3C33098034F9}" dt="2026-09-03T15:22:09.626" v="317" actId="22"/>
          <ac:spMkLst>
            <pc:docMk/>
            <pc:sldMk cId="1261894783" sldId="264"/>
            <ac:spMk id="23" creationId="{9080BBA1-BECE-E985-3785-BEFF8C7249CD}"/>
          </ac:spMkLst>
        </pc:spChg>
      </pc:sldChg>
      <pc:sldChg chg="modSp mod">
        <pc:chgData name="leo fire" userId="b521c698c87ea4c2" providerId="LiveId" clId="{C09BB613-479A-4716-AEF4-3C33098034F9}" dt="2026-09-03T14:22:24.683" v="10" actId="20577"/>
        <pc:sldMkLst>
          <pc:docMk/>
          <pc:sldMk cId="915545628" sldId="286"/>
        </pc:sldMkLst>
        <pc:spChg chg="mod">
          <ac:chgData name="leo fire" userId="b521c698c87ea4c2" providerId="LiveId" clId="{C09BB613-479A-4716-AEF4-3C33098034F9}" dt="2026-09-03T14:22:24.683" v="10" actId="20577"/>
          <ac:spMkLst>
            <pc:docMk/>
            <pc:sldMk cId="915545628" sldId="286"/>
            <ac:spMk id="3" creationId="{156ABE95-9A39-3D4C-A23F-A10B86F38DEF}"/>
          </ac:spMkLst>
        </pc:spChg>
      </pc:sldChg>
      <pc:sldChg chg="add del">
        <pc:chgData name="leo fire" userId="b521c698c87ea4c2" providerId="LiveId" clId="{C09BB613-479A-4716-AEF4-3C33098034F9}" dt="2026-09-03T15:10:53.433" v="257" actId="47"/>
        <pc:sldMkLst>
          <pc:docMk/>
          <pc:sldMk cId="1008432723" sldId="1584"/>
        </pc:sldMkLst>
      </pc:sldChg>
      <pc:sldChg chg="modSp mod">
        <pc:chgData name="leo fire" userId="b521c698c87ea4c2" providerId="LiveId" clId="{C09BB613-479A-4716-AEF4-3C33098034F9}" dt="2026-09-03T14:31:09.332" v="62" actId="20577"/>
        <pc:sldMkLst>
          <pc:docMk/>
          <pc:sldMk cId="3083837436" sldId="1632"/>
        </pc:sldMkLst>
        <pc:spChg chg="mod">
          <ac:chgData name="leo fire" userId="b521c698c87ea4c2" providerId="LiveId" clId="{C09BB613-479A-4716-AEF4-3C33098034F9}" dt="2026-09-03T14:31:09.332" v="62" actId="20577"/>
          <ac:spMkLst>
            <pc:docMk/>
            <pc:sldMk cId="3083837436" sldId="1632"/>
            <ac:spMk id="2" creationId="{C9F2025D-F311-A582-4A02-1E2582D7BD26}"/>
          </ac:spMkLst>
        </pc:spChg>
      </pc:sldChg>
      <pc:sldChg chg="del">
        <pc:chgData name="leo fire" userId="b521c698c87ea4c2" providerId="LiveId" clId="{C09BB613-479A-4716-AEF4-3C33098034F9}" dt="2026-09-03T14:48:31.495" v="169" actId="47"/>
        <pc:sldMkLst>
          <pc:docMk/>
          <pc:sldMk cId="1745808951" sldId="1639"/>
        </pc:sldMkLst>
      </pc:sldChg>
      <pc:sldChg chg="del">
        <pc:chgData name="leo fire" userId="b521c698c87ea4c2" providerId="LiveId" clId="{C09BB613-479A-4716-AEF4-3C33098034F9}" dt="2026-09-03T14:48:32.844" v="170" actId="47"/>
        <pc:sldMkLst>
          <pc:docMk/>
          <pc:sldMk cId="4267142607" sldId="1640"/>
        </pc:sldMkLst>
      </pc:sldChg>
      <pc:sldChg chg="modSp mod">
        <pc:chgData name="leo fire" userId="b521c698c87ea4c2" providerId="LiveId" clId="{C09BB613-479A-4716-AEF4-3C33098034F9}" dt="2026-09-03T14:49:13.108" v="172" actId="20577"/>
        <pc:sldMkLst>
          <pc:docMk/>
          <pc:sldMk cId="707260131" sldId="1644"/>
        </pc:sldMkLst>
        <pc:spChg chg="mod">
          <ac:chgData name="leo fire" userId="b521c698c87ea4c2" providerId="LiveId" clId="{C09BB613-479A-4716-AEF4-3C33098034F9}" dt="2026-09-03T14:49:13.108" v="172" actId="20577"/>
          <ac:spMkLst>
            <pc:docMk/>
            <pc:sldMk cId="707260131" sldId="1644"/>
            <ac:spMk id="2" creationId="{804AB13D-55E9-7443-7D16-0569F3A8E1C5}"/>
          </ac:spMkLst>
        </pc:spChg>
      </pc:sldChg>
      <pc:sldChg chg="add del">
        <pc:chgData name="leo fire" userId="b521c698c87ea4c2" providerId="LiveId" clId="{C09BB613-479A-4716-AEF4-3C33098034F9}" dt="2026-09-03T14:52:07.263" v="189" actId="47"/>
        <pc:sldMkLst>
          <pc:docMk/>
          <pc:sldMk cId="2266164967" sldId="1671"/>
        </pc:sldMkLst>
      </pc:sldChg>
      <pc:sldChg chg="del">
        <pc:chgData name="leo fire" userId="b521c698c87ea4c2" providerId="LiveId" clId="{C09BB613-479A-4716-AEF4-3C33098034F9}" dt="2026-09-03T15:09:46.316" v="235" actId="47"/>
        <pc:sldMkLst>
          <pc:docMk/>
          <pc:sldMk cId="524754745" sldId="1702"/>
        </pc:sldMkLst>
      </pc:sldChg>
      <pc:sldChg chg="del">
        <pc:chgData name="leo fire" userId="b521c698c87ea4c2" providerId="LiveId" clId="{C09BB613-479A-4716-AEF4-3C33098034F9}" dt="2026-09-03T15:09:47.292" v="236" actId="47"/>
        <pc:sldMkLst>
          <pc:docMk/>
          <pc:sldMk cId="2530205973" sldId="1703"/>
        </pc:sldMkLst>
      </pc:sldChg>
      <pc:sldChg chg="del">
        <pc:chgData name="leo fire" userId="b521c698c87ea4c2" providerId="LiveId" clId="{C09BB613-479A-4716-AEF4-3C33098034F9}" dt="2026-09-03T15:09:48.617" v="238" actId="47"/>
        <pc:sldMkLst>
          <pc:docMk/>
          <pc:sldMk cId="969388567" sldId="1704"/>
        </pc:sldMkLst>
      </pc:sldChg>
      <pc:sldChg chg="del">
        <pc:chgData name="leo fire" userId="b521c698c87ea4c2" providerId="LiveId" clId="{C09BB613-479A-4716-AEF4-3C33098034F9}" dt="2026-09-03T15:09:49.266" v="239" actId="47"/>
        <pc:sldMkLst>
          <pc:docMk/>
          <pc:sldMk cId="1777653606" sldId="1705"/>
        </pc:sldMkLst>
      </pc:sldChg>
      <pc:sldChg chg="del">
        <pc:chgData name="leo fire" userId="b521c698c87ea4c2" providerId="LiveId" clId="{C09BB613-479A-4716-AEF4-3C33098034F9}" dt="2026-09-03T15:09:49.586" v="240" actId="47"/>
        <pc:sldMkLst>
          <pc:docMk/>
          <pc:sldMk cId="594806925" sldId="1706"/>
        </pc:sldMkLst>
      </pc:sldChg>
      <pc:sldChg chg="del">
        <pc:chgData name="leo fire" userId="b521c698c87ea4c2" providerId="LiveId" clId="{C09BB613-479A-4716-AEF4-3C33098034F9}" dt="2026-09-03T15:09:50.100" v="241" actId="47"/>
        <pc:sldMkLst>
          <pc:docMk/>
          <pc:sldMk cId="3494822005" sldId="1707"/>
        </pc:sldMkLst>
      </pc:sldChg>
      <pc:sldChg chg="del">
        <pc:chgData name="leo fire" userId="b521c698c87ea4c2" providerId="LiveId" clId="{C09BB613-479A-4716-AEF4-3C33098034F9}" dt="2026-09-03T15:09:47.933" v="237" actId="47"/>
        <pc:sldMkLst>
          <pc:docMk/>
          <pc:sldMk cId="1454681764" sldId="1708"/>
        </pc:sldMkLst>
      </pc:sldChg>
      <pc:sldChg chg="del">
        <pc:chgData name="leo fire" userId="b521c698c87ea4c2" providerId="LiveId" clId="{C09BB613-479A-4716-AEF4-3C33098034F9}" dt="2026-09-03T15:09:50.583" v="242" actId="47"/>
        <pc:sldMkLst>
          <pc:docMk/>
          <pc:sldMk cId="21861910" sldId="1709"/>
        </pc:sldMkLst>
      </pc:sldChg>
      <pc:sldChg chg="del">
        <pc:chgData name="leo fire" userId="b521c698c87ea4c2" providerId="LiveId" clId="{C09BB613-479A-4716-AEF4-3C33098034F9}" dt="2026-09-03T15:09:50.925" v="243" actId="47"/>
        <pc:sldMkLst>
          <pc:docMk/>
          <pc:sldMk cId="1908190859" sldId="1710"/>
        </pc:sldMkLst>
      </pc:sldChg>
      <pc:sldChg chg="del">
        <pc:chgData name="leo fire" userId="b521c698c87ea4c2" providerId="LiveId" clId="{C09BB613-479A-4716-AEF4-3C33098034F9}" dt="2026-09-03T15:09:51.092" v="244" actId="47"/>
        <pc:sldMkLst>
          <pc:docMk/>
          <pc:sldMk cId="2769021619" sldId="1711"/>
        </pc:sldMkLst>
      </pc:sldChg>
      <pc:sldChg chg="add del">
        <pc:chgData name="leo fire" userId="b521c698c87ea4c2" providerId="LiveId" clId="{C09BB613-479A-4716-AEF4-3C33098034F9}" dt="2026-09-03T14:30:01.761" v="12" actId="47"/>
        <pc:sldMkLst>
          <pc:docMk/>
          <pc:sldMk cId="2880714635" sldId="1714"/>
        </pc:sldMkLst>
      </pc:sldChg>
      <pc:sldChg chg="del">
        <pc:chgData name="leo fire" userId="b521c698c87ea4c2" providerId="LiveId" clId="{C09BB613-479A-4716-AEF4-3C33098034F9}" dt="2026-09-03T14:31:14.343" v="63" actId="47"/>
        <pc:sldMkLst>
          <pc:docMk/>
          <pc:sldMk cId="595889872" sldId="1715"/>
        </pc:sldMkLst>
      </pc:sldChg>
      <pc:sldChg chg="del">
        <pc:chgData name="leo fire" userId="b521c698c87ea4c2" providerId="LiveId" clId="{C09BB613-479A-4716-AEF4-3C33098034F9}" dt="2026-09-03T14:52:01.212" v="184" actId="47"/>
        <pc:sldMkLst>
          <pc:docMk/>
          <pc:sldMk cId="0" sldId="1726"/>
        </pc:sldMkLst>
      </pc:sldChg>
      <pc:sldChg chg="del">
        <pc:chgData name="leo fire" userId="b521c698c87ea4c2" providerId="LiveId" clId="{C09BB613-479A-4716-AEF4-3C33098034F9}" dt="2026-09-03T15:09:24.042" v="229" actId="47"/>
        <pc:sldMkLst>
          <pc:docMk/>
          <pc:sldMk cId="0" sldId="1768"/>
        </pc:sldMkLst>
      </pc:sldChg>
      <pc:sldChg chg="del">
        <pc:chgData name="leo fire" userId="b521c698c87ea4c2" providerId="LiveId" clId="{C09BB613-479A-4716-AEF4-3C33098034F9}" dt="2026-09-03T15:09:24.965" v="230" actId="47"/>
        <pc:sldMkLst>
          <pc:docMk/>
          <pc:sldMk cId="0" sldId="1769"/>
        </pc:sldMkLst>
      </pc:sldChg>
      <pc:sldChg chg="del">
        <pc:chgData name="leo fire" userId="b521c698c87ea4c2" providerId="LiveId" clId="{C09BB613-479A-4716-AEF4-3C33098034F9}" dt="2026-09-03T15:09:25.852" v="231" actId="47"/>
        <pc:sldMkLst>
          <pc:docMk/>
          <pc:sldMk cId="0" sldId="1770"/>
        </pc:sldMkLst>
      </pc:sldChg>
      <pc:sldChg chg="del">
        <pc:chgData name="leo fire" userId="b521c698c87ea4c2" providerId="LiveId" clId="{C09BB613-479A-4716-AEF4-3C33098034F9}" dt="2026-09-03T15:09:26.610" v="232" actId="47"/>
        <pc:sldMkLst>
          <pc:docMk/>
          <pc:sldMk cId="0" sldId="1771"/>
        </pc:sldMkLst>
      </pc:sldChg>
      <pc:sldChg chg="del">
        <pc:chgData name="leo fire" userId="b521c698c87ea4c2" providerId="LiveId" clId="{C09BB613-479A-4716-AEF4-3C33098034F9}" dt="2026-09-03T15:09:27.502" v="233" actId="47"/>
        <pc:sldMkLst>
          <pc:docMk/>
          <pc:sldMk cId="0" sldId="1772"/>
        </pc:sldMkLst>
      </pc:sldChg>
      <pc:sldChg chg="del">
        <pc:chgData name="leo fire" userId="b521c698c87ea4c2" providerId="LiveId" clId="{C09BB613-479A-4716-AEF4-3C33098034F9}" dt="2026-09-03T15:09:28.241" v="234" actId="47"/>
        <pc:sldMkLst>
          <pc:docMk/>
          <pc:sldMk cId="0" sldId="1773"/>
        </pc:sldMkLst>
      </pc:sldChg>
      <pc:sldChg chg="addSp delSp mod">
        <pc:chgData name="leo fire" userId="b521c698c87ea4c2" providerId="LiveId" clId="{C09BB613-479A-4716-AEF4-3C33098034F9}" dt="2026-09-03T14:54:15.597" v="207" actId="22"/>
        <pc:sldMkLst>
          <pc:docMk/>
          <pc:sldMk cId="0" sldId="1818"/>
        </pc:sldMkLst>
        <pc:spChg chg="add del">
          <ac:chgData name="leo fire" userId="b521c698c87ea4c2" providerId="LiveId" clId="{C09BB613-479A-4716-AEF4-3C33098034F9}" dt="2026-09-03T14:54:15.597" v="207" actId="22"/>
          <ac:spMkLst>
            <pc:docMk/>
            <pc:sldMk cId="0" sldId="1818"/>
            <ac:spMk id="3" creationId="{1A588788-F230-9627-C22B-9EB1A5E8E014}"/>
          </ac:spMkLst>
        </pc:spChg>
        <pc:spChg chg="add del">
          <ac:chgData name="leo fire" userId="b521c698c87ea4c2" providerId="LiveId" clId="{C09BB613-479A-4716-AEF4-3C33098034F9}" dt="2026-09-03T14:54:15.597" v="207" actId="22"/>
          <ac:spMkLst>
            <pc:docMk/>
            <pc:sldMk cId="0" sldId="1818"/>
            <ac:spMk id="6" creationId="{BBD8AF69-DD57-88E1-4353-B5A9F87FDEDE}"/>
          </ac:spMkLst>
        </pc:spChg>
      </pc:sldChg>
      <pc:sldChg chg="del">
        <pc:chgData name="leo fire" userId="b521c698c87ea4c2" providerId="LiveId" clId="{C09BB613-479A-4716-AEF4-3C33098034F9}" dt="2026-09-03T14:52:00.259" v="183" actId="47"/>
        <pc:sldMkLst>
          <pc:docMk/>
          <pc:sldMk cId="0" sldId="1821"/>
        </pc:sldMkLst>
      </pc:sldChg>
      <pc:sldChg chg="del">
        <pc:chgData name="leo fire" userId="b521c698c87ea4c2" providerId="LiveId" clId="{C09BB613-479A-4716-AEF4-3C33098034F9}" dt="2026-09-03T14:52:02.045" v="185" actId="47"/>
        <pc:sldMkLst>
          <pc:docMk/>
          <pc:sldMk cId="0" sldId="1823"/>
        </pc:sldMkLst>
      </pc:sldChg>
      <pc:sldChg chg="del">
        <pc:chgData name="leo fire" userId="b521c698c87ea4c2" providerId="LiveId" clId="{C09BB613-479A-4716-AEF4-3C33098034F9}" dt="2026-09-03T14:52:03.486" v="186" actId="47"/>
        <pc:sldMkLst>
          <pc:docMk/>
          <pc:sldMk cId="0" sldId="1824"/>
        </pc:sldMkLst>
      </pc:sldChg>
      <pc:sldChg chg="del">
        <pc:chgData name="leo fire" userId="b521c698c87ea4c2" providerId="LiveId" clId="{C09BB613-479A-4716-AEF4-3C33098034F9}" dt="2026-09-03T14:51:29.707" v="181" actId="47"/>
        <pc:sldMkLst>
          <pc:docMk/>
          <pc:sldMk cId="4148064946" sldId="1891"/>
        </pc:sldMkLst>
      </pc:sldChg>
      <pc:sldChg chg="del">
        <pc:chgData name="leo fire" userId="b521c698c87ea4c2" providerId="LiveId" clId="{C09BB613-479A-4716-AEF4-3C33098034F9}" dt="2026-09-03T14:51:20.560" v="180" actId="47"/>
        <pc:sldMkLst>
          <pc:docMk/>
          <pc:sldMk cId="2939266210" sldId="1893"/>
        </pc:sldMkLst>
      </pc:sldChg>
      <pc:sldChg chg="del">
        <pc:chgData name="leo fire" userId="b521c698c87ea4c2" providerId="LiveId" clId="{C09BB613-479A-4716-AEF4-3C33098034F9}" dt="2026-09-03T14:53:59.845" v="204" actId="47"/>
        <pc:sldMkLst>
          <pc:docMk/>
          <pc:sldMk cId="3639703695" sldId="1895"/>
        </pc:sldMkLst>
      </pc:sldChg>
      <pc:sldChg chg="del">
        <pc:chgData name="leo fire" userId="b521c698c87ea4c2" providerId="LiveId" clId="{C09BB613-479A-4716-AEF4-3C33098034F9}" dt="2026-09-03T14:54:04.012" v="205" actId="47"/>
        <pc:sldMkLst>
          <pc:docMk/>
          <pc:sldMk cId="384617589" sldId="1896"/>
        </pc:sldMkLst>
      </pc:sldChg>
      <pc:sldChg chg="del">
        <pc:chgData name="leo fire" userId="b521c698c87ea4c2" providerId="LiveId" clId="{C09BB613-479A-4716-AEF4-3C33098034F9}" dt="2026-09-03T14:52:08.223" v="190" actId="47"/>
        <pc:sldMkLst>
          <pc:docMk/>
          <pc:sldMk cId="4112141044" sldId="1897"/>
        </pc:sldMkLst>
      </pc:sldChg>
      <pc:sldChg chg="del">
        <pc:chgData name="leo fire" userId="b521c698c87ea4c2" providerId="LiveId" clId="{C09BB613-479A-4716-AEF4-3C33098034F9}" dt="2026-09-03T14:51:50.167" v="182" actId="47"/>
        <pc:sldMkLst>
          <pc:docMk/>
          <pc:sldMk cId="2089427271" sldId="1900"/>
        </pc:sldMkLst>
      </pc:sldChg>
      <pc:sldChg chg="del">
        <pc:chgData name="leo fire" userId="b521c698c87ea4c2" providerId="LiveId" clId="{C09BB613-479A-4716-AEF4-3C33098034F9}" dt="2026-09-03T15:08:25.949" v="223" actId="47"/>
        <pc:sldMkLst>
          <pc:docMk/>
          <pc:sldMk cId="273540686" sldId="1904"/>
        </pc:sldMkLst>
      </pc:sldChg>
      <pc:sldChg chg="del">
        <pc:chgData name="leo fire" userId="b521c698c87ea4c2" providerId="LiveId" clId="{C09BB613-479A-4716-AEF4-3C33098034F9}" dt="2026-09-03T15:09:17.219" v="228" actId="47"/>
        <pc:sldMkLst>
          <pc:docMk/>
          <pc:sldMk cId="971714" sldId="1905"/>
        </pc:sldMkLst>
      </pc:sldChg>
      <pc:sldChg chg="add">
        <pc:chgData name="leo fire" userId="b521c698c87ea4c2" providerId="LiveId" clId="{C09BB613-479A-4716-AEF4-3C33098034F9}" dt="2026-09-03T14:30:13.685" v="13"/>
        <pc:sldMkLst>
          <pc:docMk/>
          <pc:sldMk cId="1650506520" sldId="1915"/>
        </pc:sldMkLst>
      </pc:sldChg>
      <pc:sldChg chg="add">
        <pc:chgData name="leo fire" userId="b521c698c87ea4c2" providerId="LiveId" clId="{C09BB613-479A-4716-AEF4-3C33098034F9}" dt="2026-09-03T14:31:25.888" v="64"/>
        <pc:sldMkLst>
          <pc:docMk/>
          <pc:sldMk cId="1262910737" sldId="1918"/>
        </pc:sldMkLst>
      </pc:sldChg>
      <pc:sldChg chg="add">
        <pc:chgData name="leo fire" userId="b521c698c87ea4c2" providerId="LiveId" clId="{C09BB613-479A-4716-AEF4-3C33098034F9}" dt="2026-09-03T14:31:25.888" v="64"/>
        <pc:sldMkLst>
          <pc:docMk/>
          <pc:sldMk cId="336083606" sldId="1919"/>
        </pc:sldMkLst>
      </pc:sldChg>
      <pc:sldChg chg="modSp add del mod">
        <pc:chgData name="leo fire" userId="b521c698c87ea4c2" providerId="LiveId" clId="{C09BB613-479A-4716-AEF4-3C33098034F9}" dt="2026-09-03T14:38:39.200" v="140"/>
        <pc:sldMkLst>
          <pc:docMk/>
          <pc:sldMk cId="1198265852" sldId="1926"/>
        </pc:sldMkLst>
        <pc:spChg chg="mod">
          <ac:chgData name="leo fire" userId="b521c698c87ea4c2" providerId="LiveId" clId="{C09BB613-479A-4716-AEF4-3C33098034F9}" dt="2026-09-03T14:36:19.600" v="128" actId="20577"/>
          <ac:spMkLst>
            <pc:docMk/>
            <pc:sldMk cId="1198265852" sldId="1926"/>
            <ac:spMk id="9" creationId="{17BAF02F-68B8-4A9B-A5AD-C6907F879A85}"/>
          </ac:spMkLst>
        </pc:spChg>
        <pc:spChg chg="mod">
          <ac:chgData name="leo fire" userId="b521c698c87ea4c2" providerId="LiveId" clId="{C09BB613-479A-4716-AEF4-3C33098034F9}" dt="2026-09-03T14:37:29.329" v="137" actId="20577"/>
          <ac:spMkLst>
            <pc:docMk/>
            <pc:sldMk cId="1198265852" sldId="1926"/>
            <ac:spMk id="34" creationId="{1AF6626B-B352-4216-850A-3808486BE497}"/>
          </ac:spMkLst>
        </pc:spChg>
      </pc:sldChg>
      <pc:sldChg chg="delSp add mod">
        <pc:chgData name="leo fire" userId="b521c698c87ea4c2" providerId="LiveId" clId="{C09BB613-479A-4716-AEF4-3C33098034F9}" dt="2026-09-03T14:52:35.303" v="192" actId="478"/>
        <pc:sldMkLst>
          <pc:docMk/>
          <pc:sldMk cId="475725705" sldId="1928"/>
        </pc:sldMkLst>
        <pc:spChg chg="del">
          <ac:chgData name="leo fire" userId="b521c698c87ea4c2" providerId="LiveId" clId="{C09BB613-479A-4716-AEF4-3C33098034F9}" dt="2026-09-03T14:47:41.915" v="165" actId="478"/>
          <ac:spMkLst>
            <pc:docMk/>
            <pc:sldMk cId="475725705" sldId="1928"/>
            <ac:spMk id="4" creationId="{28FB2B5E-B747-4B36-A1DF-FF719B42E605}"/>
          </ac:spMkLst>
        </pc:spChg>
        <pc:spChg chg="del">
          <ac:chgData name="leo fire" userId="b521c698c87ea4c2" providerId="LiveId" clId="{C09BB613-479A-4716-AEF4-3C33098034F9}" dt="2026-09-03T14:52:35.303" v="192" actId="478"/>
          <ac:spMkLst>
            <pc:docMk/>
            <pc:sldMk cId="475725705" sldId="1928"/>
            <ac:spMk id="39" creationId="{12618061-86A9-458A-B6F1-1D1FDE46CC71}"/>
          </ac:spMkLst>
        </pc:spChg>
      </pc:sldChg>
      <pc:sldChg chg="delSp modSp add mod">
        <pc:chgData name="leo fire" userId="b521c698c87ea4c2" providerId="LiveId" clId="{C09BB613-479A-4716-AEF4-3C33098034F9}" dt="2026-09-03T14:53:06.401" v="197" actId="207"/>
        <pc:sldMkLst>
          <pc:docMk/>
          <pc:sldMk cId="1495453154" sldId="1930"/>
        </pc:sldMkLst>
        <pc:spChg chg="del">
          <ac:chgData name="leo fire" userId="b521c698c87ea4c2" providerId="LiveId" clId="{C09BB613-479A-4716-AEF4-3C33098034F9}" dt="2026-09-03T14:48:07.904" v="168" actId="478"/>
          <ac:spMkLst>
            <pc:docMk/>
            <pc:sldMk cId="1495453154" sldId="1930"/>
            <ac:spMk id="46" creationId="{D1AC7414-6E80-4500-B20A-3C01EE395C30}"/>
          </ac:spMkLst>
        </pc:spChg>
        <pc:spChg chg="mod">
          <ac:chgData name="leo fire" userId="b521c698c87ea4c2" providerId="LiveId" clId="{C09BB613-479A-4716-AEF4-3C33098034F9}" dt="2026-09-03T14:53:06.401" v="197" actId="207"/>
          <ac:spMkLst>
            <pc:docMk/>
            <pc:sldMk cId="1495453154" sldId="1930"/>
            <ac:spMk id="48" creationId="{5B69F950-BF74-53D0-AD5A-6FD078EC834A}"/>
          </ac:spMkLst>
        </pc:spChg>
        <pc:spChg chg="mod">
          <ac:chgData name="leo fire" userId="b521c698c87ea4c2" providerId="LiveId" clId="{C09BB613-479A-4716-AEF4-3C33098034F9}" dt="2026-09-03T14:53:06.401" v="197" actId="207"/>
          <ac:spMkLst>
            <pc:docMk/>
            <pc:sldMk cId="1495453154" sldId="1930"/>
            <ac:spMk id="50" creationId="{2BCC257B-475A-CC22-B994-BBD23033368F}"/>
          </ac:spMkLst>
        </pc:spChg>
      </pc:sldChg>
      <pc:sldChg chg="delSp modSp add mod">
        <pc:chgData name="leo fire" userId="b521c698c87ea4c2" providerId="LiveId" clId="{C09BB613-479A-4716-AEF4-3C33098034F9}" dt="2026-09-03T14:52:53.283" v="194" actId="207"/>
        <pc:sldMkLst>
          <pc:docMk/>
          <pc:sldMk cId="1889203487" sldId="1931"/>
        </pc:sldMkLst>
        <pc:spChg chg="del">
          <ac:chgData name="leo fire" userId="b521c698c87ea4c2" providerId="LiveId" clId="{C09BB613-479A-4716-AEF4-3C33098034F9}" dt="2026-09-03T14:48:04.861" v="167" actId="478"/>
          <ac:spMkLst>
            <pc:docMk/>
            <pc:sldMk cId="1889203487" sldId="1931"/>
            <ac:spMk id="64" creationId="{71758F83-B331-45B2-88A6-ABE04266E05A}"/>
          </ac:spMkLst>
        </pc:spChg>
        <pc:spChg chg="mod">
          <ac:chgData name="leo fire" userId="b521c698c87ea4c2" providerId="LiveId" clId="{C09BB613-479A-4716-AEF4-3C33098034F9}" dt="2026-09-03T14:52:53.283" v="194" actId="207"/>
          <ac:spMkLst>
            <pc:docMk/>
            <pc:sldMk cId="1889203487" sldId="1931"/>
            <ac:spMk id="66" creationId="{235733C1-7ACC-74E5-D6F7-4567DE9ECFB4}"/>
          </ac:spMkLst>
        </pc:spChg>
        <pc:spChg chg="mod">
          <ac:chgData name="leo fire" userId="b521c698c87ea4c2" providerId="LiveId" clId="{C09BB613-479A-4716-AEF4-3C33098034F9}" dt="2026-09-03T14:52:53.283" v="194" actId="207"/>
          <ac:spMkLst>
            <pc:docMk/>
            <pc:sldMk cId="1889203487" sldId="1931"/>
            <ac:spMk id="68" creationId="{AF5E3F39-79AE-B5E0-D596-A310E04312C1}"/>
          </ac:spMkLst>
        </pc:spChg>
      </pc:sldChg>
      <pc:sldChg chg="addSp delSp modSp add del mod">
        <pc:chgData name="leo fire" userId="b521c698c87ea4c2" providerId="LiveId" clId="{C09BB613-479A-4716-AEF4-3C33098034F9}" dt="2026-09-03T14:54:24.403" v="208"/>
        <pc:sldMkLst>
          <pc:docMk/>
          <pc:sldMk cId="2448979651" sldId="1935"/>
        </pc:sldMkLst>
        <pc:spChg chg="del">
          <ac:chgData name="leo fire" userId="b521c698c87ea4c2" providerId="LiveId" clId="{C09BB613-479A-4716-AEF4-3C33098034F9}" dt="2026-09-03T14:49:41.586" v="175" actId="478"/>
          <ac:spMkLst>
            <pc:docMk/>
            <pc:sldMk cId="2448979651" sldId="1935"/>
            <ac:spMk id="3" creationId="{D349CBAE-BF6A-50C1-082D-CE5490187D18}"/>
          </ac:spMkLst>
        </pc:spChg>
        <pc:spChg chg="add del mod">
          <ac:chgData name="leo fire" userId="b521c698c87ea4c2" providerId="LiveId" clId="{C09BB613-479A-4716-AEF4-3C33098034F9}" dt="2026-09-03T14:49:55.901" v="177" actId="478"/>
          <ac:spMkLst>
            <pc:docMk/>
            <pc:sldMk cId="2448979651" sldId="1935"/>
            <ac:spMk id="5" creationId="{3352E150-74CA-196E-62C1-764AC85567A3}"/>
          </ac:spMkLst>
        </pc:spChg>
        <pc:spChg chg="add del mod">
          <ac:chgData name="leo fire" userId="b521c698c87ea4c2" providerId="LiveId" clId="{C09BB613-479A-4716-AEF4-3C33098034F9}" dt="2026-09-03T14:49:55.901" v="177" actId="478"/>
          <ac:spMkLst>
            <pc:docMk/>
            <pc:sldMk cId="2448979651" sldId="1935"/>
            <ac:spMk id="16" creationId="{A8C6F2A4-62A8-BDE4-CF93-C52222933419}"/>
          </ac:spMkLst>
        </pc:spChg>
        <pc:spChg chg="add">
          <ac:chgData name="leo fire" userId="b521c698c87ea4c2" providerId="LiveId" clId="{C09BB613-479A-4716-AEF4-3C33098034F9}" dt="2026-09-03T14:50:13.582" v="178" actId="22"/>
          <ac:spMkLst>
            <pc:docMk/>
            <pc:sldMk cId="2448979651" sldId="1935"/>
            <ac:spMk id="18" creationId="{E2EAEC3D-DBC2-8B19-3A08-C0D22FB91ACF}"/>
          </ac:spMkLst>
        </pc:spChg>
        <pc:spChg chg="add">
          <ac:chgData name="leo fire" userId="b521c698c87ea4c2" providerId="LiveId" clId="{C09BB613-479A-4716-AEF4-3C33098034F9}" dt="2026-09-03T14:50:32.813" v="179" actId="22"/>
          <ac:spMkLst>
            <pc:docMk/>
            <pc:sldMk cId="2448979651" sldId="1935"/>
            <ac:spMk id="20" creationId="{088798F7-CF9F-E1F2-DEF3-3588F149C3D6}"/>
          </ac:spMkLst>
        </pc:spChg>
        <pc:spChg chg="del">
          <ac:chgData name="leo fire" userId="b521c698c87ea4c2" providerId="LiveId" clId="{C09BB613-479A-4716-AEF4-3C33098034F9}" dt="2026-09-03T14:49:40.089" v="174" actId="478"/>
          <ac:spMkLst>
            <pc:docMk/>
            <pc:sldMk cId="2448979651" sldId="1935"/>
            <ac:spMk id="62" creationId="{4E964985-1A10-C23D-558A-A767E07036C6}"/>
          </ac:spMkLst>
        </pc:spChg>
      </pc:sldChg>
      <pc:sldChg chg="add ord">
        <pc:chgData name="leo fire" userId="b521c698c87ea4c2" providerId="LiveId" clId="{C09BB613-479A-4716-AEF4-3C33098034F9}" dt="2026-09-03T15:08:37.233" v="226"/>
        <pc:sldMkLst>
          <pc:docMk/>
          <pc:sldMk cId="1934808821" sldId="1936"/>
        </pc:sldMkLst>
      </pc:sldChg>
      <pc:sldChg chg="add">
        <pc:chgData name="leo fire" userId="b521c698c87ea4c2" providerId="LiveId" clId="{C09BB613-479A-4716-AEF4-3C33098034F9}" dt="2026-09-03T15:08:49.932" v="227"/>
        <pc:sldMkLst>
          <pc:docMk/>
          <pc:sldMk cId="173371179" sldId="1937"/>
        </pc:sldMkLst>
      </pc:sldChg>
      <pc:sldChg chg="delSp modSp add mod">
        <pc:chgData name="leo fire" userId="b521c698c87ea4c2" providerId="LiveId" clId="{C09BB613-479A-4716-AEF4-3C33098034F9}" dt="2026-09-03T14:54:34.055" v="212" actId="404"/>
        <pc:sldMkLst>
          <pc:docMk/>
          <pc:sldMk cId="195574186" sldId="1939"/>
        </pc:sldMkLst>
        <pc:spChg chg="del">
          <ac:chgData name="leo fire" userId="b521c698c87ea4c2" providerId="LiveId" clId="{C09BB613-479A-4716-AEF4-3C33098034F9}" dt="2026-09-03T14:54:27.524" v="209" actId="478"/>
          <ac:spMkLst>
            <pc:docMk/>
            <pc:sldMk cId="195574186" sldId="1939"/>
            <ac:spMk id="33" creationId="{973A973B-0D44-48E7-B50E-9B09F778569F}"/>
          </ac:spMkLst>
        </pc:spChg>
        <pc:spChg chg="mod">
          <ac:chgData name="leo fire" userId="b521c698c87ea4c2" providerId="LiveId" clId="{C09BB613-479A-4716-AEF4-3C33098034F9}" dt="2026-09-03T14:54:34.055" v="212" actId="404"/>
          <ac:spMkLst>
            <pc:docMk/>
            <pc:sldMk cId="195574186" sldId="1939"/>
            <ac:spMk id="35" creationId="{1DE1DF8E-80EA-FB55-B763-86586E8F8CF9}"/>
          </ac:spMkLst>
        </pc:spChg>
        <pc:spChg chg="mod">
          <ac:chgData name="leo fire" userId="b521c698c87ea4c2" providerId="LiveId" clId="{C09BB613-479A-4716-AEF4-3C33098034F9}" dt="2026-09-03T14:54:34.055" v="212" actId="404"/>
          <ac:spMkLst>
            <pc:docMk/>
            <pc:sldMk cId="195574186" sldId="1939"/>
            <ac:spMk id="37" creationId="{80F597D8-1B12-DBFB-F82D-B3D28FE0663A}"/>
          </ac:spMkLst>
        </pc:spChg>
      </pc:sldChg>
      <pc:sldChg chg="delSp add mod">
        <pc:chgData name="leo fire" userId="b521c698c87ea4c2" providerId="LiveId" clId="{C09BB613-479A-4716-AEF4-3C33098034F9}" dt="2026-09-03T15:10:01.512" v="248" actId="478"/>
        <pc:sldMkLst>
          <pc:docMk/>
          <pc:sldMk cId="2103323138" sldId="1945"/>
        </pc:sldMkLst>
        <pc:spChg chg="del">
          <ac:chgData name="leo fire" userId="b521c698c87ea4c2" providerId="LiveId" clId="{C09BB613-479A-4716-AEF4-3C33098034F9}" dt="2026-09-03T15:10:01.512" v="248" actId="478"/>
          <ac:spMkLst>
            <pc:docMk/>
            <pc:sldMk cId="2103323138" sldId="1945"/>
            <ac:spMk id="40" creationId="{5837924B-062B-4F84-A687-C65DF0E980D3}"/>
          </ac:spMkLst>
        </pc:spChg>
      </pc:sldChg>
      <pc:sldChg chg="delSp add mod">
        <pc:chgData name="leo fire" userId="b521c698c87ea4c2" providerId="LiveId" clId="{C09BB613-479A-4716-AEF4-3C33098034F9}" dt="2026-09-03T15:10:11.758" v="250" actId="478"/>
        <pc:sldMkLst>
          <pc:docMk/>
          <pc:sldMk cId="1535099920" sldId="1946"/>
        </pc:sldMkLst>
        <pc:spChg chg="del">
          <ac:chgData name="leo fire" userId="b521c698c87ea4c2" providerId="LiveId" clId="{C09BB613-479A-4716-AEF4-3C33098034F9}" dt="2026-09-03T15:10:11.758" v="250" actId="478"/>
          <ac:spMkLst>
            <pc:docMk/>
            <pc:sldMk cId="1535099920" sldId="1946"/>
            <ac:spMk id="47" creationId="{1B56ED86-17DB-4BD3-B945-6850E7FA7437}"/>
          </ac:spMkLst>
        </pc:spChg>
      </pc:sldChg>
      <pc:sldChg chg="delSp add mod">
        <pc:chgData name="leo fire" userId="b521c698c87ea4c2" providerId="LiveId" clId="{C09BB613-479A-4716-AEF4-3C33098034F9}" dt="2026-09-03T15:10:20.186" v="252" actId="478"/>
        <pc:sldMkLst>
          <pc:docMk/>
          <pc:sldMk cId="1552286154" sldId="1950"/>
        </pc:sldMkLst>
        <pc:spChg chg="del">
          <ac:chgData name="leo fire" userId="b521c698c87ea4c2" providerId="LiveId" clId="{C09BB613-479A-4716-AEF4-3C33098034F9}" dt="2026-09-03T15:10:20.186" v="252" actId="478"/>
          <ac:spMkLst>
            <pc:docMk/>
            <pc:sldMk cId="1552286154" sldId="1950"/>
            <ac:spMk id="108" creationId="{D6DA10E2-4CD7-4C2C-B405-B68384DE2F4E}"/>
          </ac:spMkLst>
        </pc:spChg>
      </pc:sldChg>
      <pc:sldChg chg="delSp add mod">
        <pc:chgData name="leo fire" userId="b521c698c87ea4c2" providerId="LiveId" clId="{C09BB613-479A-4716-AEF4-3C33098034F9}" dt="2026-09-03T15:10:36.090" v="256" actId="478"/>
        <pc:sldMkLst>
          <pc:docMk/>
          <pc:sldMk cId="1160823294" sldId="1955"/>
        </pc:sldMkLst>
        <pc:spChg chg="del">
          <ac:chgData name="leo fire" userId="b521c698c87ea4c2" providerId="LiveId" clId="{C09BB613-479A-4716-AEF4-3C33098034F9}" dt="2026-09-03T15:10:32.104" v="255" actId="478"/>
          <ac:spMkLst>
            <pc:docMk/>
            <pc:sldMk cId="1160823294" sldId="1955"/>
            <ac:spMk id="2" creationId="{38F9FF23-9C10-4A1A-A38D-3726EB63A617}"/>
          </ac:spMkLst>
        </pc:spChg>
        <pc:spChg chg="del">
          <ac:chgData name="leo fire" userId="b521c698c87ea4c2" providerId="LiveId" clId="{C09BB613-479A-4716-AEF4-3C33098034F9}" dt="2026-09-03T15:10:36.090" v="256" actId="478"/>
          <ac:spMkLst>
            <pc:docMk/>
            <pc:sldMk cId="1160823294" sldId="1955"/>
            <ac:spMk id="5" creationId="{8C1DD8F0-56AE-4D1A-982B-2F04B26C0908}"/>
          </ac:spMkLst>
        </pc:spChg>
        <pc:spChg chg="del">
          <ac:chgData name="leo fire" userId="b521c698c87ea4c2" providerId="LiveId" clId="{C09BB613-479A-4716-AEF4-3C33098034F9}" dt="2026-09-03T15:10:30.058" v="254" actId="478"/>
          <ac:spMkLst>
            <pc:docMk/>
            <pc:sldMk cId="1160823294" sldId="1955"/>
            <ac:spMk id="57" creationId="{198D6216-5D65-44C9-91AE-E27452A16162}"/>
          </ac:spMkLst>
        </pc:spChg>
      </pc:sldChg>
      <pc:sldChg chg="delSp modSp add mod">
        <pc:chgData name="leo fire" userId="b521c698c87ea4c2" providerId="LiveId" clId="{C09BB613-479A-4716-AEF4-3C33098034F9}" dt="2026-09-03T14:53:15.187" v="200" actId="207"/>
        <pc:sldMkLst>
          <pc:docMk/>
          <pc:sldMk cId="1055351085" sldId="11090207"/>
        </pc:sldMkLst>
        <pc:spChg chg="del">
          <ac:chgData name="leo fire" userId="b521c698c87ea4c2" providerId="LiveId" clId="{C09BB613-479A-4716-AEF4-3C33098034F9}" dt="2026-09-03T14:40:35.678" v="149" actId="478"/>
          <ac:spMkLst>
            <pc:docMk/>
            <pc:sldMk cId="1055351085" sldId="11090207"/>
            <ac:spMk id="36" creationId="{2A794654-9043-42F1-BFF4-E350435D014B}"/>
          </ac:spMkLst>
        </pc:spChg>
        <pc:spChg chg="mod">
          <ac:chgData name="leo fire" userId="b521c698c87ea4c2" providerId="LiveId" clId="{C09BB613-479A-4716-AEF4-3C33098034F9}" dt="2026-09-03T14:53:15.187" v="200" actId="207"/>
          <ac:spMkLst>
            <pc:docMk/>
            <pc:sldMk cId="1055351085" sldId="11090207"/>
            <ac:spMk id="37" creationId="{C241C37E-37E3-EA62-5723-268F43BCD2C6}"/>
          </ac:spMkLst>
        </pc:spChg>
        <pc:spChg chg="mod">
          <ac:chgData name="leo fire" userId="b521c698c87ea4c2" providerId="LiveId" clId="{C09BB613-479A-4716-AEF4-3C33098034F9}" dt="2026-09-03T14:53:15.187" v="200" actId="207"/>
          <ac:spMkLst>
            <pc:docMk/>
            <pc:sldMk cId="1055351085" sldId="11090207"/>
            <ac:spMk id="39" creationId="{0AB662D0-9667-1AD5-CB50-98701244FA08}"/>
          </ac:spMkLst>
        </pc:spChg>
      </pc:sldChg>
      <pc:sldMasterChg chg="delSldLayout">
        <pc:chgData name="leo fire" userId="b521c698c87ea4c2" providerId="LiveId" clId="{C09BB613-479A-4716-AEF4-3C33098034F9}" dt="2026-09-03T14:51:50.167" v="182" actId="47"/>
        <pc:sldMasterMkLst>
          <pc:docMk/>
          <pc:sldMasterMk cId="0" sldId="2147483648"/>
        </pc:sldMasterMkLst>
        <pc:sldLayoutChg chg="del">
          <pc:chgData name="leo fire" userId="b521c698c87ea4c2" providerId="LiveId" clId="{C09BB613-479A-4716-AEF4-3C33098034F9}" dt="2026-09-03T14:51:50.167" v="182" actId="47"/>
          <pc:sldLayoutMkLst>
            <pc:docMk/>
            <pc:sldMasterMk cId="0" sldId="2147483648"/>
            <pc:sldLayoutMk cId="1681840257" sldId="214748585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2_4#6">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4">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7">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8000E7-DF91-4311-AB6F-D4245E8E5340}" type="doc">
      <dgm:prSet loTypeId="urn:microsoft.com/office/officeart/2005/8/layout/hierarchy1" loCatId="hierarchy" qsTypeId="urn:microsoft.com/office/officeart/2005/8/quickstyle/simple1#16" qsCatId="simple" csTypeId="urn:microsoft.com/office/officeart/2005/8/colors/accent2_4#6" csCatId="accent2" phldr="1"/>
      <dgm:spPr/>
      <dgm:t>
        <a:bodyPr/>
        <a:lstStyle/>
        <a:p>
          <a:endParaRPr lang="zh-CN" altLang="en-US"/>
        </a:p>
      </dgm:t>
    </dgm:pt>
    <dgm:pt modelId="{3B9B98B1-1C64-43CA-B837-2A72AE5F84FA}">
      <dgm:prSet phldrT="[Text]" custT="1"/>
      <dgm:spPr/>
      <dgm:t>
        <a:bodyPr/>
        <a:lstStyle/>
        <a:p>
          <a:r>
            <a:rPr lang="zh-CN" altLang="en-US" sz="1600" dirty="0"/>
            <a:t>饺子</a:t>
          </a:r>
        </a:p>
      </dgm:t>
    </dgm:pt>
    <dgm:pt modelId="{A304FE51-34D2-4094-A0C9-2679215F86F0}" type="parTrans" cxnId="{39F8F2F5-7F8A-43C1-AA15-8A16A56546F7}">
      <dgm:prSet/>
      <dgm:spPr/>
      <dgm:t>
        <a:bodyPr/>
        <a:lstStyle/>
        <a:p>
          <a:endParaRPr lang="zh-CN" altLang="en-US" sz="1100"/>
        </a:p>
      </dgm:t>
    </dgm:pt>
    <dgm:pt modelId="{130AFB74-EF96-4298-9735-E15D49DE8841}" type="sibTrans" cxnId="{39F8F2F5-7F8A-43C1-AA15-8A16A56546F7}">
      <dgm:prSet/>
      <dgm:spPr/>
      <dgm:t>
        <a:bodyPr/>
        <a:lstStyle/>
        <a:p>
          <a:endParaRPr lang="zh-CN" altLang="en-US" sz="1100"/>
        </a:p>
      </dgm:t>
    </dgm:pt>
    <dgm:pt modelId="{82F58DE3-5429-41F6-B17E-6618A5890336}">
      <dgm:prSet phldrT="[Text]" custT="1"/>
      <dgm:spPr/>
      <dgm:t>
        <a:bodyPr/>
        <a:lstStyle/>
        <a:p>
          <a:r>
            <a:rPr lang="zh-CN" altLang="en-US" sz="1600" dirty="0"/>
            <a:t>饺子皮</a:t>
          </a:r>
        </a:p>
      </dgm:t>
    </dgm:pt>
    <dgm:pt modelId="{40F0387C-6823-448C-8EDE-4EE3FC9428A5}" type="parTrans" cxnId="{6CD8792D-E872-49F4-8CBD-BA8592BD9835}">
      <dgm:prSet/>
      <dgm:spPr/>
      <dgm:t>
        <a:bodyPr/>
        <a:lstStyle/>
        <a:p>
          <a:endParaRPr lang="zh-CN" altLang="en-US" sz="1100"/>
        </a:p>
      </dgm:t>
    </dgm:pt>
    <dgm:pt modelId="{0CB183A4-3174-44A2-B0B4-A4900A1A954D}" type="sibTrans" cxnId="{6CD8792D-E872-49F4-8CBD-BA8592BD9835}">
      <dgm:prSet/>
      <dgm:spPr/>
      <dgm:t>
        <a:bodyPr/>
        <a:lstStyle/>
        <a:p>
          <a:endParaRPr lang="zh-CN" altLang="en-US" sz="1100"/>
        </a:p>
      </dgm:t>
    </dgm:pt>
    <dgm:pt modelId="{E2327562-FF12-4823-A304-7457AE1C7D75}">
      <dgm:prSet phldrT="[Text]" custT="1"/>
      <dgm:spPr/>
      <dgm:t>
        <a:bodyPr/>
        <a:lstStyle/>
        <a:p>
          <a:r>
            <a:rPr lang="zh-CN" altLang="en-US" sz="1600"/>
            <a:t>面</a:t>
          </a:r>
        </a:p>
      </dgm:t>
    </dgm:pt>
    <dgm:pt modelId="{E23BE7C4-F8E1-4805-8D00-9D55CE2F3164}" type="parTrans" cxnId="{2FC0D975-D382-4D04-8DF2-80607E085176}">
      <dgm:prSet/>
      <dgm:spPr/>
      <dgm:t>
        <a:bodyPr/>
        <a:lstStyle/>
        <a:p>
          <a:endParaRPr lang="zh-CN" altLang="en-US" sz="1100"/>
        </a:p>
      </dgm:t>
    </dgm:pt>
    <dgm:pt modelId="{92AC4B02-B759-4D73-B056-1AF21459E93D}" type="sibTrans" cxnId="{2FC0D975-D382-4D04-8DF2-80607E085176}">
      <dgm:prSet/>
      <dgm:spPr/>
      <dgm:t>
        <a:bodyPr/>
        <a:lstStyle/>
        <a:p>
          <a:endParaRPr lang="zh-CN" altLang="en-US" sz="1100"/>
        </a:p>
      </dgm:t>
    </dgm:pt>
    <dgm:pt modelId="{0FED68C5-43D9-4FEF-A376-429C8DB93F59}">
      <dgm:prSet phldrT="[Text]" custT="1"/>
      <dgm:spPr/>
      <dgm:t>
        <a:bodyPr/>
        <a:lstStyle/>
        <a:p>
          <a:r>
            <a:rPr lang="zh-CN" altLang="en-US" sz="1600"/>
            <a:t>冷水</a:t>
          </a:r>
        </a:p>
      </dgm:t>
    </dgm:pt>
    <dgm:pt modelId="{2067EA56-DBD9-47DA-B5F7-F7FCF09549D5}" type="parTrans" cxnId="{E8D20BBE-DD62-4629-809B-091936A6C75B}">
      <dgm:prSet/>
      <dgm:spPr/>
      <dgm:t>
        <a:bodyPr/>
        <a:lstStyle/>
        <a:p>
          <a:endParaRPr lang="zh-CN" altLang="en-US" sz="1100"/>
        </a:p>
      </dgm:t>
    </dgm:pt>
    <dgm:pt modelId="{D0B06556-1942-4E11-979E-F74E747FFA29}" type="sibTrans" cxnId="{E8D20BBE-DD62-4629-809B-091936A6C75B}">
      <dgm:prSet/>
      <dgm:spPr/>
      <dgm:t>
        <a:bodyPr/>
        <a:lstStyle/>
        <a:p>
          <a:endParaRPr lang="zh-CN" altLang="en-US" sz="1100"/>
        </a:p>
      </dgm:t>
    </dgm:pt>
    <dgm:pt modelId="{60AD8CA7-6B6F-4473-B8C8-BC62C2CEDF83}">
      <dgm:prSet phldrT="[Text]" custT="1"/>
      <dgm:spPr/>
      <dgm:t>
        <a:bodyPr/>
        <a:lstStyle/>
        <a:p>
          <a:r>
            <a:rPr lang="zh-CN" altLang="en-US" sz="1600" dirty="0"/>
            <a:t>饺子馅</a:t>
          </a:r>
        </a:p>
      </dgm:t>
    </dgm:pt>
    <dgm:pt modelId="{1B6E16F1-834A-4E7E-8BF6-D6723E16C11B}" type="parTrans" cxnId="{CD582001-8A72-4100-8A27-CA2D27CE82F3}">
      <dgm:prSet/>
      <dgm:spPr/>
      <dgm:t>
        <a:bodyPr/>
        <a:lstStyle/>
        <a:p>
          <a:endParaRPr lang="zh-CN" altLang="en-US" sz="1100"/>
        </a:p>
      </dgm:t>
    </dgm:pt>
    <dgm:pt modelId="{EDA443BE-57AC-4DCB-8FFD-563E5E457426}" type="sibTrans" cxnId="{CD582001-8A72-4100-8A27-CA2D27CE82F3}">
      <dgm:prSet/>
      <dgm:spPr/>
      <dgm:t>
        <a:bodyPr/>
        <a:lstStyle/>
        <a:p>
          <a:endParaRPr lang="zh-CN" altLang="en-US" sz="1100"/>
        </a:p>
      </dgm:t>
    </dgm:pt>
    <dgm:pt modelId="{270E23EE-1FEF-4680-B205-8BD293E8E1F1}">
      <dgm:prSet phldrT="[Text]" custT="1"/>
      <dgm:spPr/>
      <dgm:t>
        <a:bodyPr/>
        <a:lstStyle/>
        <a:p>
          <a:r>
            <a:rPr lang="zh-CN" altLang="en-US" sz="1600"/>
            <a:t>猪肉</a:t>
          </a:r>
        </a:p>
      </dgm:t>
    </dgm:pt>
    <dgm:pt modelId="{2C2D5E24-89E3-474B-8992-95F9AA4A1B2B}" type="parTrans" cxnId="{ADFC832B-6C18-4D81-95AB-2CEEFBF63881}">
      <dgm:prSet/>
      <dgm:spPr/>
      <dgm:t>
        <a:bodyPr/>
        <a:lstStyle/>
        <a:p>
          <a:endParaRPr lang="zh-CN" altLang="en-US" sz="1100"/>
        </a:p>
      </dgm:t>
    </dgm:pt>
    <dgm:pt modelId="{B3A30FBA-58ED-4362-9F75-F41826D96F57}" type="sibTrans" cxnId="{ADFC832B-6C18-4D81-95AB-2CEEFBF63881}">
      <dgm:prSet/>
      <dgm:spPr/>
      <dgm:t>
        <a:bodyPr/>
        <a:lstStyle/>
        <a:p>
          <a:endParaRPr lang="zh-CN" altLang="en-US" sz="1100"/>
        </a:p>
      </dgm:t>
    </dgm:pt>
    <dgm:pt modelId="{D4123249-4146-4DCD-91A0-842D67E2A013}">
      <dgm:prSet custT="1"/>
      <dgm:spPr/>
      <dgm:t>
        <a:bodyPr/>
        <a:lstStyle/>
        <a:p>
          <a:r>
            <a:rPr lang="zh-CN" altLang="en-US" sz="1600"/>
            <a:t>白菜</a:t>
          </a:r>
        </a:p>
      </dgm:t>
    </dgm:pt>
    <dgm:pt modelId="{C0ECD69D-03D1-41D7-80FA-DBCD6C885AC9}" type="parTrans" cxnId="{CFA7D014-47F4-4AA7-B77B-0F3728AD6600}">
      <dgm:prSet/>
      <dgm:spPr/>
      <dgm:t>
        <a:bodyPr/>
        <a:lstStyle/>
        <a:p>
          <a:endParaRPr lang="zh-CN" altLang="en-US" sz="1100"/>
        </a:p>
      </dgm:t>
    </dgm:pt>
    <dgm:pt modelId="{32DCD370-EE86-4604-AFF9-35AA819DF18C}" type="sibTrans" cxnId="{CFA7D014-47F4-4AA7-B77B-0F3728AD6600}">
      <dgm:prSet/>
      <dgm:spPr/>
      <dgm:t>
        <a:bodyPr/>
        <a:lstStyle/>
        <a:p>
          <a:endParaRPr lang="zh-CN" altLang="en-US" sz="1100"/>
        </a:p>
      </dgm:t>
    </dgm:pt>
    <dgm:pt modelId="{874E29B7-3B2D-4D96-8284-5CB383B6ECD2}">
      <dgm:prSet custT="1"/>
      <dgm:spPr/>
      <dgm:t>
        <a:bodyPr/>
        <a:lstStyle/>
        <a:p>
          <a:r>
            <a:rPr lang="zh-CN" altLang="en-US" sz="1600"/>
            <a:t>佐料</a:t>
          </a:r>
        </a:p>
      </dgm:t>
    </dgm:pt>
    <dgm:pt modelId="{C21662DA-9F18-42F3-AAC2-7A9380F06A46}" type="parTrans" cxnId="{5E5AF0A1-F54E-4DC9-9763-BD08D5C9C726}">
      <dgm:prSet/>
      <dgm:spPr/>
      <dgm:t>
        <a:bodyPr/>
        <a:lstStyle/>
        <a:p>
          <a:endParaRPr lang="zh-CN" altLang="en-US" sz="1100"/>
        </a:p>
      </dgm:t>
    </dgm:pt>
    <dgm:pt modelId="{B6CC0CB4-D27A-4F58-A44D-47FC9958991F}" type="sibTrans" cxnId="{5E5AF0A1-F54E-4DC9-9763-BD08D5C9C726}">
      <dgm:prSet/>
      <dgm:spPr/>
      <dgm:t>
        <a:bodyPr/>
        <a:lstStyle/>
        <a:p>
          <a:endParaRPr lang="zh-CN" altLang="en-US" sz="1100"/>
        </a:p>
      </dgm:t>
    </dgm:pt>
    <dgm:pt modelId="{DA21D741-615A-4B1D-B313-A50CF2D50387}" type="pres">
      <dgm:prSet presAssocID="{CC8000E7-DF91-4311-AB6F-D4245E8E5340}" presName="hierChild1" presStyleCnt="0">
        <dgm:presLayoutVars>
          <dgm:chPref val="1"/>
          <dgm:dir/>
          <dgm:animOne val="branch"/>
          <dgm:animLvl val="lvl"/>
          <dgm:resizeHandles/>
        </dgm:presLayoutVars>
      </dgm:prSet>
      <dgm:spPr/>
    </dgm:pt>
    <dgm:pt modelId="{9E5B1851-102F-40FD-AD45-8BD162EC5AC8}" type="pres">
      <dgm:prSet presAssocID="{3B9B98B1-1C64-43CA-B837-2A72AE5F84FA}" presName="hierRoot1" presStyleCnt="0"/>
      <dgm:spPr/>
    </dgm:pt>
    <dgm:pt modelId="{53DB3E07-2A15-4574-94F0-C2EB1D2539A9}" type="pres">
      <dgm:prSet presAssocID="{3B9B98B1-1C64-43CA-B837-2A72AE5F84FA}" presName="composite" presStyleCnt="0"/>
      <dgm:spPr/>
    </dgm:pt>
    <dgm:pt modelId="{24A7BEF7-177B-41DB-A817-B1B499DEEF0A}" type="pres">
      <dgm:prSet presAssocID="{3B9B98B1-1C64-43CA-B837-2A72AE5F84FA}" presName="background" presStyleLbl="node0" presStyleIdx="0" presStyleCnt="1"/>
      <dgm:spPr/>
    </dgm:pt>
    <dgm:pt modelId="{3CC5CB40-4192-47F7-8AB5-E4E909DE4EAE}" type="pres">
      <dgm:prSet presAssocID="{3B9B98B1-1C64-43CA-B837-2A72AE5F84FA}" presName="text" presStyleLbl="fgAcc0" presStyleIdx="0" presStyleCnt="1">
        <dgm:presLayoutVars>
          <dgm:chPref val="3"/>
        </dgm:presLayoutVars>
      </dgm:prSet>
      <dgm:spPr/>
    </dgm:pt>
    <dgm:pt modelId="{FADDAFBE-EB0A-4BF4-93C2-FB30EAFA6F89}" type="pres">
      <dgm:prSet presAssocID="{3B9B98B1-1C64-43CA-B837-2A72AE5F84FA}" presName="hierChild2" presStyleCnt="0"/>
      <dgm:spPr/>
    </dgm:pt>
    <dgm:pt modelId="{E3F2BCA0-B59E-43AF-9372-53F3814C07F3}" type="pres">
      <dgm:prSet presAssocID="{40F0387C-6823-448C-8EDE-4EE3FC9428A5}" presName="Name10" presStyleLbl="parChTrans1D2" presStyleIdx="0" presStyleCnt="2"/>
      <dgm:spPr/>
    </dgm:pt>
    <dgm:pt modelId="{80160EED-5295-4A53-A521-89F42A6A9E08}" type="pres">
      <dgm:prSet presAssocID="{82F58DE3-5429-41F6-B17E-6618A5890336}" presName="hierRoot2" presStyleCnt="0"/>
      <dgm:spPr/>
    </dgm:pt>
    <dgm:pt modelId="{8BCE46C6-F268-48C2-8617-F04F62B4D5CE}" type="pres">
      <dgm:prSet presAssocID="{82F58DE3-5429-41F6-B17E-6618A5890336}" presName="composite2" presStyleCnt="0"/>
      <dgm:spPr/>
    </dgm:pt>
    <dgm:pt modelId="{9ABD7A7D-4EDB-4464-821E-CB1EC6F0EA8D}" type="pres">
      <dgm:prSet presAssocID="{82F58DE3-5429-41F6-B17E-6618A5890336}" presName="background2" presStyleLbl="node2" presStyleIdx="0" presStyleCnt="2"/>
      <dgm:spPr/>
    </dgm:pt>
    <dgm:pt modelId="{5064A11A-D8DA-4973-ACC7-8CEAFA3BB79D}" type="pres">
      <dgm:prSet presAssocID="{82F58DE3-5429-41F6-B17E-6618A5890336}" presName="text2" presStyleLbl="fgAcc2" presStyleIdx="0" presStyleCnt="2">
        <dgm:presLayoutVars>
          <dgm:chPref val="3"/>
        </dgm:presLayoutVars>
      </dgm:prSet>
      <dgm:spPr/>
    </dgm:pt>
    <dgm:pt modelId="{295ED1C3-1164-4A04-B108-EF01E56F250B}" type="pres">
      <dgm:prSet presAssocID="{82F58DE3-5429-41F6-B17E-6618A5890336}" presName="hierChild3" presStyleCnt="0"/>
      <dgm:spPr/>
    </dgm:pt>
    <dgm:pt modelId="{E8889E79-DCD6-4A5B-AE9C-D5E73D3CD3CD}" type="pres">
      <dgm:prSet presAssocID="{E23BE7C4-F8E1-4805-8D00-9D55CE2F3164}" presName="Name17" presStyleLbl="parChTrans1D3" presStyleIdx="0" presStyleCnt="5"/>
      <dgm:spPr/>
    </dgm:pt>
    <dgm:pt modelId="{21EC6E54-EEDF-401F-A3B0-4662C421DAB2}" type="pres">
      <dgm:prSet presAssocID="{E2327562-FF12-4823-A304-7457AE1C7D75}" presName="hierRoot3" presStyleCnt="0"/>
      <dgm:spPr/>
    </dgm:pt>
    <dgm:pt modelId="{63A2CDC2-36C0-47BE-9BC1-BA035586B712}" type="pres">
      <dgm:prSet presAssocID="{E2327562-FF12-4823-A304-7457AE1C7D75}" presName="composite3" presStyleCnt="0"/>
      <dgm:spPr/>
    </dgm:pt>
    <dgm:pt modelId="{A1D3418C-A2C9-4149-8948-8E7B240679F7}" type="pres">
      <dgm:prSet presAssocID="{E2327562-FF12-4823-A304-7457AE1C7D75}" presName="background3" presStyleLbl="node3" presStyleIdx="0" presStyleCnt="5"/>
      <dgm:spPr/>
    </dgm:pt>
    <dgm:pt modelId="{394CA522-F646-48DD-9305-956FB94C9253}" type="pres">
      <dgm:prSet presAssocID="{E2327562-FF12-4823-A304-7457AE1C7D75}" presName="text3" presStyleLbl="fgAcc3" presStyleIdx="0" presStyleCnt="5">
        <dgm:presLayoutVars>
          <dgm:chPref val="3"/>
        </dgm:presLayoutVars>
      </dgm:prSet>
      <dgm:spPr/>
    </dgm:pt>
    <dgm:pt modelId="{38D0923B-E384-47F2-9BE3-47828636F0F0}" type="pres">
      <dgm:prSet presAssocID="{E2327562-FF12-4823-A304-7457AE1C7D75}" presName="hierChild4" presStyleCnt="0"/>
      <dgm:spPr/>
    </dgm:pt>
    <dgm:pt modelId="{A04A3367-82AB-4FAB-89A3-BD81BA909477}" type="pres">
      <dgm:prSet presAssocID="{2067EA56-DBD9-47DA-B5F7-F7FCF09549D5}" presName="Name17" presStyleLbl="parChTrans1D3" presStyleIdx="1" presStyleCnt="5"/>
      <dgm:spPr/>
    </dgm:pt>
    <dgm:pt modelId="{4CDC06B1-EC6D-4476-BCB3-F663A9B6EE58}" type="pres">
      <dgm:prSet presAssocID="{0FED68C5-43D9-4FEF-A376-429C8DB93F59}" presName="hierRoot3" presStyleCnt="0"/>
      <dgm:spPr/>
    </dgm:pt>
    <dgm:pt modelId="{9EF95285-0C90-42A3-9B79-14E8A76EC782}" type="pres">
      <dgm:prSet presAssocID="{0FED68C5-43D9-4FEF-A376-429C8DB93F59}" presName="composite3" presStyleCnt="0"/>
      <dgm:spPr/>
    </dgm:pt>
    <dgm:pt modelId="{D93B0FEA-48B6-40A7-8B49-80417B49C6E2}" type="pres">
      <dgm:prSet presAssocID="{0FED68C5-43D9-4FEF-A376-429C8DB93F59}" presName="background3" presStyleLbl="node3" presStyleIdx="1" presStyleCnt="5"/>
      <dgm:spPr/>
    </dgm:pt>
    <dgm:pt modelId="{1590D03A-B2E7-4335-BCD7-08BD82C9DD87}" type="pres">
      <dgm:prSet presAssocID="{0FED68C5-43D9-4FEF-A376-429C8DB93F59}" presName="text3" presStyleLbl="fgAcc3" presStyleIdx="1" presStyleCnt="5">
        <dgm:presLayoutVars>
          <dgm:chPref val="3"/>
        </dgm:presLayoutVars>
      </dgm:prSet>
      <dgm:spPr/>
    </dgm:pt>
    <dgm:pt modelId="{F75F2BD3-37BC-4E83-91F7-AFA086811100}" type="pres">
      <dgm:prSet presAssocID="{0FED68C5-43D9-4FEF-A376-429C8DB93F59}" presName="hierChild4" presStyleCnt="0"/>
      <dgm:spPr/>
    </dgm:pt>
    <dgm:pt modelId="{612F1262-4FCE-4C1B-91B4-C769ECB5ADA4}" type="pres">
      <dgm:prSet presAssocID="{1B6E16F1-834A-4E7E-8BF6-D6723E16C11B}" presName="Name10" presStyleLbl="parChTrans1D2" presStyleIdx="1" presStyleCnt="2"/>
      <dgm:spPr/>
    </dgm:pt>
    <dgm:pt modelId="{34174978-50F0-4BD9-B3C2-0C969059058A}" type="pres">
      <dgm:prSet presAssocID="{60AD8CA7-6B6F-4473-B8C8-BC62C2CEDF83}" presName="hierRoot2" presStyleCnt="0"/>
      <dgm:spPr/>
    </dgm:pt>
    <dgm:pt modelId="{C8258999-34DC-461C-8951-C7331F754534}" type="pres">
      <dgm:prSet presAssocID="{60AD8CA7-6B6F-4473-B8C8-BC62C2CEDF83}" presName="composite2" presStyleCnt="0"/>
      <dgm:spPr/>
    </dgm:pt>
    <dgm:pt modelId="{2AE00B0B-C92A-468E-B493-22443EAF9896}" type="pres">
      <dgm:prSet presAssocID="{60AD8CA7-6B6F-4473-B8C8-BC62C2CEDF83}" presName="background2" presStyleLbl="node2" presStyleIdx="1" presStyleCnt="2"/>
      <dgm:spPr/>
    </dgm:pt>
    <dgm:pt modelId="{DCA80C2B-23B8-4414-B438-BDC229EFDF22}" type="pres">
      <dgm:prSet presAssocID="{60AD8CA7-6B6F-4473-B8C8-BC62C2CEDF83}" presName="text2" presStyleLbl="fgAcc2" presStyleIdx="1" presStyleCnt="2">
        <dgm:presLayoutVars>
          <dgm:chPref val="3"/>
        </dgm:presLayoutVars>
      </dgm:prSet>
      <dgm:spPr/>
    </dgm:pt>
    <dgm:pt modelId="{F27466BC-7320-4592-84FB-03D20393FEC2}" type="pres">
      <dgm:prSet presAssocID="{60AD8CA7-6B6F-4473-B8C8-BC62C2CEDF83}" presName="hierChild3" presStyleCnt="0"/>
      <dgm:spPr/>
    </dgm:pt>
    <dgm:pt modelId="{09E34FC0-CB3E-4A38-86DA-5BDDEA73C990}" type="pres">
      <dgm:prSet presAssocID="{2C2D5E24-89E3-474B-8992-95F9AA4A1B2B}" presName="Name17" presStyleLbl="parChTrans1D3" presStyleIdx="2" presStyleCnt="5"/>
      <dgm:spPr/>
    </dgm:pt>
    <dgm:pt modelId="{863F3F5F-737D-472D-89D1-FED9A1A4F547}" type="pres">
      <dgm:prSet presAssocID="{270E23EE-1FEF-4680-B205-8BD293E8E1F1}" presName="hierRoot3" presStyleCnt="0"/>
      <dgm:spPr/>
    </dgm:pt>
    <dgm:pt modelId="{B1DA02D9-E4AA-4636-A7B4-29EFBB6C54F5}" type="pres">
      <dgm:prSet presAssocID="{270E23EE-1FEF-4680-B205-8BD293E8E1F1}" presName="composite3" presStyleCnt="0"/>
      <dgm:spPr/>
    </dgm:pt>
    <dgm:pt modelId="{C92E9515-6C23-4BE5-88FA-1B09B8EC3ED9}" type="pres">
      <dgm:prSet presAssocID="{270E23EE-1FEF-4680-B205-8BD293E8E1F1}" presName="background3" presStyleLbl="node3" presStyleIdx="2" presStyleCnt="5"/>
      <dgm:spPr/>
    </dgm:pt>
    <dgm:pt modelId="{C0D719BF-1A19-42AA-ACA9-E97881EC2319}" type="pres">
      <dgm:prSet presAssocID="{270E23EE-1FEF-4680-B205-8BD293E8E1F1}" presName="text3" presStyleLbl="fgAcc3" presStyleIdx="2" presStyleCnt="5">
        <dgm:presLayoutVars>
          <dgm:chPref val="3"/>
        </dgm:presLayoutVars>
      </dgm:prSet>
      <dgm:spPr/>
    </dgm:pt>
    <dgm:pt modelId="{4A74770D-77EB-450A-8C94-FA3EE6F972F9}" type="pres">
      <dgm:prSet presAssocID="{270E23EE-1FEF-4680-B205-8BD293E8E1F1}" presName="hierChild4" presStyleCnt="0"/>
      <dgm:spPr/>
    </dgm:pt>
    <dgm:pt modelId="{85F4AD9C-8C11-45C5-84B2-9900BE073F36}" type="pres">
      <dgm:prSet presAssocID="{C0ECD69D-03D1-41D7-80FA-DBCD6C885AC9}" presName="Name17" presStyleLbl="parChTrans1D3" presStyleIdx="3" presStyleCnt="5"/>
      <dgm:spPr/>
    </dgm:pt>
    <dgm:pt modelId="{58F3EB34-AD4A-4343-8085-9FB434C7DEA6}" type="pres">
      <dgm:prSet presAssocID="{D4123249-4146-4DCD-91A0-842D67E2A013}" presName="hierRoot3" presStyleCnt="0"/>
      <dgm:spPr/>
    </dgm:pt>
    <dgm:pt modelId="{2D2223A6-0803-4BC9-9E0E-B2DD62F202B6}" type="pres">
      <dgm:prSet presAssocID="{D4123249-4146-4DCD-91A0-842D67E2A013}" presName="composite3" presStyleCnt="0"/>
      <dgm:spPr/>
    </dgm:pt>
    <dgm:pt modelId="{CEDA1DAC-C953-4DB3-8185-516C288601A0}" type="pres">
      <dgm:prSet presAssocID="{D4123249-4146-4DCD-91A0-842D67E2A013}" presName="background3" presStyleLbl="node3" presStyleIdx="3" presStyleCnt="5"/>
      <dgm:spPr/>
    </dgm:pt>
    <dgm:pt modelId="{CF1A14FD-E0A6-4896-BE34-122C8DA4AFB8}" type="pres">
      <dgm:prSet presAssocID="{D4123249-4146-4DCD-91A0-842D67E2A013}" presName="text3" presStyleLbl="fgAcc3" presStyleIdx="3" presStyleCnt="5">
        <dgm:presLayoutVars>
          <dgm:chPref val="3"/>
        </dgm:presLayoutVars>
      </dgm:prSet>
      <dgm:spPr/>
    </dgm:pt>
    <dgm:pt modelId="{9F02AD07-EFE8-49CA-BAC2-9B36B13DDB20}" type="pres">
      <dgm:prSet presAssocID="{D4123249-4146-4DCD-91A0-842D67E2A013}" presName="hierChild4" presStyleCnt="0"/>
      <dgm:spPr/>
    </dgm:pt>
    <dgm:pt modelId="{90D34A5D-00B6-4FF6-A73A-DC5E81EC88A8}" type="pres">
      <dgm:prSet presAssocID="{C21662DA-9F18-42F3-AAC2-7A9380F06A46}" presName="Name17" presStyleLbl="parChTrans1D3" presStyleIdx="4" presStyleCnt="5"/>
      <dgm:spPr/>
    </dgm:pt>
    <dgm:pt modelId="{CDC01CC5-F597-4F60-9B76-A65B63BD81F1}" type="pres">
      <dgm:prSet presAssocID="{874E29B7-3B2D-4D96-8284-5CB383B6ECD2}" presName="hierRoot3" presStyleCnt="0"/>
      <dgm:spPr/>
    </dgm:pt>
    <dgm:pt modelId="{A6E27950-99F0-426A-B034-E692FA37FDB4}" type="pres">
      <dgm:prSet presAssocID="{874E29B7-3B2D-4D96-8284-5CB383B6ECD2}" presName="composite3" presStyleCnt="0"/>
      <dgm:spPr/>
    </dgm:pt>
    <dgm:pt modelId="{52176A3C-C10B-4AAF-AED8-D9AB76ED4284}" type="pres">
      <dgm:prSet presAssocID="{874E29B7-3B2D-4D96-8284-5CB383B6ECD2}" presName="background3" presStyleLbl="node3" presStyleIdx="4" presStyleCnt="5"/>
      <dgm:spPr/>
    </dgm:pt>
    <dgm:pt modelId="{4F21945D-4F60-4B07-8B5A-EE11250DD806}" type="pres">
      <dgm:prSet presAssocID="{874E29B7-3B2D-4D96-8284-5CB383B6ECD2}" presName="text3" presStyleLbl="fgAcc3" presStyleIdx="4" presStyleCnt="5">
        <dgm:presLayoutVars>
          <dgm:chPref val="3"/>
        </dgm:presLayoutVars>
      </dgm:prSet>
      <dgm:spPr/>
    </dgm:pt>
    <dgm:pt modelId="{1CF60643-8D50-4CDA-989B-7B7D1AE8F042}" type="pres">
      <dgm:prSet presAssocID="{874E29B7-3B2D-4D96-8284-5CB383B6ECD2}" presName="hierChild4" presStyleCnt="0"/>
      <dgm:spPr/>
    </dgm:pt>
  </dgm:ptLst>
  <dgm:cxnLst>
    <dgm:cxn modelId="{CD582001-8A72-4100-8A27-CA2D27CE82F3}" srcId="{3B9B98B1-1C64-43CA-B837-2A72AE5F84FA}" destId="{60AD8CA7-6B6F-4473-B8C8-BC62C2CEDF83}" srcOrd="1" destOrd="0" parTransId="{1B6E16F1-834A-4E7E-8BF6-D6723E16C11B}" sibTransId="{EDA443BE-57AC-4DCB-8FFD-563E5E457426}"/>
    <dgm:cxn modelId="{CFA7D014-47F4-4AA7-B77B-0F3728AD6600}" srcId="{60AD8CA7-6B6F-4473-B8C8-BC62C2CEDF83}" destId="{D4123249-4146-4DCD-91A0-842D67E2A013}" srcOrd="1" destOrd="0" parTransId="{C0ECD69D-03D1-41D7-80FA-DBCD6C885AC9}" sibTransId="{32DCD370-EE86-4604-AFF9-35AA819DF18C}"/>
    <dgm:cxn modelId="{96DBC726-84AF-4865-8D56-E739DC944466}" type="presOf" srcId="{874E29B7-3B2D-4D96-8284-5CB383B6ECD2}" destId="{4F21945D-4F60-4B07-8B5A-EE11250DD806}" srcOrd="0" destOrd="0" presId="urn:microsoft.com/office/officeart/2005/8/layout/hierarchy1"/>
    <dgm:cxn modelId="{61FE8729-4590-4A53-ACDE-BE2277D96F64}" type="presOf" srcId="{2C2D5E24-89E3-474B-8992-95F9AA4A1B2B}" destId="{09E34FC0-CB3E-4A38-86DA-5BDDEA73C990}" srcOrd="0" destOrd="0" presId="urn:microsoft.com/office/officeart/2005/8/layout/hierarchy1"/>
    <dgm:cxn modelId="{ADFC832B-6C18-4D81-95AB-2CEEFBF63881}" srcId="{60AD8CA7-6B6F-4473-B8C8-BC62C2CEDF83}" destId="{270E23EE-1FEF-4680-B205-8BD293E8E1F1}" srcOrd="0" destOrd="0" parTransId="{2C2D5E24-89E3-474B-8992-95F9AA4A1B2B}" sibTransId="{B3A30FBA-58ED-4362-9F75-F41826D96F57}"/>
    <dgm:cxn modelId="{6CD8792D-E872-49F4-8CBD-BA8592BD9835}" srcId="{3B9B98B1-1C64-43CA-B837-2A72AE5F84FA}" destId="{82F58DE3-5429-41F6-B17E-6618A5890336}" srcOrd="0" destOrd="0" parTransId="{40F0387C-6823-448C-8EDE-4EE3FC9428A5}" sibTransId="{0CB183A4-3174-44A2-B0B4-A4900A1A954D}"/>
    <dgm:cxn modelId="{59AF963F-6521-4386-83F5-468824F58C44}" type="presOf" srcId="{E2327562-FF12-4823-A304-7457AE1C7D75}" destId="{394CA522-F646-48DD-9305-956FB94C9253}" srcOrd="0" destOrd="0" presId="urn:microsoft.com/office/officeart/2005/8/layout/hierarchy1"/>
    <dgm:cxn modelId="{B3E5C865-7E0B-4642-95B7-10C72DECF6FB}" type="presOf" srcId="{0FED68C5-43D9-4FEF-A376-429C8DB93F59}" destId="{1590D03A-B2E7-4335-BCD7-08BD82C9DD87}" srcOrd="0" destOrd="0" presId="urn:microsoft.com/office/officeart/2005/8/layout/hierarchy1"/>
    <dgm:cxn modelId="{798BEF4D-B05D-4EDA-BCFF-FE685CDF287E}" type="presOf" srcId="{2067EA56-DBD9-47DA-B5F7-F7FCF09549D5}" destId="{A04A3367-82AB-4FAB-89A3-BD81BA909477}" srcOrd="0" destOrd="0" presId="urn:microsoft.com/office/officeart/2005/8/layout/hierarchy1"/>
    <dgm:cxn modelId="{D7D9666E-1151-4BC0-96F6-1C6EB2C04C16}" type="presOf" srcId="{C0ECD69D-03D1-41D7-80FA-DBCD6C885AC9}" destId="{85F4AD9C-8C11-45C5-84B2-9900BE073F36}" srcOrd="0" destOrd="0" presId="urn:microsoft.com/office/officeart/2005/8/layout/hierarchy1"/>
    <dgm:cxn modelId="{B73FF352-2CE7-4AF2-9D7E-1B047C4C3F79}" type="presOf" srcId="{3B9B98B1-1C64-43CA-B837-2A72AE5F84FA}" destId="{3CC5CB40-4192-47F7-8AB5-E4E909DE4EAE}" srcOrd="0" destOrd="0" presId="urn:microsoft.com/office/officeart/2005/8/layout/hierarchy1"/>
    <dgm:cxn modelId="{2FC0D975-D382-4D04-8DF2-80607E085176}" srcId="{82F58DE3-5429-41F6-B17E-6618A5890336}" destId="{E2327562-FF12-4823-A304-7457AE1C7D75}" srcOrd="0" destOrd="0" parTransId="{E23BE7C4-F8E1-4805-8D00-9D55CE2F3164}" sibTransId="{92AC4B02-B759-4D73-B056-1AF21459E93D}"/>
    <dgm:cxn modelId="{8159ED5A-2FDC-4EEA-8A5D-825BD82A907C}" type="presOf" srcId="{60AD8CA7-6B6F-4473-B8C8-BC62C2CEDF83}" destId="{DCA80C2B-23B8-4414-B438-BDC229EFDF22}" srcOrd="0" destOrd="0" presId="urn:microsoft.com/office/officeart/2005/8/layout/hierarchy1"/>
    <dgm:cxn modelId="{16312E94-B4B1-44EF-A200-9321AF529778}" type="presOf" srcId="{C21662DA-9F18-42F3-AAC2-7A9380F06A46}" destId="{90D34A5D-00B6-4FF6-A73A-DC5E81EC88A8}" srcOrd="0" destOrd="0" presId="urn:microsoft.com/office/officeart/2005/8/layout/hierarchy1"/>
    <dgm:cxn modelId="{70F18A96-F66B-492F-9415-083D87D81F75}" type="presOf" srcId="{82F58DE3-5429-41F6-B17E-6618A5890336}" destId="{5064A11A-D8DA-4973-ACC7-8CEAFA3BB79D}" srcOrd="0" destOrd="0" presId="urn:microsoft.com/office/officeart/2005/8/layout/hierarchy1"/>
    <dgm:cxn modelId="{5E5AF0A1-F54E-4DC9-9763-BD08D5C9C726}" srcId="{60AD8CA7-6B6F-4473-B8C8-BC62C2CEDF83}" destId="{874E29B7-3B2D-4D96-8284-5CB383B6ECD2}" srcOrd="2" destOrd="0" parTransId="{C21662DA-9F18-42F3-AAC2-7A9380F06A46}" sibTransId="{B6CC0CB4-D27A-4F58-A44D-47FC9958991F}"/>
    <dgm:cxn modelId="{8EC0CEB5-1DF7-4421-A624-19F880481FA9}" type="presOf" srcId="{E23BE7C4-F8E1-4805-8D00-9D55CE2F3164}" destId="{E8889E79-DCD6-4A5B-AE9C-D5E73D3CD3CD}" srcOrd="0" destOrd="0" presId="urn:microsoft.com/office/officeart/2005/8/layout/hierarchy1"/>
    <dgm:cxn modelId="{A82D0FBC-3884-4812-B288-0B42BEED565D}" type="presOf" srcId="{1B6E16F1-834A-4E7E-8BF6-D6723E16C11B}" destId="{612F1262-4FCE-4C1B-91B4-C769ECB5ADA4}" srcOrd="0" destOrd="0" presId="urn:microsoft.com/office/officeart/2005/8/layout/hierarchy1"/>
    <dgm:cxn modelId="{E8D20BBE-DD62-4629-809B-091936A6C75B}" srcId="{82F58DE3-5429-41F6-B17E-6618A5890336}" destId="{0FED68C5-43D9-4FEF-A376-429C8DB93F59}" srcOrd="1" destOrd="0" parTransId="{2067EA56-DBD9-47DA-B5F7-F7FCF09549D5}" sibTransId="{D0B06556-1942-4E11-979E-F74E747FFA29}"/>
    <dgm:cxn modelId="{0EE8D6DB-4B35-491C-99C0-DE3A2254686D}" type="presOf" srcId="{40F0387C-6823-448C-8EDE-4EE3FC9428A5}" destId="{E3F2BCA0-B59E-43AF-9372-53F3814C07F3}" srcOrd="0" destOrd="0" presId="urn:microsoft.com/office/officeart/2005/8/layout/hierarchy1"/>
    <dgm:cxn modelId="{CDDD80F3-060D-4976-AE25-369403D2F602}" type="presOf" srcId="{270E23EE-1FEF-4680-B205-8BD293E8E1F1}" destId="{C0D719BF-1A19-42AA-ACA9-E97881EC2319}" srcOrd="0" destOrd="0" presId="urn:microsoft.com/office/officeart/2005/8/layout/hierarchy1"/>
    <dgm:cxn modelId="{39F8F2F5-7F8A-43C1-AA15-8A16A56546F7}" srcId="{CC8000E7-DF91-4311-AB6F-D4245E8E5340}" destId="{3B9B98B1-1C64-43CA-B837-2A72AE5F84FA}" srcOrd="0" destOrd="0" parTransId="{A304FE51-34D2-4094-A0C9-2679215F86F0}" sibTransId="{130AFB74-EF96-4298-9735-E15D49DE8841}"/>
    <dgm:cxn modelId="{15FDF1F6-7991-48C9-8AFD-2CECFE4D7313}" type="presOf" srcId="{CC8000E7-DF91-4311-AB6F-D4245E8E5340}" destId="{DA21D741-615A-4B1D-B313-A50CF2D50387}" srcOrd="0" destOrd="0" presId="urn:microsoft.com/office/officeart/2005/8/layout/hierarchy1"/>
    <dgm:cxn modelId="{AFA9D6FC-7BE2-4568-B06A-B4F1721FD2EC}" type="presOf" srcId="{D4123249-4146-4DCD-91A0-842D67E2A013}" destId="{CF1A14FD-E0A6-4896-BE34-122C8DA4AFB8}" srcOrd="0" destOrd="0" presId="urn:microsoft.com/office/officeart/2005/8/layout/hierarchy1"/>
    <dgm:cxn modelId="{E376798C-928E-460A-A4EB-62A65A61F27D}" type="presParOf" srcId="{DA21D741-615A-4B1D-B313-A50CF2D50387}" destId="{9E5B1851-102F-40FD-AD45-8BD162EC5AC8}" srcOrd="0" destOrd="0" presId="urn:microsoft.com/office/officeart/2005/8/layout/hierarchy1"/>
    <dgm:cxn modelId="{55593532-607A-4E6A-B424-E47D152507A8}" type="presParOf" srcId="{9E5B1851-102F-40FD-AD45-8BD162EC5AC8}" destId="{53DB3E07-2A15-4574-94F0-C2EB1D2539A9}" srcOrd="0" destOrd="0" presId="urn:microsoft.com/office/officeart/2005/8/layout/hierarchy1"/>
    <dgm:cxn modelId="{64B2F39E-E130-446D-888C-394FD90D95D7}" type="presParOf" srcId="{53DB3E07-2A15-4574-94F0-C2EB1D2539A9}" destId="{24A7BEF7-177B-41DB-A817-B1B499DEEF0A}" srcOrd="0" destOrd="0" presId="urn:microsoft.com/office/officeart/2005/8/layout/hierarchy1"/>
    <dgm:cxn modelId="{5ADD0C64-0385-4409-BFEA-FC42BBAE0162}" type="presParOf" srcId="{53DB3E07-2A15-4574-94F0-C2EB1D2539A9}" destId="{3CC5CB40-4192-47F7-8AB5-E4E909DE4EAE}" srcOrd="1" destOrd="0" presId="urn:microsoft.com/office/officeart/2005/8/layout/hierarchy1"/>
    <dgm:cxn modelId="{6F66941D-4B35-4F15-B0C7-D58FF9D7733D}" type="presParOf" srcId="{9E5B1851-102F-40FD-AD45-8BD162EC5AC8}" destId="{FADDAFBE-EB0A-4BF4-93C2-FB30EAFA6F89}" srcOrd="1" destOrd="0" presId="urn:microsoft.com/office/officeart/2005/8/layout/hierarchy1"/>
    <dgm:cxn modelId="{1223E738-B185-4CAF-A1AC-2EC92F894D10}" type="presParOf" srcId="{FADDAFBE-EB0A-4BF4-93C2-FB30EAFA6F89}" destId="{E3F2BCA0-B59E-43AF-9372-53F3814C07F3}" srcOrd="0" destOrd="0" presId="urn:microsoft.com/office/officeart/2005/8/layout/hierarchy1"/>
    <dgm:cxn modelId="{BE3AAB1B-24FA-4432-912C-AAAB6C6D6D3E}" type="presParOf" srcId="{FADDAFBE-EB0A-4BF4-93C2-FB30EAFA6F89}" destId="{80160EED-5295-4A53-A521-89F42A6A9E08}" srcOrd="1" destOrd="0" presId="urn:microsoft.com/office/officeart/2005/8/layout/hierarchy1"/>
    <dgm:cxn modelId="{A0DFB7E9-C102-4D06-8B3E-F8B1F94E6351}" type="presParOf" srcId="{80160EED-5295-4A53-A521-89F42A6A9E08}" destId="{8BCE46C6-F268-48C2-8617-F04F62B4D5CE}" srcOrd="0" destOrd="0" presId="urn:microsoft.com/office/officeart/2005/8/layout/hierarchy1"/>
    <dgm:cxn modelId="{3D5FF22F-4FA0-48EE-BD46-D5706FD2FC59}" type="presParOf" srcId="{8BCE46C6-F268-48C2-8617-F04F62B4D5CE}" destId="{9ABD7A7D-4EDB-4464-821E-CB1EC6F0EA8D}" srcOrd="0" destOrd="0" presId="urn:microsoft.com/office/officeart/2005/8/layout/hierarchy1"/>
    <dgm:cxn modelId="{79D6B214-743E-426B-AB80-F227D4F51CBD}" type="presParOf" srcId="{8BCE46C6-F268-48C2-8617-F04F62B4D5CE}" destId="{5064A11A-D8DA-4973-ACC7-8CEAFA3BB79D}" srcOrd="1" destOrd="0" presId="urn:microsoft.com/office/officeart/2005/8/layout/hierarchy1"/>
    <dgm:cxn modelId="{245280F4-4E57-4BB1-BCBC-944E5B804F06}" type="presParOf" srcId="{80160EED-5295-4A53-A521-89F42A6A9E08}" destId="{295ED1C3-1164-4A04-B108-EF01E56F250B}" srcOrd="1" destOrd="0" presId="urn:microsoft.com/office/officeart/2005/8/layout/hierarchy1"/>
    <dgm:cxn modelId="{E8277707-F97A-4A5F-A1CA-81E96AA0FBFC}" type="presParOf" srcId="{295ED1C3-1164-4A04-B108-EF01E56F250B}" destId="{E8889E79-DCD6-4A5B-AE9C-D5E73D3CD3CD}" srcOrd="0" destOrd="0" presId="urn:microsoft.com/office/officeart/2005/8/layout/hierarchy1"/>
    <dgm:cxn modelId="{05818425-2E45-4602-B869-8BFD0B53F787}" type="presParOf" srcId="{295ED1C3-1164-4A04-B108-EF01E56F250B}" destId="{21EC6E54-EEDF-401F-A3B0-4662C421DAB2}" srcOrd="1" destOrd="0" presId="urn:microsoft.com/office/officeart/2005/8/layout/hierarchy1"/>
    <dgm:cxn modelId="{D2B97A1A-BF38-4E39-AF98-1E94F0D1A0E9}" type="presParOf" srcId="{21EC6E54-EEDF-401F-A3B0-4662C421DAB2}" destId="{63A2CDC2-36C0-47BE-9BC1-BA035586B712}" srcOrd="0" destOrd="0" presId="urn:microsoft.com/office/officeart/2005/8/layout/hierarchy1"/>
    <dgm:cxn modelId="{FB1BB40C-BA51-4096-A351-7B66B5272D02}" type="presParOf" srcId="{63A2CDC2-36C0-47BE-9BC1-BA035586B712}" destId="{A1D3418C-A2C9-4149-8948-8E7B240679F7}" srcOrd="0" destOrd="0" presId="urn:microsoft.com/office/officeart/2005/8/layout/hierarchy1"/>
    <dgm:cxn modelId="{042BBDDB-B21F-4EF8-AA8C-564BBC83DF29}" type="presParOf" srcId="{63A2CDC2-36C0-47BE-9BC1-BA035586B712}" destId="{394CA522-F646-48DD-9305-956FB94C9253}" srcOrd="1" destOrd="0" presId="urn:microsoft.com/office/officeart/2005/8/layout/hierarchy1"/>
    <dgm:cxn modelId="{779B5978-7E40-4F20-8338-A743026F20D2}" type="presParOf" srcId="{21EC6E54-EEDF-401F-A3B0-4662C421DAB2}" destId="{38D0923B-E384-47F2-9BE3-47828636F0F0}" srcOrd="1" destOrd="0" presId="urn:microsoft.com/office/officeart/2005/8/layout/hierarchy1"/>
    <dgm:cxn modelId="{EB6110CC-9A9D-449A-B72C-B170A828D3DE}" type="presParOf" srcId="{295ED1C3-1164-4A04-B108-EF01E56F250B}" destId="{A04A3367-82AB-4FAB-89A3-BD81BA909477}" srcOrd="2" destOrd="0" presId="urn:microsoft.com/office/officeart/2005/8/layout/hierarchy1"/>
    <dgm:cxn modelId="{387F153E-DE0D-4298-A243-580755C52F4B}" type="presParOf" srcId="{295ED1C3-1164-4A04-B108-EF01E56F250B}" destId="{4CDC06B1-EC6D-4476-BCB3-F663A9B6EE58}" srcOrd="3" destOrd="0" presId="urn:microsoft.com/office/officeart/2005/8/layout/hierarchy1"/>
    <dgm:cxn modelId="{9403C1A3-CF58-4D66-9D6E-1462979AD8FB}" type="presParOf" srcId="{4CDC06B1-EC6D-4476-BCB3-F663A9B6EE58}" destId="{9EF95285-0C90-42A3-9B79-14E8A76EC782}" srcOrd="0" destOrd="0" presId="urn:microsoft.com/office/officeart/2005/8/layout/hierarchy1"/>
    <dgm:cxn modelId="{9C1232C3-DAFE-4005-8EA8-A54DAE04C4C4}" type="presParOf" srcId="{9EF95285-0C90-42A3-9B79-14E8A76EC782}" destId="{D93B0FEA-48B6-40A7-8B49-80417B49C6E2}" srcOrd="0" destOrd="0" presId="urn:microsoft.com/office/officeart/2005/8/layout/hierarchy1"/>
    <dgm:cxn modelId="{C64F232C-45A2-4C15-8296-DDAF3EFD73C8}" type="presParOf" srcId="{9EF95285-0C90-42A3-9B79-14E8A76EC782}" destId="{1590D03A-B2E7-4335-BCD7-08BD82C9DD87}" srcOrd="1" destOrd="0" presId="urn:microsoft.com/office/officeart/2005/8/layout/hierarchy1"/>
    <dgm:cxn modelId="{03BA2516-C58E-42F9-A97C-90E2D16B00DB}" type="presParOf" srcId="{4CDC06B1-EC6D-4476-BCB3-F663A9B6EE58}" destId="{F75F2BD3-37BC-4E83-91F7-AFA086811100}" srcOrd="1" destOrd="0" presId="urn:microsoft.com/office/officeart/2005/8/layout/hierarchy1"/>
    <dgm:cxn modelId="{316B41D2-567F-4B76-B485-6DA013DFF15B}" type="presParOf" srcId="{FADDAFBE-EB0A-4BF4-93C2-FB30EAFA6F89}" destId="{612F1262-4FCE-4C1B-91B4-C769ECB5ADA4}" srcOrd="2" destOrd="0" presId="urn:microsoft.com/office/officeart/2005/8/layout/hierarchy1"/>
    <dgm:cxn modelId="{E70EC69F-B052-4B17-89AD-D6A664F2DB5F}" type="presParOf" srcId="{FADDAFBE-EB0A-4BF4-93C2-FB30EAFA6F89}" destId="{34174978-50F0-4BD9-B3C2-0C969059058A}" srcOrd="3" destOrd="0" presId="urn:microsoft.com/office/officeart/2005/8/layout/hierarchy1"/>
    <dgm:cxn modelId="{27E193C4-01CA-4611-B778-674AA0CEBA26}" type="presParOf" srcId="{34174978-50F0-4BD9-B3C2-0C969059058A}" destId="{C8258999-34DC-461C-8951-C7331F754534}" srcOrd="0" destOrd="0" presId="urn:microsoft.com/office/officeart/2005/8/layout/hierarchy1"/>
    <dgm:cxn modelId="{FF1AC24E-44D5-417E-A4BA-0B28B0C65808}" type="presParOf" srcId="{C8258999-34DC-461C-8951-C7331F754534}" destId="{2AE00B0B-C92A-468E-B493-22443EAF9896}" srcOrd="0" destOrd="0" presId="urn:microsoft.com/office/officeart/2005/8/layout/hierarchy1"/>
    <dgm:cxn modelId="{096D8405-343C-45B5-9CD4-07A18A45C848}" type="presParOf" srcId="{C8258999-34DC-461C-8951-C7331F754534}" destId="{DCA80C2B-23B8-4414-B438-BDC229EFDF22}" srcOrd="1" destOrd="0" presId="urn:microsoft.com/office/officeart/2005/8/layout/hierarchy1"/>
    <dgm:cxn modelId="{DFF4FC1D-AD2B-4ECC-AD96-4070F8ABA4CD}" type="presParOf" srcId="{34174978-50F0-4BD9-B3C2-0C969059058A}" destId="{F27466BC-7320-4592-84FB-03D20393FEC2}" srcOrd="1" destOrd="0" presId="urn:microsoft.com/office/officeart/2005/8/layout/hierarchy1"/>
    <dgm:cxn modelId="{8594BAB3-BEE4-43C8-80E2-EBF3D949C719}" type="presParOf" srcId="{F27466BC-7320-4592-84FB-03D20393FEC2}" destId="{09E34FC0-CB3E-4A38-86DA-5BDDEA73C990}" srcOrd="0" destOrd="0" presId="urn:microsoft.com/office/officeart/2005/8/layout/hierarchy1"/>
    <dgm:cxn modelId="{FBC99C09-918D-410E-B373-FB840689C75C}" type="presParOf" srcId="{F27466BC-7320-4592-84FB-03D20393FEC2}" destId="{863F3F5F-737D-472D-89D1-FED9A1A4F547}" srcOrd="1" destOrd="0" presId="urn:microsoft.com/office/officeart/2005/8/layout/hierarchy1"/>
    <dgm:cxn modelId="{4C5EC1B4-0D9D-4166-BC6B-3E23441BAAA2}" type="presParOf" srcId="{863F3F5F-737D-472D-89D1-FED9A1A4F547}" destId="{B1DA02D9-E4AA-4636-A7B4-29EFBB6C54F5}" srcOrd="0" destOrd="0" presId="urn:microsoft.com/office/officeart/2005/8/layout/hierarchy1"/>
    <dgm:cxn modelId="{0A335779-731A-42D2-B12A-5C7204057842}" type="presParOf" srcId="{B1DA02D9-E4AA-4636-A7B4-29EFBB6C54F5}" destId="{C92E9515-6C23-4BE5-88FA-1B09B8EC3ED9}" srcOrd="0" destOrd="0" presId="urn:microsoft.com/office/officeart/2005/8/layout/hierarchy1"/>
    <dgm:cxn modelId="{5464C320-AD05-4E43-B3AF-82F00777EBF1}" type="presParOf" srcId="{B1DA02D9-E4AA-4636-A7B4-29EFBB6C54F5}" destId="{C0D719BF-1A19-42AA-ACA9-E97881EC2319}" srcOrd="1" destOrd="0" presId="urn:microsoft.com/office/officeart/2005/8/layout/hierarchy1"/>
    <dgm:cxn modelId="{C3D8D99E-69EA-4C2C-9551-60176FE6F8B4}" type="presParOf" srcId="{863F3F5F-737D-472D-89D1-FED9A1A4F547}" destId="{4A74770D-77EB-450A-8C94-FA3EE6F972F9}" srcOrd="1" destOrd="0" presId="urn:microsoft.com/office/officeart/2005/8/layout/hierarchy1"/>
    <dgm:cxn modelId="{99C4942E-E501-4BB2-AA01-146DFC244CEF}" type="presParOf" srcId="{F27466BC-7320-4592-84FB-03D20393FEC2}" destId="{85F4AD9C-8C11-45C5-84B2-9900BE073F36}" srcOrd="2" destOrd="0" presId="urn:microsoft.com/office/officeart/2005/8/layout/hierarchy1"/>
    <dgm:cxn modelId="{2B45EED3-417D-4A8B-AC2E-4335141DAD72}" type="presParOf" srcId="{F27466BC-7320-4592-84FB-03D20393FEC2}" destId="{58F3EB34-AD4A-4343-8085-9FB434C7DEA6}" srcOrd="3" destOrd="0" presId="urn:microsoft.com/office/officeart/2005/8/layout/hierarchy1"/>
    <dgm:cxn modelId="{74A78153-9EA8-4C11-94D8-C45E7B2FAFD4}" type="presParOf" srcId="{58F3EB34-AD4A-4343-8085-9FB434C7DEA6}" destId="{2D2223A6-0803-4BC9-9E0E-B2DD62F202B6}" srcOrd="0" destOrd="0" presId="urn:microsoft.com/office/officeart/2005/8/layout/hierarchy1"/>
    <dgm:cxn modelId="{613480CC-2847-4755-A6DC-FB5092F8F512}" type="presParOf" srcId="{2D2223A6-0803-4BC9-9E0E-B2DD62F202B6}" destId="{CEDA1DAC-C953-4DB3-8185-516C288601A0}" srcOrd="0" destOrd="0" presId="urn:microsoft.com/office/officeart/2005/8/layout/hierarchy1"/>
    <dgm:cxn modelId="{B577C524-6488-43A7-99BB-A2185B9113F9}" type="presParOf" srcId="{2D2223A6-0803-4BC9-9E0E-B2DD62F202B6}" destId="{CF1A14FD-E0A6-4896-BE34-122C8DA4AFB8}" srcOrd="1" destOrd="0" presId="urn:microsoft.com/office/officeart/2005/8/layout/hierarchy1"/>
    <dgm:cxn modelId="{AFC8C22F-9E80-4A0D-9B38-EE36B785C2D1}" type="presParOf" srcId="{58F3EB34-AD4A-4343-8085-9FB434C7DEA6}" destId="{9F02AD07-EFE8-49CA-BAC2-9B36B13DDB20}" srcOrd="1" destOrd="0" presId="urn:microsoft.com/office/officeart/2005/8/layout/hierarchy1"/>
    <dgm:cxn modelId="{3AD74A1E-A607-4660-8B83-68A47E540B65}" type="presParOf" srcId="{F27466BC-7320-4592-84FB-03D20393FEC2}" destId="{90D34A5D-00B6-4FF6-A73A-DC5E81EC88A8}" srcOrd="4" destOrd="0" presId="urn:microsoft.com/office/officeart/2005/8/layout/hierarchy1"/>
    <dgm:cxn modelId="{EA2AF723-7551-401C-B48C-F159E6F8A7FF}" type="presParOf" srcId="{F27466BC-7320-4592-84FB-03D20393FEC2}" destId="{CDC01CC5-F597-4F60-9B76-A65B63BD81F1}" srcOrd="5" destOrd="0" presId="urn:microsoft.com/office/officeart/2005/8/layout/hierarchy1"/>
    <dgm:cxn modelId="{3F0F2674-B1A8-479D-8A6E-73C672605BC3}" type="presParOf" srcId="{CDC01CC5-F597-4F60-9B76-A65B63BD81F1}" destId="{A6E27950-99F0-426A-B034-E692FA37FDB4}" srcOrd="0" destOrd="0" presId="urn:microsoft.com/office/officeart/2005/8/layout/hierarchy1"/>
    <dgm:cxn modelId="{B8DE53E5-F617-40A9-B7AC-12BB358514C9}" type="presParOf" srcId="{A6E27950-99F0-426A-B034-E692FA37FDB4}" destId="{52176A3C-C10B-4AAF-AED8-D9AB76ED4284}" srcOrd="0" destOrd="0" presId="urn:microsoft.com/office/officeart/2005/8/layout/hierarchy1"/>
    <dgm:cxn modelId="{2019BCA8-B5AD-4673-A3F5-D2152DDB2397}" type="presParOf" srcId="{A6E27950-99F0-426A-B034-E692FA37FDB4}" destId="{4F21945D-4F60-4B07-8B5A-EE11250DD806}" srcOrd="1" destOrd="0" presId="urn:microsoft.com/office/officeart/2005/8/layout/hierarchy1"/>
    <dgm:cxn modelId="{375340A1-8F95-46C4-B392-05402963D2C6}" type="presParOf" srcId="{CDC01CC5-F597-4F60-9B76-A65B63BD81F1}" destId="{1CF60643-8D50-4CDA-989B-7B7D1AE8F04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AD7091-3EE8-4551-ADE9-8518377FFE60}" type="doc">
      <dgm:prSet loTypeId="urn:microsoft.com/office/officeart/2005/8/layout/hierarchy1" loCatId="hierarchy" qsTypeId="urn:microsoft.com/office/officeart/2005/8/quickstyle/simple1#17" qsCatId="simple" csTypeId="urn:microsoft.com/office/officeart/2005/8/colors/accent2_3#4" csCatId="accent2" phldr="1"/>
      <dgm:spPr/>
      <dgm:t>
        <a:bodyPr/>
        <a:lstStyle/>
        <a:p>
          <a:endParaRPr lang="zh-CN" altLang="en-US"/>
        </a:p>
      </dgm:t>
    </dgm:pt>
    <dgm:pt modelId="{20C2C863-BE7D-49A8-859C-03C799883E62}">
      <dgm:prSet phldrT="[文本]" custT="1"/>
      <dgm:spPr/>
      <dgm:t>
        <a:bodyPr/>
        <a:lstStyle/>
        <a:p>
          <a:r>
            <a:rPr lang="en-US" altLang="zh-CN" sz="2000" b="1" dirty="0"/>
            <a:t>False Alarm</a:t>
          </a:r>
          <a:r>
            <a:rPr lang="zh-CN" altLang="en-US" sz="2000" b="1" dirty="0"/>
            <a:t>较多</a:t>
          </a:r>
        </a:p>
      </dgm:t>
    </dgm:pt>
    <dgm:pt modelId="{8CA31212-CD6B-4E47-9CE4-ADC9A1D08D44}" type="parTrans" cxnId="{95CAB41F-477E-49E7-9281-A6A3C2C779AD}">
      <dgm:prSet/>
      <dgm:spPr/>
      <dgm:t>
        <a:bodyPr/>
        <a:lstStyle/>
        <a:p>
          <a:endParaRPr lang="zh-CN" altLang="en-US" sz="2400"/>
        </a:p>
      </dgm:t>
    </dgm:pt>
    <dgm:pt modelId="{81076449-E41E-4F40-B0A3-1D92B450E03B}" type="sibTrans" cxnId="{95CAB41F-477E-49E7-9281-A6A3C2C779AD}">
      <dgm:prSet/>
      <dgm:spPr/>
      <dgm:t>
        <a:bodyPr/>
        <a:lstStyle/>
        <a:p>
          <a:endParaRPr lang="zh-CN" altLang="en-US" sz="2400"/>
        </a:p>
      </dgm:t>
    </dgm:pt>
    <dgm:pt modelId="{22C71152-1C67-4BD6-9EE3-2700336DF3B6}">
      <dgm:prSet phldrT="[文本]" custT="1"/>
      <dgm:spPr/>
      <dgm:t>
        <a:bodyPr/>
        <a:lstStyle/>
        <a:p>
          <a:r>
            <a:rPr lang="zh-CN" altLang="en-US" sz="1400" b="0" i="0" dirty="0"/>
            <a:t>是否设备故障或技术问题导致频繁的</a:t>
          </a:r>
          <a:r>
            <a:rPr lang="en-US" altLang="zh-CN" sz="1400" b="0" i="0" dirty="0"/>
            <a:t>False Alarm</a:t>
          </a:r>
          <a:r>
            <a:rPr lang="zh-CN" altLang="en-US" sz="1400" b="0" i="0" dirty="0"/>
            <a:t>？</a:t>
          </a:r>
          <a:endParaRPr lang="zh-CN" altLang="en-US" sz="1400" dirty="0"/>
        </a:p>
      </dgm:t>
    </dgm:pt>
    <dgm:pt modelId="{6628C57E-3AD1-4008-A398-F2F9F4BFC227}" type="parTrans" cxnId="{F4A06466-15D9-4052-977B-612D8EEED93F}">
      <dgm:prSet/>
      <dgm:spPr/>
      <dgm:t>
        <a:bodyPr/>
        <a:lstStyle/>
        <a:p>
          <a:endParaRPr lang="zh-CN" altLang="en-US" sz="2400"/>
        </a:p>
      </dgm:t>
    </dgm:pt>
    <dgm:pt modelId="{6F4C068A-5E05-45CE-937E-DEF46F088208}" type="sibTrans" cxnId="{F4A06466-15D9-4052-977B-612D8EEED93F}">
      <dgm:prSet/>
      <dgm:spPr/>
      <dgm:t>
        <a:bodyPr/>
        <a:lstStyle/>
        <a:p>
          <a:endParaRPr lang="zh-CN" altLang="en-US" sz="2400"/>
        </a:p>
      </dgm:t>
    </dgm:pt>
    <dgm:pt modelId="{8C08004A-C1C2-4A87-A1E2-FD0E3433A2E7}">
      <dgm:prSet phldrT="[文本]" custT="1"/>
      <dgm:spPr/>
      <dgm:t>
        <a:bodyPr/>
        <a:lstStyle/>
        <a:p>
          <a:r>
            <a:rPr lang="zh-CN" altLang="en-US" sz="1400" b="0" i="0" dirty="0"/>
            <a:t>是否员工对于设备的操作或报警系统的理解不足，导致误报？”</a:t>
          </a:r>
          <a:endParaRPr lang="zh-CN" altLang="en-US" sz="1400" dirty="0"/>
        </a:p>
      </dgm:t>
    </dgm:pt>
    <dgm:pt modelId="{D73B3543-03D4-4C20-B091-AB0FA7797F88}" type="parTrans" cxnId="{4D447058-7949-48DD-BE17-55B12CC9E7D8}">
      <dgm:prSet/>
      <dgm:spPr/>
      <dgm:t>
        <a:bodyPr/>
        <a:lstStyle/>
        <a:p>
          <a:endParaRPr lang="zh-CN" altLang="en-US" sz="2400"/>
        </a:p>
      </dgm:t>
    </dgm:pt>
    <dgm:pt modelId="{0AF73206-C6D7-4754-AD05-07905DCE2A83}" type="sibTrans" cxnId="{4D447058-7949-48DD-BE17-55B12CC9E7D8}">
      <dgm:prSet/>
      <dgm:spPr/>
      <dgm:t>
        <a:bodyPr/>
        <a:lstStyle/>
        <a:p>
          <a:endParaRPr lang="zh-CN" altLang="en-US" sz="2400"/>
        </a:p>
      </dgm:t>
    </dgm:pt>
    <dgm:pt modelId="{0F9C34E9-B9F5-4A0D-9927-71589CA1D23F}">
      <dgm:prSet custT="1"/>
      <dgm:spPr/>
      <dgm:t>
        <a:bodyPr/>
        <a:lstStyle/>
        <a:p>
          <a:r>
            <a:rPr lang="zh-CN" altLang="en-US" sz="1400" b="0" i="0" dirty="0"/>
            <a:t>是否报警系统的敏感度设置不当，导致不必要的</a:t>
          </a:r>
          <a:r>
            <a:rPr lang="en-US" altLang="zh-CN" sz="1400" b="0" i="0" dirty="0"/>
            <a:t>False Alarm</a:t>
          </a:r>
          <a:r>
            <a:rPr lang="zh-CN" altLang="en-US" sz="1400" b="0" i="0" dirty="0"/>
            <a:t>？</a:t>
          </a:r>
          <a:endParaRPr lang="zh-CN" altLang="en-US" sz="1400" dirty="0"/>
        </a:p>
      </dgm:t>
    </dgm:pt>
    <dgm:pt modelId="{D000AE96-26AE-45EF-88AE-E4A60976D936}" type="parTrans" cxnId="{F6B9E8F6-5769-443B-8D57-B30A5142DAD3}">
      <dgm:prSet/>
      <dgm:spPr/>
      <dgm:t>
        <a:bodyPr/>
        <a:lstStyle/>
        <a:p>
          <a:endParaRPr lang="zh-CN" altLang="en-US" sz="2400"/>
        </a:p>
      </dgm:t>
    </dgm:pt>
    <dgm:pt modelId="{EE3D3571-5835-4B5B-AEF4-E2FE7E53FF7C}" type="sibTrans" cxnId="{F6B9E8F6-5769-443B-8D57-B30A5142DAD3}">
      <dgm:prSet/>
      <dgm:spPr/>
      <dgm:t>
        <a:bodyPr/>
        <a:lstStyle/>
        <a:p>
          <a:endParaRPr lang="zh-CN" altLang="en-US" sz="2400"/>
        </a:p>
      </dgm:t>
    </dgm:pt>
    <dgm:pt modelId="{BE99FAC9-2759-4F6B-A26E-6F77FA64E6B6}">
      <dgm:prSet custT="1"/>
      <dgm:spPr/>
      <dgm:t>
        <a:bodyPr/>
        <a:lstStyle/>
        <a:p>
          <a:r>
            <a:rPr lang="zh-CN" altLang="en-US" sz="1400" b="0" i="0" dirty="0"/>
            <a:t>是否现有的监控或检测流程不足以准确识别真正的报警和误报？</a:t>
          </a:r>
          <a:endParaRPr lang="zh-CN" altLang="en-US" sz="1400" dirty="0"/>
        </a:p>
      </dgm:t>
    </dgm:pt>
    <dgm:pt modelId="{938AEC57-4D5B-440D-940F-FFC616E982E9}" type="parTrans" cxnId="{DAF32A37-E3DC-441A-9611-8CA13C3BBA1F}">
      <dgm:prSet/>
      <dgm:spPr/>
      <dgm:t>
        <a:bodyPr/>
        <a:lstStyle/>
        <a:p>
          <a:endParaRPr lang="zh-CN" altLang="en-US" sz="2400"/>
        </a:p>
      </dgm:t>
    </dgm:pt>
    <dgm:pt modelId="{10234856-8603-4B1A-97CA-EF47CC8C4DA4}" type="sibTrans" cxnId="{DAF32A37-E3DC-441A-9611-8CA13C3BBA1F}">
      <dgm:prSet/>
      <dgm:spPr/>
      <dgm:t>
        <a:bodyPr/>
        <a:lstStyle/>
        <a:p>
          <a:endParaRPr lang="zh-CN" altLang="en-US" sz="2400"/>
        </a:p>
      </dgm:t>
    </dgm:pt>
    <dgm:pt modelId="{0FAA8E81-B1A9-4AC4-BBA8-EF99E94C2C5F}">
      <dgm:prSet custT="1"/>
      <dgm:spPr/>
      <dgm:t>
        <a:bodyPr/>
        <a:lstStyle/>
        <a:p>
          <a:r>
            <a:rPr lang="zh-CN" altLang="en-US" sz="1400" b="0" i="0" dirty="0"/>
            <a:t>是否管理层对</a:t>
          </a:r>
          <a:r>
            <a:rPr lang="en-US" altLang="zh-CN" sz="1400" b="0" i="0" dirty="0"/>
            <a:t>False Alarm</a:t>
          </a:r>
          <a:r>
            <a:rPr lang="zh-CN" altLang="en-US" sz="1400" b="0" i="0" dirty="0"/>
            <a:t>的重视程度不够，导致问题持续存在？</a:t>
          </a:r>
          <a:endParaRPr lang="zh-CN" altLang="en-US" sz="1400" dirty="0"/>
        </a:p>
      </dgm:t>
    </dgm:pt>
    <dgm:pt modelId="{562E6CC8-79F1-42E7-8675-BB709450DBB5}" type="parTrans" cxnId="{0B92A73B-4F4E-42A6-999B-8FB78BF476AC}">
      <dgm:prSet/>
      <dgm:spPr/>
      <dgm:t>
        <a:bodyPr/>
        <a:lstStyle/>
        <a:p>
          <a:endParaRPr lang="zh-CN" altLang="en-US" sz="2400"/>
        </a:p>
      </dgm:t>
    </dgm:pt>
    <dgm:pt modelId="{6BD00F87-E7A7-484C-ADAF-F1E3B3B67990}" type="sibTrans" cxnId="{0B92A73B-4F4E-42A6-999B-8FB78BF476AC}">
      <dgm:prSet/>
      <dgm:spPr/>
      <dgm:t>
        <a:bodyPr/>
        <a:lstStyle/>
        <a:p>
          <a:endParaRPr lang="zh-CN" altLang="en-US" sz="2400"/>
        </a:p>
      </dgm:t>
    </dgm:pt>
    <dgm:pt modelId="{0C36E373-BEC4-47B3-9B8D-F8C501FBEEFE}">
      <dgm:prSet custT="1"/>
      <dgm:spPr/>
      <dgm:t>
        <a:bodyPr/>
        <a:lstStyle/>
        <a:p>
          <a:r>
            <a:rPr lang="zh-CN" altLang="en-US" sz="1400" b="0" i="0" dirty="0"/>
            <a:t>是否缺乏有效的数据分析能力来识别和减少</a:t>
          </a:r>
          <a:r>
            <a:rPr lang="en-US" altLang="zh-CN" sz="1400" b="0" i="0" dirty="0"/>
            <a:t>False Alarm</a:t>
          </a:r>
          <a:r>
            <a:rPr lang="zh-CN" altLang="en-US" sz="1400" b="0" i="0" dirty="0"/>
            <a:t>的发生？</a:t>
          </a:r>
          <a:endParaRPr lang="zh-CN" altLang="en-US" sz="1400" dirty="0"/>
        </a:p>
      </dgm:t>
    </dgm:pt>
    <dgm:pt modelId="{8F3ABB55-61F2-4664-89EC-77189DF37C7F}" type="parTrans" cxnId="{C66368FD-4EA6-4954-A650-FFBA8741A8BD}">
      <dgm:prSet/>
      <dgm:spPr/>
      <dgm:t>
        <a:bodyPr/>
        <a:lstStyle/>
        <a:p>
          <a:endParaRPr lang="zh-CN" altLang="en-US" sz="2400"/>
        </a:p>
      </dgm:t>
    </dgm:pt>
    <dgm:pt modelId="{FD5749DF-23FA-4592-9E8C-C18BF416EE31}" type="sibTrans" cxnId="{C66368FD-4EA6-4954-A650-FFBA8741A8BD}">
      <dgm:prSet/>
      <dgm:spPr/>
      <dgm:t>
        <a:bodyPr/>
        <a:lstStyle/>
        <a:p>
          <a:endParaRPr lang="zh-CN" altLang="en-US" sz="2400"/>
        </a:p>
      </dgm:t>
    </dgm:pt>
    <dgm:pt modelId="{709E44FE-12F8-4CA7-B86F-C74DA4F8995F}" type="pres">
      <dgm:prSet presAssocID="{92AD7091-3EE8-4551-ADE9-8518377FFE60}" presName="hierChild1" presStyleCnt="0">
        <dgm:presLayoutVars>
          <dgm:chPref val="1"/>
          <dgm:dir/>
          <dgm:animOne val="branch"/>
          <dgm:animLvl val="lvl"/>
          <dgm:resizeHandles/>
        </dgm:presLayoutVars>
      </dgm:prSet>
      <dgm:spPr/>
    </dgm:pt>
    <dgm:pt modelId="{0F218351-64D6-419B-B44A-C28FEB3E44A9}" type="pres">
      <dgm:prSet presAssocID="{20C2C863-BE7D-49A8-859C-03C799883E62}" presName="hierRoot1" presStyleCnt="0"/>
      <dgm:spPr/>
    </dgm:pt>
    <dgm:pt modelId="{A98A3B10-9129-4311-BD57-AA8174B70542}" type="pres">
      <dgm:prSet presAssocID="{20C2C863-BE7D-49A8-859C-03C799883E62}" presName="composite" presStyleCnt="0"/>
      <dgm:spPr/>
    </dgm:pt>
    <dgm:pt modelId="{61D41956-7D29-4CED-B83E-9DDD52757B89}" type="pres">
      <dgm:prSet presAssocID="{20C2C863-BE7D-49A8-859C-03C799883E62}" presName="background" presStyleLbl="node0" presStyleIdx="0" presStyleCnt="1"/>
      <dgm:spPr/>
    </dgm:pt>
    <dgm:pt modelId="{712300BE-EA6E-405C-92BB-10AF0CC3AE47}" type="pres">
      <dgm:prSet presAssocID="{20C2C863-BE7D-49A8-859C-03C799883E62}" presName="text" presStyleLbl="fgAcc0" presStyleIdx="0" presStyleCnt="1">
        <dgm:presLayoutVars>
          <dgm:chPref val="3"/>
        </dgm:presLayoutVars>
      </dgm:prSet>
      <dgm:spPr/>
    </dgm:pt>
    <dgm:pt modelId="{110707A5-3403-4D24-8296-D67CC5F510A3}" type="pres">
      <dgm:prSet presAssocID="{20C2C863-BE7D-49A8-859C-03C799883E62}" presName="hierChild2" presStyleCnt="0"/>
      <dgm:spPr/>
    </dgm:pt>
    <dgm:pt modelId="{C2A35B39-EE35-43B6-A909-E4C0640668E5}" type="pres">
      <dgm:prSet presAssocID="{6628C57E-3AD1-4008-A398-F2F9F4BFC227}" presName="Name10" presStyleLbl="parChTrans1D2" presStyleIdx="0" presStyleCnt="6"/>
      <dgm:spPr/>
    </dgm:pt>
    <dgm:pt modelId="{31693518-1E59-4BC4-8C1B-A07EFD5B96A1}" type="pres">
      <dgm:prSet presAssocID="{22C71152-1C67-4BD6-9EE3-2700336DF3B6}" presName="hierRoot2" presStyleCnt="0"/>
      <dgm:spPr/>
    </dgm:pt>
    <dgm:pt modelId="{AC64ED88-0BDD-4F62-8252-AB23B19F02B1}" type="pres">
      <dgm:prSet presAssocID="{22C71152-1C67-4BD6-9EE3-2700336DF3B6}" presName="composite2" presStyleCnt="0"/>
      <dgm:spPr/>
    </dgm:pt>
    <dgm:pt modelId="{85E24B2D-1D05-44DE-B501-47E698415C34}" type="pres">
      <dgm:prSet presAssocID="{22C71152-1C67-4BD6-9EE3-2700336DF3B6}" presName="background2" presStyleLbl="node2" presStyleIdx="0" presStyleCnt="6"/>
      <dgm:spPr/>
    </dgm:pt>
    <dgm:pt modelId="{935DB891-B9DE-4D50-B5E3-76FB8500D078}" type="pres">
      <dgm:prSet presAssocID="{22C71152-1C67-4BD6-9EE3-2700336DF3B6}" presName="text2" presStyleLbl="fgAcc2" presStyleIdx="0" presStyleCnt="6">
        <dgm:presLayoutVars>
          <dgm:chPref val="3"/>
        </dgm:presLayoutVars>
      </dgm:prSet>
      <dgm:spPr/>
    </dgm:pt>
    <dgm:pt modelId="{59975BB3-93E4-4231-9725-451736087665}" type="pres">
      <dgm:prSet presAssocID="{22C71152-1C67-4BD6-9EE3-2700336DF3B6}" presName="hierChild3" presStyleCnt="0"/>
      <dgm:spPr/>
    </dgm:pt>
    <dgm:pt modelId="{E5F70BCD-A16C-4DCE-9236-FA97C6FAE973}" type="pres">
      <dgm:prSet presAssocID="{D73B3543-03D4-4C20-B091-AB0FA7797F88}" presName="Name10" presStyleLbl="parChTrans1D2" presStyleIdx="1" presStyleCnt="6"/>
      <dgm:spPr/>
    </dgm:pt>
    <dgm:pt modelId="{9F2DF1E5-A9D8-41B5-B1D2-C641B612AA59}" type="pres">
      <dgm:prSet presAssocID="{8C08004A-C1C2-4A87-A1E2-FD0E3433A2E7}" presName="hierRoot2" presStyleCnt="0"/>
      <dgm:spPr/>
    </dgm:pt>
    <dgm:pt modelId="{CC74CFF9-C377-47FA-89BB-D33A8EF80EAA}" type="pres">
      <dgm:prSet presAssocID="{8C08004A-C1C2-4A87-A1E2-FD0E3433A2E7}" presName="composite2" presStyleCnt="0"/>
      <dgm:spPr/>
    </dgm:pt>
    <dgm:pt modelId="{224FD537-CA64-4854-B3C3-E75C6151398B}" type="pres">
      <dgm:prSet presAssocID="{8C08004A-C1C2-4A87-A1E2-FD0E3433A2E7}" presName="background2" presStyleLbl="node2" presStyleIdx="1" presStyleCnt="6"/>
      <dgm:spPr/>
    </dgm:pt>
    <dgm:pt modelId="{43836C5E-67F3-4D4C-967E-DD9F910117DD}" type="pres">
      <dgm:prSet presAssocID="{8C08004A-C1C2-4A87-A1E2-FD0E3433A2E7}" presName="text2" presStyleLbl="fgAcc2" presStyleIdx="1" presStyleCnt="6">
        <dgm:presLayoutVars>
          <dgm:chPref val="3"/>
        </dgm:presLayoutVars>
      </dgm:prSet>
      <dgm:spPr/>
    </dgm:pt>
    <dgm:pt modelId="{C92FDE07-03F1-419A-B80C-38E8EFD5186C}" type="pres">
      <dgm:prSet presAssocID="{8C08004A-C1C2-4A87-A1E2-FD0E3433A2E7}" presName="hierChild3" presStyleCnt="0"/>
      <dgm:spPr/>
    </dgm:pt>
    <dgm:pt modelId="{E4B4E3C6-49A3-404F-9C19-57FD591BED02}" type="pres">
      <dgm:prSet presAssocID="{D000AE96-26AE-45EF-88AE-E4A60976D936}" presName="Name10" presStyleLbl="parChTrans1D2" presStyleIdx="2" presStyleCnt="6"/>
      <dgm:spPr/>
    </dgm:pt>
    <dgm:pt modelId="{718D7435-5F81-444E-8A99-8FC1D41C33A8}" type="pres">
      <dgm:prSet presAssocID="{0F9C34E9-B9F5-4A0D-9927-71589CA1D23F}" presName="hierRoot2" presStyleCnt="0"/>
      <dgm:spPr/>
    </dgm:pt>
    <dgm:pt modelId="{DBDA0731-85E6-4293-A380-0A62BCB5D13F}" type="pres">
      <dgm:prSet presAssocID="{0F9C34E9-B9F5-4A0D-9927-71589CA1D23F}" presName="composite2" presStyleCnt="0"/>
      <dgm:spPr/>
    </dgm:pt>
    <dgm:pt modelId="{4C4ADDEC-7136-4C75-AD17-A7E2315193A2}" type="pres">
      <dgm:prSet presAssocID="{0F9C34E9-B9F5-4A0D-9927-71589CA1D23F}" presName="background2" presStyleLbl="node2" presStyleIdx="2" presStyleCnt="6"/>
      <dgm:spPr/>
    </dgm:pt>
    <dgm:pt modelId="{3A4D9B92-AEEA-46EA-AE7E-550A27D2076D}" type="pres">
      <dgm:prSet presAssocID="{0F9C34E9-B9F5-4A0D-9927-71589CA1D23F}" presName="text2" presStyleLbl="fgAcc2" presStyleIdx="2" presStyleCnt="6">
        <dgm:presLayoutVars>
          <dgm:chPref val="3"/>
        </dgm:presLayoutVars>
      </dgm:prSet>
      <dgm:spPr/>
    </dgm:pt>
    <dgm:pt modelId="{82D3E193-F8BB-42CE-AD97-FBCEBFCFC572}" type="pres">
      <dgm:prSet presAssocID="{0F9C34E9-B9F5-4A0D-9927-71589CA1D23F}" presName="hierChild3" presStyleCnt="0"/>
      <dgm:spPr/>
    </dgm:pt>
    <dgm:pt modelId="{2860E06F-BD28-4F8A-B5A5-2E1ACD12B251}" type="pres">
      <dgm:prSet presAssocID="{938AEC57-4D5B-440D-940F-FFC616E982E9}" presName="Name10" presStyleLbl="parChTrans1D2" presStyleIdx="3" presStyleCnt="6"/>
      <dgm:spPr/>
    </dgm:pt>
    <dgm:pt modelId="{C95C0ADF-0DB6-45AA-A811-CE0EE1F8BBCC}" type="pres">
      <dgm:prSet presAssocID="{BE99FAC9-2759-4F6B-A26E-6F77FA64E6B6}" presName="hierRoot2" presStyleCnt="0"/>
      <dgm:spPr/>
    </dgm:pt>
    <dgm:pt modelId="{590717F4-2F18-4DC5-9F16-29492EE8A953}" type="pres">
      <dgm:prSet presAssocID="{BE99FAC9-2759-4F6B-A26E-6F77FA64E6B6}" presName="composite2" presStyleCnt="0"/>
      <dgm:spPr/>
    </dgm:pt>
    <dgm:pt modelId="{3C2027B1-71AB-4828-905A-2D241B5A8314}" type="pres">
      <dgm:prSet presAssocID="{BE99FAC9-2759-4F6B-A26E-6F77FA64E6B6}" presName="background2" presStyleLbl="node2" presStyleIdx="3" presStyleCnt="6"/>
      <dgm:spPr/>
    </dgm:pt>
    <dgm:pt modelId="{BE481A75-4D2E-4E45-A854-0C6C7DB90221}" type="pres">
      <dgm:prSet presAssocID="{BE99FAC9-2759-4F6B-A26E-6F77FA64E6B6}" presName="text2" presStyleLbl="fgAcc2" presStyleIdx="3" presStyleCnt="6">
        <dgm:presLayoutVars>
          <dgm:chPref val="3"/>
        </dgm:presLayoutVars>
      </dgm:prSet>
      <dgm:spPr/>
    </dgm:pt>
    <dgm:pt modelId="{2F09AE99-FD66-49D6-8E9C-E97FB02E1A75}" type="pres">
      <dgm:prSet presAssocID="{BE99FAC9-2759-4F6B-A26E-6F77FA64E6B6}" presName="hierChild3" presStyleCnt="0"/>
      <dgm:spPr/>
    </dgm:pt>
    <dgm:pt modelId="{1A717BBC-B283-484D-8328-607EB9251E95}" type="pres">
      <dgm:prSet presAssocID="{562E6CC8-79F1-42E7-8675-BB709450DBB5}" presName="Name10" presStyleLbl="parChTrans1D2" presStyleIdx="4" presStyleCnt="6"/>
      <dgm:spPr/>
    </dgm:pt>
    <dgm:pt modelId="{1C07F1F5-0D89-417B-A186-5DADDF5E85BC}" type="pres">
      <dgm:prSet presAssocID="{0FAA8E81-B1A9-4AC4-BBA8-EF99E94C2C5F}" presName="hierRoot2" presStyleCnt="0"/>
      <dgm:spPr/>
    </dgm:pt>
    <dgm:pt modelId="{DEF204A9-07AE-4D6A-84C4-0E57DADD022A}" type="pres">
      <dgm:prSet presAssocID="{0FAA8E81-B1A9-4AC4-BBA8-EF99E94C2C5F}" presName="composite2" presStyleCnt="0"/>
      <dgm:spPr/>
    </dgm:pt>
    <dgm:pt modelId="{31D9972D-AE4D-4F53-A298-F8A698557673}" type="pres">
      <dgm:prSet presAssocID="{0FAA8E81-B1A9-4AC4-BBA8-EF99E94C2C5F}" presName="background2" presStyleLbl="node2" presStyleIdx="4" presStyleCnt="6"/>
      <dgm:spPr/>
    </dgm:pt>
    <dgm:pt modelId="{20C742AF-7E16-4367-B059-0D99265A0DCE}" type="pres">
      <dgm:prSet presAssocID="{0FAA8E81-B1A9-4AC4-BBA8-EF99E94C2C5F}" presName="text2" presStyleLbl="fgAcc2" presStyleIdx="4" presStyleCnt="6">
        <dgm:presLayoutVars>
          <dgm:chPref val="3"/>
        </dgm:presLayoutVars>
      </dgm:prSet>
      <dgm:spPr/>
    </dgm:pt>
    <dgm:pt modelId="{4FDBC4A4-20BA-4B6D-86E7-44E1C0692446}" type="pres">
      <dgm:prSet presAssocID="{0FAA8E81-B1A9-4AC4-BBA8-EF99E94C2C5F}" presName="hierChild3" presStyleCnt="0"/>
      <dgm:spPr/>
    </dgm:pt>
    <dgm:pt modelId="{CDC84E7B-4C9F-49E2-BD79-3E447E218B97}" type="pres">
      <dgm:prSet presAssocID="{8F3ABB55-61F2-4664-89EC-77189DF37C7F}" presName="Name10" presStyleLbl="parChTrans1D2" presStyleIdx="5" presStyleCnt="6"/>
      <dgm:spPr/>
    </dgm:pt>
    <dgm:pt modelId="{5122798E-767D-49C3-AD79-8AE244DC7AE2}" type="pres">
      <dgm:prSet presAssocID="{0C36E373-BEC4-47B3-9B8D-F8C501FBEEFE}" presName="hierRoot2" presStyleCnt="0"/>
      <dgm:spPr/>
    </dgm:pt>
    <dgm:pt modelId="{6FF14111-7D31-42C8-A8A6-28148A21D816}" type="pres">
      <dgm:prSet presAssocID="{0C36E373-BEC4-47B3-9B8D-F8C501FBEEFE}" presName="composite2" presStyleCnt="0"/>
      <dgm:spPr/>
    </dgm:pt>
    <dgm:pt modelId="{309EADB8-04E7-472D-9D2A-BD8F1060E9B0}" type="pres">
      <dgm:prSet presAssocID="{0C36E373-BEC4-47B3-9B8D-F8C501FBEEFE}" presName="background2" presStyleLbl="node2" presStyleIdx="5" presStyleCnt="6"/>
      <dgm:spPr/>
    </dgm:pt>
    <dgm:pt modelId="{8C51B039-6B42-46A8-B380-1948FFAC09D5}" type="pres">
      <dgm:prSet presAssocID="{0C36E373-BEC4-47B3-9B8D-F8C501FBEEFE}" presName="text2" presStyleLbl="fgAcc2" presStyleIdx="5" presStyleCnt="6">
        <dgm:presLayoutVars>
          <dgm:chPref val="3"/>
        </dgm:presLayoutVars>
      </dgm:prSet>
      <dgm:spPr/>
    </dgm:pt>
    <dgm:pt modelId="{7E02CA28-3174-4F13-A2C4-8EF5888820EA}" type="pres">
      <dgm:prSet presAssocID="{0C36E373-BEC4-47B3-9B8D-F8C501FBEEFE}" presName="hierChild3" presStyleCnt="0"/>
      <dgm:spPr/>
    </dgm:pt>
  </dgm:ptLst>
  <dgm:cxnLst>
    <dgm:cxn modelId="{09FB6606-83C8-4F82-9E09-08888175E728}" type="presOf" srcId="{22C71152-1C67-4BD6-9EE3-2700336DF3B6}" destId="{935DB891-B9DE-4D50-B5E3-76FB8500D078}" srcOrd="0" destOrd="0" presId="urn:microsoft.com/office/officeart/2005/8/layout/hierarchy1"/>
    <dgm:cxn modelId="{1998B207-7EAD-4FC5-BAA5-6694C0556EF2}" type="presOf" srcId="{92AD7091-3EE8-4551-ADE9-8518377FFE60}" destId="{709E44FE-12F8-4CA7-B86F-C74DA4F8995F}" srcOrd="0" destOrd="0" presId="urn:microsoft.com/office/officeart/2005/8/layout/hierarchy1"/>
    <dgm:cxn modelId="{B96E8F10-B5E5-4029-A850-C958387E48D7}" type="presOf" srcId="{0FAA8E81-B1A9-4AC4-BBA8-EF99E94C2C5F}" destId="{20C742AF-7E16-4367-B059-0D99265A0DCE}" srcOrd="0" destOrd="0" presId="urn:microsoft.com/office/officeart/2005/8/layout/hierarchy1"/>
    <dgm:cxn modelId="{95CAB41F-477E-49E7-9281-A6A3C2C779AD}" srcId="{92AD7091-3EE8-4551-ADE9-8518377FFE60}" destId="{20C2C863-BE7D-49A8-859C-03C799883E62}" srcOrd="0" destOrd="0" parTransId="{8CA31212-CD6B-4E47-9CE4-ADC9A1D08D44}" sibTransId="{81076449-E41E-4F40-B0A3-1D92B450E03B}"/>
    <dgm:cxn modelId="{CAFD252F-C4DF-4D55-9166-19E9407DDA77}" type="presOf" srcId="{BE99FAC9-2759-4F6B-A26E-6F77FA64E6B6}" destId="{BE481A75-4D2E-4E45-A854-0C6C7DB90221}" srcOrd="0" destOrd="0" presId="urn:microsoft.com/office/officeart/2005/8/layout/hierarchy1"/>
    <dgm:cxn modelId="{112B7934-6E12-4DA2-A54C-37A100033BAF}" type="presOf" srcId="{8F3ABB55-61F2-4664-89EC-77189DF37C7F}" destId="{CDC84E7B-4C9F-49E2-BD79-3E447E218B97}" srcOrd="0" destOrd="0" presId="urn:microsoft.com/office/officeart/2005/8/layout/hierarchy1"/>
    <dgm:cxn modelId="{DAF32A37-E3DC-441A-9611-8CA13C3BBA1F}" srcId="{20C2C863-BE7D-49A8-859C-03C799883E62}" destId="{BE99FAC9-2759-4F6B-A26E-6F77FA64E6B6}" srcOrd="3" destOrd="0" parTransId="{938AEC57-4D5B-440D-940F-FFC616E982E9}" sibTransId="{10234856-8603-4B1A-97CA-EF47CC8C4DA4}"/>
    <dgm:cxn modelId="{0B92A73B-4F4E-42A6-999B-8FB78BF476AC}" srcId="{20C2C863-BE7D-49A8-859C-03C799883E62}" destId="{0FAA8E81-B1A9-4AC4-BBA8-EF99E94C2C5F}" srcOrd="4" destOrd="0" parTransId="{562E6CC8-79F1-42E7-8675-BB709450DBB5}" sibTransId="{6BD00F87-E7A7-484C-ADAF-F1E3B3B67990}"/>
    <dgm:cxn modelId="{3B87A362-0C37-4DAB-A35D-4C9DA8423B75}" type="presOf" srcId="{6628C57E-3AD1-4008-A398-F2F9F4BFC227}" destId="{C2A35B39-EE35-43B6-A909-E4C0640668E5}" srcOrd="0" destOrd="0" presId="urn:microsoft.com/office/officeart/2005/8/layout/hierarchy1"/>
    <dgm:cxn modelId="{F4A06466-15D9-4052-977B-612D8EEED93F}" srcId="{20C2C863-BE7D-49A8-859C-03C799883E62}" destId="{22C71152-1C67-4BD6-9EE3-2700336DF3B6}" srcOrd="0" destOrd="0" parTransId="{6628C57E-3AD1-4008-A398-F2F9F4BFC227}" sibTransId="{6F4C068A-5E05-45CE-937E-DEF46F088208}"/>
    <dgm:cxn modelId="{02603671-1D93-4C03-A336-6A1E4EF36190}" type="presOf" srcId="{0C36E373-BEC4-47B3-9B8D-F8C501FBEEFE}" destId="{8C51B039-6B42-46A8-B380-1948FFAC09D5}" srcOrd="0" destOrd="0" presId="urn:microsoft.com/office/officeart/2005/8/layout/hierarchy1"/>
    <dgm:cxn modelId="{4D447058-7949-48DD-BE17-55B12CC9E7D8}" srcId="{20C2C863-BE7D-49A8-859C-03C799883E62}" destId="{8C08004A-C1C2-4A87-A1E2-FD0E3433A2E7}" srcOrd="1" destOrd="0" parTransId="{D73B3543-03D4-4C20-B091-AB0FA7797F88}" sibTransId="{0AF73206-C6D7-4754-AD05-07905DCE2A83}"/>
    <dgm:cxn modelId="{72113497-2E70-41E4-969C-817F39C7A2D8}" type="presOf" srcId="{8C08004A-C1C2-4A87-A1E2-FD0E3433A2E7}" destId="{43836C5E-67F3-4D4C-967E-DD9F910117DD}" srcOrd="0" destOrd="0" presId="urn:microsoft.com/office/officeart/2005/8/layout/hierarchy1"/>
    <dgm:cxn modelId="{8BBC8D97-737F-4914-BE03-D37E13A0B928}" type="presOf" srcId="{938AEC57-4D5B-440D-940F-FFC616E982E9}" destId="{2860E06F-BD28-4F8A-B5A5-2E1ACD12B251}" srcOrd="0" destOrd="0" presId="urn:microsoft.com/office/officeart/2005/8/layout/hierarchy1"/>
    <dgm:cxn modelId="{19EAD89C-13EA-4D39-BA0A-5DB7424EF654}" type="presOf" srcId="{20C2C863-BE7D-49A8-859C-03C799883E62}" destId="{712300BE-EA6E-405C-92BB-10AF0CC3AE47}" srcOrd="0" destOrd="0" presId="urn:microsoft.com/office/officeart/2005/8/layout/hierarchy1"/>
    <dgm:cxn modelId="{54CA5EB6-B9D8-4A2A-B0F6-6D1E29A637FF}" type="presOf" srcId="{D73B3543-03D4-4C20-B091-AB0FA7797F88}" destId="{E5F70BCD-A16C-4DCE-9236-FA97C6FAE973}" srcOrd="0" destOrd="0" presId="urn:microsoft.com/office/officeart/2005/8/layout/hierarchy1"/>
    <dgm:cxn modelId="{C971C6B9-DD1E-4BD6-980E-62CECB61BF63}" type="presOf" srcId="{D000AE96-26AE-45EF-88AE-E4A60976D936}" destId="{E4B4E3C6-49A3-404F-9C19-57FD591BED02}" srcOrd="0" destOrd="0" presId="urn:microsoft.com/office/officeart/2005/8/layout/hierarchy1"/>
    <dgm:cxn modelId="{BE42C9D4-E690-43DC-9AFC-D042707970B8}" type="presOf" srcId="{0F9C34E9-B9F5-4A0D-9927-71589CA1D23F}" destId="{3A4D9B92-AEEA-46EA-AE7E-550A27D2076D}" srcOrd="0" destOrd="0" presId="urn:microsoft.com/office/officeart/2005/8/layout/hierarchy1"/>
    <dgm:cxn modelId="{F6B9E8F6-5769-443B-8D57-B30A5142DAD3}" srcId="{20C2C863-BE7D-49A8-859C-03C799883E62}" destId="{0F9C34E9-B9F5-4A0D-9927-71589CA1D23F}" srcOrd="2" destOrd="0" parTransId="{D000AE96-26AE-45EF-88AE-E4A60976D936}" sibTransId="{EE3D3571-5835-4B5B-AEF4-E2FE7E53FF7C}"/>
    <dgm:cxn modelId="{7E6032F9-8CF6-4F7E-9582-508BE0BD595B}" type="presOf" srcId="{562E6CC8-79F1-42E7-8675-BB709450DBB5}" destId="{1A717BBC-B283-484D-8328-607EB9251E95}" srcOrd="0" destOrd="0" presId="urn:microsoft.com/office/officeart/2005/8/layout/hierarchy1"/>
    <dgm:cxn modelId="{C66368FD-4EA6-4954-A650-FFBA8741A8BD}" srcId="{20C2C863-BE7D-49A8-859C-03C799883E62}" destId="{0C36E373-BEC4-47B3-9B8D-F8C501FBEEFE}" srcOrd="5" destOrd="0" parTransId="{8F3ABB55-61F2-4664-89EC-77189DF37C7F}" sibTransId="{FD5749DF-23FA-4592-9E8C-C18BF416EE31}"/>
    <dgm:cxn modelId="{779F65A9-A4DC-4EF5-A062-40C1394145AD}" type="presParOf" srcId="{709E44FE-12F8-4CA7-B86F-C74DA4F8995F}" destId="{0F218351-64D6-419B-B44A-C28FEB3E44A9}" srcOrd="0" destOrd="0" presId="urn:microsoft.com/office/officeart/2005/8/layout/hierarchy1"/>
    <dgm:cxn modelId="{A46BA51E-33AF-4B29-8949-89983FAAD62B}" type="presParOf" srcId="{0F218351-64D6-419B-B44A-C28FEB3E44A9}" destId="{A98A3B10-9129-4311-BD57-AA8174B70542}" srcOrd="0" destOrd="0" presId="urn:microsoft.com/office/officeart/2005/8/layout/hierarchy1"/>
    <dgm:cxn modelId="{88DDECCC-5E82-4039-BF82-76BFACBDFC54}" type="presParOf" srcId="{A98A3B10-9129-4311-BD57-AA8174B70542}" destId="{61D41956-7D29-4CED-B83E-9DDD52757B89}" srcOrd="0" destOrd="0" presId="urn:microsoft.com/office/officeart/2005/8/layout/hierarchy1"/>
    <dgm:cxn modelId="{E492201A-4300-49C8-9034-59C49663152C}" type="presParOf" srcId="{A98A3B10-9129-4311-BD57-AA8174B70542}" destId="{712300BE-EA6E-405C-92BB-10AF0CC3AE47}" srcOrd="1" destOrd="0" presId="urn:microsoft.com/office/officeart/2005/8/layout/hierarchy1"/>
    <dgm:cxn modelId="{8EA1C91D-DB7B-4437-A6E9-9CFE0BDEE4E7}" type="presParOf" srcId="{0F218351-64D6-419B-B44A-C28FEB3E44A9}" destId="{110707A5-3403-4D24-8296-D67CC5F510A3}" srcOrd="1" destOrd="0" presId="urn:microsoft.com/office/officeart/2005/8/layout/hierarchy1"/>
    <dgm:cxn modelId="{72639093-AA8A-4F58-80F2-8A0B95CA4EBE}" type="presParOf" srcId="{110707A5-3403-4D24-8296-D67CC5F510A3}" destId="{C2A35B39-EE35-43B6-A909-E4C0640668E5}" srcOrd="0" destOrd="0" presId="urn:microsoft.com/office/officeart/2005/8/layout/hierarchy1"/>
    <dgm:cxn modelId="{71D2ECAC-2130-459E-BFAB-5708F931C4D9}" type="presParOf" srcId="{110707A5-3403-4D24-8296-D67CC5F510A3}" destId="{31693518-1E59-4BC4-8C1B-A07EFD5B96A1}" srcOrd="1" destOrd="0" presId="urn:microsoft.com/office/officeart/2005/8/layout/hierarchy1"/>
    <dgm:cxn modelId="{BD08C423-70E4-45ED-A376-523EC9DDD25C}" type="presParOf" srcId="{31693518-1E59-4BC4-8C1B-A07EFD5B96A1}" destId="{AC64ED88-0BDD-4F62-8252-AB23B19F02B1}" srcOrd="0" destOrd="0" presId="urn:microsoft.com/office/officeart/2005/8/layout/hierarchy1"/>
    <dgm:cxn modelId="{009554DD-B320-4B5C-ABC3-4E9A96F26A43}" type="presParOf" srcId="{AC64ED88-0BDD-4F62-8252-AB23B19F02B1}" destId="{85E24B2D-1D05-44DE-B501-47E698415C34}" srcOrd="0" destOrd="0" presId="urn:microsoft.com/office/officeart/2005/8/layout/hierarchy1"/>
    <dgm:cxn modelId="{451B182E-295E-4FB9-A369-DD407B0EC2EA}" type="presParOf" srcId="{AC64ED88-0BDD-4F62-8252-AB23B19F02B1}" destId="{935DB891-B9DE-4D50-B5E3-76FB8500D078}" srcOrd="1" destOrd="0" presId="urn:microsoft.com/office/officeart/2005/8/layout/hierarchy1"/>
    <dgm:cxn modelId="{8ED7593C-A6D3-403C-ABA4-2F43ABA5C4DE}" type="presParOf" srcId="{31693518-1E59-4BC4-8C1B-A07EFD5B96A1}" destId="{59975BB3-93E4-4231-9725-451736087665}" srcOrd="1" destOrd="0" presId="urn:microsoft.com/office/officeart/2005/8/layout/hierarchy1"/>
    <dgm:cxn modelId="{4E6B1EEE-AC10-4056-87F6-B72B07E204D1}" type="presParOf" srcId="{110707A5-3403-4D24-8296-D67CC5F510A3}" destId="{E5F70BCD-A16C-4DCE-9236-FA97C6FAE973}" srcOrd="2" destOrd="0" presId="urn:microsoft.com/office/officeart/2005/8/layout/hierarchy1"/>
    <dgm:cxn modelId="{F70314DA-6BA9-485D-BE72-03FF1531EA3C}" type="presParOf" srcId="{110707A5-3403-4D24-8296-D67CC5F510A3}" destId="{9F2DF1E5-A9D8-41B5-B1D2-C641B612AA59}" srcOrd="3" destOrd="0" presId="urn:microsoft.com/office/officeart/2005/8/layout/hierarchy1"/>
    <dgm:cxn modelId="{46498A7D-35A6-4C6F-84D3-E5CADD94E94B}" type="presParOf" srcId="{9F2DF1E5-A9D8-41B5-B1D2-C641B612AA59}" destId="{CC74CFF9-C377-47FA-89BB-D33A8EF80EAA}" srcOrd="0" destOrd="0" presId="urn:microsoft.com/office/officeart/2005/8/layout/hierarchy1"/>
    <dgm:cxn modelId="{7569800A-113D-4E0B-8CBE-620FAF4B528E}" type="presParOf" srcId="{CC74CFF9-C377-47FA-89BB-D33A8EF80EAA}" destId="{224FD537-CA64-4854-B3C3-E75C6151398B}" srcOrd="0" destOrd="0" presId="urn:microsoft.com/office/officeart/2005/8/layout/hierarchy1"/>
    <dgm:cxn modelId="{53EA449B-BA7E-4575-8780-236291435637}" type="presParOf" srcId="{CC74CFF9-C377-47FA-89BB-D33A8EF80EAA}" destId="{43836C5E-67F3-4D4C-967E-DD9F910117DD}" srcOrd="1" destOrd="0" presId="urn:microsoft.com/office/officeart/2005/8/layout/hierarchy1"/>
    <dgm:cxn modelId="{E024DDAC-6C14-47E4-A374-B3A739F3A14C}" type="presParOf" srcId="{9F2DF1E5-A9D8-41B5-B1D2-C641B612AA59}" destId="{C92FDE07-03F1-419A-B80C-38E8EFD5186C}" srcOrd="1" destOrd="0" presId="urn:microsoft.com/office/officeart/2005/8/layout/hierarchy1"/>
    <dgm:cxn modelId="{BEB445C5-5A7B-40D3-B8BB-CB0F013DA551}" type="presParOf" srcId="{110707A5-3403-4D24-8296-D67CC5F510A3}" destId="{E4B4E3C6-49A3-404F-9C19-57FD591BED02}" srcOrd="4" destOrd="0" presId="urn:microsoft.com/office/officeart/2005/8/layout/hierarchy1"/>
    <dgm:cxn modelId="{036B9C01-3AFE-4706-B907-9DD6BA14E9C5}" type="presParOf" srcId="{110707A5-3403-4D24-8296-D67CC5F510A3}" destId="{718D7435-5F81-444E-8A99-8FC1D41C33A8}" srcOrd="5" destOrd="0" presId="urn:microsoft.com/office/officeart/2005/8/layout/hierarchy1"/>
    <dgm:cxn modelId="{FE3E4C31-9326-4B00-AC7C-F68B6645AE46}" type="presParOf" srcId="{718D7435-5F81-444E-8A99-8FC1D41C33A8}" destId="{DBDA0731-85E6-4293-A380-0A62BCB5D13F}" srcOrd="0" destOrd="0" presId="urn:microsoft.com/office/officeart/2005/8/layout/hierarchy1"/>
    <dgm:cxn modelId="{D2C0535C-9EA2-4D47-B8F3-4DB962A45305}" type="presParOf" srcId="{DBDA0731-85E6-4293-A380-0A62BCB5D13F}" destId="{4C4ADDEC-7136-4C75-AD17-A7E2315193A2}" srcOrd="0" destOrd="0" presId="urn:microsoft.com/office/officeart/2005/8/layout/hierarchy1"/>
    <dgm:cxn modelId="{58642452-19CA-433F-A856-D308F4CD6DB1}" type="presParOf" srcId="{DBDA0731-85E6-4293-A380-0A62BCB5D13F}" destId="{3A4D9B92-AEEA-46EA-AE7E-550A27D2076D}" srcOrd="1" destOrd="0" presId="urn:microsoft.com/office/officeart/2005/8/layout/hierarchy1"/>
    <dgm:cxn modelId="{DBC70C97-C022-49EE-AC61-8AE651887D56}" type="presParOf" srcId="{718D7435-5F81-444E-8A99-8FC1D41C33A8}" destId="{82D3E193-F8BB-42CE-AD97-FBCEBFCFC572}" srcOrd="1" destOrd="0" presId="urn:microsoft.com/office/officeart/2005/8/layout/hierarchy1"/>
    <dgm:cxn modelId="{733F099B-B67E-48F8-B2AA-3B0FDC0A9BB3}" type="presParOf" srcId="{110707A5-3403-4D24-8296-D67CC5F510A3}" destId="{2860E06F-BD28-4F8A-B5A5-2E1ACD12B251}" srcOrd="6" destOrd="0" presId="urn:microsoft.com/office/officeart/2005/8/layout/hierarchy1"/>
    <dgm:cxn modelId="{54220ABC-EDB8-42A3-A863-DF8837433AF7}" type="presParOf" srcId="{110707A5-3403-4D24-8296-D67CC5F510A3}" destId="{C95C0ADF-0DB6-45AA-A811-CE0EE1F8BBCC}" srcOrd="7" destOrd="0" presId="urn:microsoft.com/office/officeart/2005/8/layout/hierarchy1"/>
    <dgm:cxn modelId="{EB4F793A-B6D9-41A0-8103-3DB81E746EBC}" type="presParOf" srcId="{C95C0ADF-0DB6-45AA-A811-CE0EE1F8BBCC}" destId="{590717F4-2F18-4DC5-9F16-29492EE8A953}" srcOrd="0" destOrd="0" presId="urn:microsoft.com/office/officeart/2005/8/layout/hierarchy1"/>
    <dgm:cxn modelId="{E2787D3C-C179-4547-B016-64DD927FD26E}" type="presParOf" srcId="{590717F4-2F18-4DC5-9F16-29492EE8A953}" destId="{3C2027B1-71AB-4828-905A-2D241B5A8314}" srcOrd="0" destOrd="0" presId="urn:microsoft.com/office/officeart/2005/8/layout/hierarchy1"/>
    <dgm:cxn modelId="{E6DF00D7-6019-44CC-972B-E2841F18D7C9}" type="presParOf" srcId="{590717F4-2F18-4DC5-9F16-29492EE8A953}" destId="{BE481A75-4D2E-4E45-A854-0C6C7DB90221}" srcOrd="1" destOrd="0" presId="urn:microsoft.com/office/officeart/2005/8/layout/hierarchy1"/>
    <dgm:cxn modelId="{15127A92-F379-4791-AF12-BA5171DEAE7C}" type="presParOf" srcId="{C95C0ADF-0DB6-45AA-A811-CE0EE1F8BBCC}" destId="{2F09AE99-FD66-49D6-8E9C-E97FB02E1A75}" srcOrd="1" destOrd="0" presId="urn:microsoft.com/office/officeart/2005/8/layout/hierarchy1"/>
    <dgm:cxn modelId="{25AC47D3-11F3-48CC-B7B7-E5B39A526B62}" type="presParOf" srcId="{110707A5-3403-4D24-8296-D67CC5F510A3}" destId="{1A717BBC-B283-484D-8328-607EB9251E95}" srcOrd="8" destOrd="0" presId="urn:microsoft.com/office/officeart/2005/8/layout/hierarchy1"/>
    <dgm:cxn modelId="{04ECE058-F4C7-4DEB-ACF1-DACF76EA8FC4}" type="presParOf" srcId="{110707A5-3403-4D24-8296-D67CC5F510A3}" destId="{1C07F1F5-0D89-417B-A186-5DADDF5E85BC}" srcOrd="9" destOrd="0" presId="urn:microsoft.com/office/officeart/2005/8/layout/hierarchy1"/>
    <dgm:cxn modelId="{7FD832CF-9800-49AB-8C1B-FDAEC292C2D8}" type="presParOf" srcId="{1C07F1F5-0D89-417B-A186-5DADDF5E85BC}" destId="{DEF204A9-07AE-4D6A-84C4-0E57DADD022A}" srcOrd="0" destOrd="0" presId="urn:microsoft.com/office/officeart/2005/8/layout/hierarchy1"/>
    <dgm:cxn modelId="{083D7FDC-D58D-417A-AE59-D409AB189483}" type="presParOf" srcId="{DEF204A9-07AE-4D6A-84C4-0E57DADD022A}" destId="{31D9972D-AE4D-4F53-A298-F8A698557673}" srcOrd="0" destOrd="0" presId="urn:microsoft.com/office/officeart/2005/8/layout/hierarchy1"/>
    <dgm:cxn modelId="{449ED211-3397-4B0E-98DE-5A13E3D36EE2}" type="presParOf" srcId="{DEF204A9-07AE-4D6A-84C4-0E57DADD022A}" destId="{20C742AF-7E16-4367-B059-0D99265A0DCE}" srcOrd="1" destOrd="0" presId="urn:microsoft.com/office/officeart/2005/8/layout/hierarchy1"/>
    <dgm:cxn modelId="{39DDF868-5ADA-422A-8F01-BE245268848B}" type="presParOf" srcId="{1C07F1F5-0D89-417B-A186-5DADDF5E85BC}" destId="{4FDBC4A4-20BA-4B6D-86E7-44E1C0692446}" srcOrd="1" destOrd="0" presId="urn:microsoft.com/office/officeart/2005/8/layout/hierarchy1"/>
    <dgm:cxn modelId="{B68C0D2A-8C47-4B03-848B-CCA2F944A584}" type="presParOf" srcId="{110707A5-3403-4D24-8296-D67CC5F510A3}" destId="{CDC84E7B-4C9F-49E2-BD79-3E447E218B97}" srcOrd="10" destOrd="0" presId="urn:microsoft.com/office/officeart/2005/8/layout/hierarchy1"/>
    <dgm:cxn modelId="{9F0B3DEF-0AE0-473A-9E30-B326B2575CFD}" type="presParOf" srcId="{110707A5-3403-4D24-8296-D67CC5F510A3}" destId="{5122798E-767D-49C3-AD79-8AE244DC7AE2}" srcOrd="11" destOrd="0" presId="urn:microsoft.com/office/officeart/2005/8/layout/hierarchy1"/>
    <dgm:cxn modelId="{1281490B-6E18-4327-B1D9-5A7CB8D0792A}" type="presParOf" srcId="{5122798E-767D-49C3-AD79-8AE244DC7AE2}" destId="{6FF14111-7D31-42C8-A8A6-28148A21D816}" srcOrd="0" destOrd="0" presId="urn:microsoft.com/office/officeart/2005/8/layout/hierarchy1"/>
    <dgm:cxn modelId="{8ED89F7A-88E6-4771-9B68-FAA5606E0D5B}" type="presParOf" srcId="{6FF14111-7D31-42C8-A8A6-28148A21D816}" destId="{309EADB8-04E7-472D-9D2A-BD8F1060E9B0}" srcOrd="0" destOrd="0" presId="urn:microsoft.com/office/officeart/2005/8/layout/hierarchy1"/>
    <dgm:cxn modelId="{59F78937-0A0F-4BBB-AFD0-48BB41104BD3}" type="presParOf" srcId="{6FF14111-7D31-42C8-A8A6-28148A21D816}" destId="{8C51B039-6B42-46A8-B380-1948FFAC09D5}" srcOrd="1" destOrd="0" presId="urn:microsoft.com/office/officeart/2005/8/layout/hierarchy1"/>
    <dgm:cxn modelId="{DC57DF12-E3C0-49C9-BA0D-BE5B9E017E8A}" type="presParOf" srcId="{5122798E-767D-49C3-AD79-8AE244DC7AE2}" destId="{7E02CA28-3174-4F13-A2C4-8EF5888820E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8000E7-DF91-4311-AB6F-D4245E8E5340}" type="doc">
      <dgm:prSet loTypeId="urn:microsoft.com/office/officeart/2005/8/layout/hierarchy1" loCatId="hierarchy" qsTypeId="urn:microsoft.com/office/officeart/2005/8/quickstyle/simple1#18" qsCatId="simple" csTypeId="urn:microsoft.com/office/officeart/2005/8/colors/accent2_4#7" csCatId="accent2" phldr="1"/>
      <dgm:spPr/>
      <dgm:t>
        <a:bodyPr/>
        <a:lstStyle/>
        <a:p>
          <a:endParaRPr lang="zh-CN" altLang="en-US"/>
        </a:p>
      </dgm:t>
    </dgm:pt>
    <dgm:pt modelId="{3B9B98B1-1C64-43CA-B837-2A72AE5F84FA}">
      <dgm:prSet phldrT="[Text]" custT="1"/>
      <dgm:spPr/>
      <dgm:t>
        <a:bodyPr/>
        <a:lstStyle/>
        <a:p>
          <a:r>
            <a:rPr lang="zh-CN" altLang="en-US" sz="1100" dirty="0"/>
            <a:t>销售额</a:t>
          </a:r>
        </a:p>
      </dgm:t>
    </dgm:pt>
    <dgm:pt modelId="{A304FE51-34D2-4094-A0C9-2679215F86F0}" type="parTrans" cxnId="{39F8F2F5-7F8A-43C1-AA15-8A16A56546F7}">
      <dgm:prSet/>
      <dgm:spPr/>
      <dgm:t>
        <a:bodyPr/>
        <a:lstStyle/>
        <a:p>
          <a:endParaRPr lang="zh-CN" altLang="en-US" sz="900"/>
        </a:p>
      </dgm:t>
    </dgm:pt>
    <dgm:pt modelId="{130AFB74-EF96-4298-9735-E15D49DE8841}" type="sibTrans" cxnId="{39F8F2F5-7F8A-43C1-AA15-8A16A56546F7}">
      <dgm:prSet/>
      <dgm:spPr/>
      <dgm:t>
        <a:bodyPr/>
        <a:lstStyle/>
        <a:p>
          <a:endParaRPr lang="zh-CN" altLang="en-US" sz="900"/>
        </a:p>
      </dgm:t>
    </dgm:pt>
    <dgm:pt modelId="{82F58DE3-5429-41F6-B17E-6618A5890336}">
      <dgm:prSet phldrT="[Text]" custT="1"/>
      <dgm:spPr/>
      <dgm:t>
        <a:bodyPr/>
        <a:lstStyle/>
        <a:p>
          <a:r>
            <a:rPr lang="zh-CN" altLang="en-US" sz="1100" dirty="0"/>
            <a:t>付费人数</a:t>
          </a:r>
        </a:p>
      </dgm:t>
    </dgm:pt>
    <dgm:pt modelId="{40F0387C-6823-448C-8EDE-4EE3FC9428A5}" type="parTrans" cxnId="{6CD8792D-E872-49F4-8CBD-BA8592BD9835}">
      <dgm:prSet/>
      <dgm:spPr/>
      <dgm:t>
        <a:bodyPr/>
        <a:lstStyle/>
        <a:p>
          <a:endParaRPr lang="zh-CN" altLang="en-US" sz="900"/>
        </a:p>
      </dgm:t>
    </dgm:pt>
    <dgm:pt modelId="{0CB183A4-3174-44A2-B0B4-A4900A1A954D}" type="sibTrans" cxnId="{6CD8792D-E872-49F4-8CBD-BA8592BD9835}">
      <dgm:prSet/>
      <dgm:spPr/>
      <dgm:t>
        <a:bodyPr/>
        <a:lstStyle/>
        <a:p>
          <a:endParaRPr lang="zh-CN" altLang="en-US" sz="900"/>
        </a:p>
      </dgm:t>
    </dgm:pt>
    <dgm:pt modelId="{E2327562-FF12-4823-A304-7457AE1C7D75}">
      <dgm:prSet phldrT="[Text]" custT="1"/>
      <dgm:spPr/>
      <dgm:t>
        <a:bodyPr/>
        <a:lstStyle/>
        <a:p>
          <a:r>
            <a:rPr lang="zh-CN" altLang="en-US" sz="1100" dirty="0"/>
            <a:t>新用户人数</a:t>
          </a:r>
        </a:p>
      </dgm:t>
    </dgm:pt>
    <dgm:pt modelId="{E23BE7C4-F8E1-4805-8D00-9D55CE2F3164}" type="parTrans" cxnId="{2FC0D975-D382-4D04-8DF2-80607E085176}">
      <dgm:prSet/>
      <dgm:spPr/>
      <dgm:t>
        <a:bodyPr/>
        <a:lstStyle/>
        <a:p>
          <a:endParaRPr lang="zh-CN" altLang="en-US" sz="900"/>
        </a:p>
      </dgm:t>
    </dgm:pt>
    <dgm:pt modelId="{92AC4B02-B759-4D73-B056-1AF21459E93D}" type="sibTrans" cxnId="{2FC0D975-D382-4D04-8DF2-80607E085176}">
      <dgm:prSet/>
      <dgm:spPr/>
      <dgm:t>
        <a:bodyPr/>
        <a:lstStyle/>
        <a:p>
          <a:endParaRPr lang="zh-CN" altLang="en-US" sz="900"/>
        </a:p>
      </dgm:t>
    </dgm:pt>
    <dgm:pt modelId="{0FED68C5-43D9-4FEF-A376-429C8DB93F59}">
      <dgm:prSet phldrT="[Text]" custT="1"/>
      <dgm:spPr/>
      <dgm:t>
        <a:bodyPr/>
        <a:lstStyle/>
        <a:p>
          <a:r>
            <a:rPr lang="zh-CN" altLang="en-US" sz="1100" dirty="0"/>
            <a:t>老用户人数</a:t>
          </a:r>
        </a:p>
      </dgm:t>
    </dgm:pt>
    <dgm:pt modelId="{2067EA56-DBD9-47DA-B5F7-F7FCF09549D5}" type="parTrans" cxnId="{E8D20BBE-DD62-4629-809B-091936A6C75B}">
      <dgm:prSet/>
      <dgm:spPr/>
      <dgm:t>
        <a:bodyPr/>
        <a:lstStyle/>
        <a:p>
          <a:endParaRPr lang="zh-CN" altLang="en-US" sz="900"/>
        </a:p>
      </dgm:t>
    </dgm:pt>
    <dgm:pt modelId="{D0B06556-1942-4E11-979E-F74E747FFA29}" type="sibTrans" cxnId="{E8D20BBE-DD62-4629-809B-091936A6C75B}">
      <dgm:prSet/>
      <dgm:spPr/>
      <dgm:t>
        <a:bodyPr/>
        <a:lstStyle/>
        <a:p>
          <a:endParaRPr lang="zh-CN" altLang="en-US" sz="900"/>
        </a:p>
      </dgm:t>
    </dgm:pt>
    <dgm:pt modelId="{60AD8CA7-6B6F-4473-B8C8-BC62C2CEDF83}">
      <dgm:prSet phldrT="[Text]" custT="1"/>
      <dgm:spPr/>
      <dgm:t>
        <a:bodyPr/>
        <a:lstStyle/>
        <a:p>
          <a:r>
            <a:rPr lang="zh-CN" altLang="en-US" sz="1100" dirty="0"/>
            <a:t>平均单价</a:t>
          </a:r>
        </a:p>
      </dgm:t>
    </dgm:pt>
    <dgm:pt modelId="{1B6E16F1-834A-4E7E-8BF6-D6723E16C11B}" type="parTrans" cxnId="{CD582001-8A72-4100-8A27-CA2D27CE82F3}">
      <dgm:prSet/>
      <dgm:spPr/>
      <dgm:t>
        <a:bodyPr/>
        <a:lstStyle/>
        <a:p>
          <a:endParaRPr lang="zh-CN" altLang="en-US" sz="900"/>
        </a:p>
      </dgm:t>
    </dgm:pt>
    <dgm:pt modelId="{EDA443BE-57AC-4DCB-8FFD-563E5E457426}" type="sibTrans" cxnId="{CD582001-8A72-4100-8A27-CA2D27CE82F3}">
      <dgm:prSet/>
      <dgm:spPr/>
      <dgm:t>
        <a:bodyPr/>
        <a:lstStyle/>
        <a:p>
          <a:endParaRPr lang="zh-CN" altLang="en-US" sz="900"/>
        </a:p>
      </dgm:t>
    </dgm:pt>
    <dgm:pt modelId="{1648DAD7-D854-4A25-83E6-133C709EABB2}">
      <dgm:prSet custT="1"/>
      <dgm:spPr/>
      <dgm:t>
        <a:bodyPr/>
        <a:lstStyle/>
        <a:p>
          <a:r>
            <a:rPr lang="zh-CN" altLang="en-US" sz="900" dirty="0">
              <a:latin typeface="微软雅黑" panose="020B0503020204020204" pitchFamily="34" charset="-122"/>
              <a:ea typeface="微软雅黑" panose="020B0503020204020204" pitchFamily="34" charset="-122"/>
            </a:rPr>
            <a:t>渠道</a:t>
          </a:r>
          <a:r>
            <a:rPr lang="en-US" altLang="zh-CN" sz="900" dirty="0">
              <a:latin typeface="微软雅黑" panose="020B0503020204020204" pitchFamily="34" charset="-122"/>
              <a:ea typeface="微软雅黑" panose="020B0503020204020204" pitchFamily="34" charset="-122"/>
            </a:rPr>
            <a:t>A</a:t>
          </a:r>
          <a:r>
            <a:rPr lang="zh-CN" altLang="en-US" sz="900" dirty="0">
              <a:latin typeface="微软雅黑" panose="020B0503020204020204" pitchFamily="34" charset="-122"/>
              <a:ea typeface="微软雅黑" panose="020B0503020204020204" pitchFamily="34" charset="-122"/>
            </a:rPr>
            <a:t>付费人数</a:t>
          </a:r>
          <a:endParaRPr lang="zh-CN" altLang="en-US" sz="900" dirty="0"/>
        </a:p>
      </dgm:t>
    </dgm:pt>
    <dgm:pt modelId="{9E23E922-203E-4996-A490-5A0203BD1F09}" type="parTrans" cxnId="{9E3A28B3-70D5-4589-BC0D-6635EEA4305C}">
      <dgm:prSet/>
      <dgm:spPr/>
      <dgm:t>
        <a:bodyPr/>
        <a:lstStyle/>
        <a:p>
          <a:endParaRPr lang="zh-CN" altLang="en-US" sz="1200"/>
        </a:p>
      </dgm:t>
    </dgm:pt>
    <dgm:pt modelId="{E8EC1DDA-4C91-4013-A99E-B7210526B893}" type="sibTrans" cxnId="{9E3A28B3-70D5-4589-BC0D-6635EEA4305C}">
      <dgm:prSet/>
      <dgm:spPr/>
      <dgm:t>
        <a:bodyPr/>
        <a:lstStyle/>
        <a:p>
          <a:endParaRPr lang="zh-CN" altLang="en-US" sz="1200"/>
        </a:p>
      </dgm:t>
    </dgm:pt>
    <dgm:pt modelId="{15110882-B5F3-4F54-A56C-98E8A8DA13BA}">
      <dgm:prSet custT="1"/>
      <dgm:spPr/>
      <dgm:t>
        <a:bodyPr/>
        <a:lstStyle/>
        <a:p>
          <a:r>
            <a:rPr lang="zh-CN" altLang="en-US" sz="900" dirty="0">
              <a:latin typeface="微软雅黑" panose="020B0503020204020204" pitchFamily="34" charset="-122"/>
              <a:ea typeface="微软雅黑" panose="020B0503020204020204" pitchFamily="34" charset="-122"/>
            </a:rPr>
            <a:t>渠道</a:t>
          </a:r>
          <a:r>
            <a:rPr lang="en-US" altLang="zh-CN" sz="900" dirty="0">
              <a:latin typeface="微软雅黑" panose="020B0503020204020204" pitchFamily="34" charset="-122"/>
              <a:ea typeface="微软雅黑" panose="020B0503020204020204" pitchFamily="34" charset="-122"/>
            </a:rPr>
            <a:t>B</a:t>
          </a:r>
          <a:r>
            <a:rPr lang="zh-CN" altLang="en-US" sz="900" dirty="0">
              <a:latin typeface="微软雅黑" panose="020B0503020204020204" pitchFamily="34" charset="-122"/>
              <a:ea typeface="微软雅黑" panose="020B0503020204020204" pitchFamily="34" charset="-122"/>
            </a:rPr>
            <a:t>付费人数</a:t>
          </a:r>
          <a:endParaRPr lang="zh-CN" altLang="en-US" sz="900" dirty="0"/>
        </a:p>
      </dgm:t>
    </dgm:pt>
    <dgm:pt modelId="{DE1FAD4F-5BEF-48DA-8F73-F806B74E5F96}" type="parTrans" cxnId="{040DC177-B1D3-4568-AE4F-DD81301664F7}">
      <dgm:prSet/>
      <dgm:spPr/>
      <dgm:t>
        <a:bodyPr/>
        <a:lstStyle/>
        <a:p>
          <a:endParaRPr lang="zh-CN" altLang="en-US" sz="1200"/>
        </a:p>
      </dgm:t>
    </dgm:pt>
    <dgm:pt modelId="{9E39CCFC-80AB-4B10-A3E7-A9DFC24C19F2}" type="sibTrans" cxnId="{040DC177-B1D3-4568-AE4F-DD81301664F7}">
      <dgm:prSet/>
      <dgm:spPr/>
      <dgm:t>
        <a:bodyPr/>
        <a:lstStyle/>
        <a:p>
          <a:endParaRPr lang="zh-CN" altLang="en-US" sz="1200"/>
        </a:p>
      </dgm:t>
    </dgm:pt>
    <dgm:pt modelId="{CDCC3951-1E43-4492-8977-2E250D974C22}">
      <dgm:prSet custT="1"/>
      <dgm:spPr/>
      <dgm:t>
        <a:bodyPr/>
        <a:lstStyle/>
        <a:p>
          <a:r>
            <a:rPr lang="zh-CN" altLang="en-US" sz="900" dirty="0"/>
            <a:t>付费人数</a:t>
          </a:r>
        </a:p>
      </dgm:t>
    </dgm:pt>
    <dgm:pt modelId="{0DF4E52D-6DBD-4FD5-BD96-5F6504020632}" type="parTrans" cxnId="{89B34471-2FE9-49BE-9138-87B6186F84E1}">
      <dgm:prSet/>
      <dgm:spPr/>
      <dgm:t>
        <a:bodyPr/>
        <a:lstStyle/>
        <a:p>
          <a:endParaRPr lang="zh-CN" altLang="en-US" sz="1200"/>
        </a:p>
      </dgm:t>
    </dgm:pt>
    <dgm:pt modelId="{2B44450A-5F35-4C7E-903F-EF0D0CAE5160}" type="sibTrans" cxnId="{89B34471-2FE9-49BE-9138-87B6186F84E1}">
      <dgm:prSet/>
      <dgm:spPr/>
      <dgm:t>
        <a:bodyPr/>
        <a:lstStyle/>
        <a:p>
          <a:endParaRPr lang="zh-CN" altLang="en-US" sz="1200"/>
        </a:p>
      </dgm:t>
    </dgm:pt>
    <dgm:pt modelId="{8B157EFC-D2C3-428F-8FEA-EC29E3F481A4}">
      <dgm:prSet custT="1"/>
      <dgm:spPr/>
      <dgm:t>
        <a:bodyPr/>
        <a:lstStyle/>
        <a:p>
          <a:r>
            <a:rPr lang="zh-CN" altLang="en-US" sz="900" dirty="0"/>
            <a:t>复购率</a:t>
          </a:r>
        </a:p>
      </dgm:t>
    </dgm:pt>
    <dgm:pt modelId="{BAC20C8E-719D-4F2D-8083-6805D59FF4C2}" type="parTrans" cxnId="{C7D7FA52-1E92-45E7-87FF-D63E279E6821}">
      <dgm:prSet/>
      <dgm:spPr/>
      <dgm:t>
        <a:bodyPr/>
        <a:lstStyle/>
        <a:p>
          <a:endParaRPr lang="zh-CN" altLang="en-US" sz="1200"/>
        </a:p>
      </dgm:t>
    </dgm:pt>
    <dgm:pt modelId="{BEF0B3E4-158E-438E-9DD4-BD38D0CE32D8}" type="sibTrans" cxnId="{C7D7FA52-1E92-45E7-87FF-D63E279E6821}">
      <dgm:prSet/>
      <dgm:spPr/>
      <dgm:t>
        <a:bodyPr/>
        <a:lstStyle/>
        <a:p>
          <a:endParaRPr lang="zh-CN" altLang="en-US" sz="1200"/>
        </a:p>
      </dgm:t>
    </dgm:pt>
    <dgm:pt modelId="{DA21D741-615A-4B1D-B313-A50CF2D50387}" type="pres">
      <dgm:prSet presAssocID="{CC8000E7-DF91-4311-AB6F-D4245E8E5340}" presName="hierChild1" presStyleCnt="0">
        <dgm:presLayoutVars>
          <dgm:chPref val="1"/>
          <dgm:dir/>
          <dgm:animOne val="branch"/>
          <dgm:animLvl val="lvl"/>
          <dgm:resizeHandles/>
        </dgm:presLayoutVars>
      </dgm:prSet>
      <dgm:spPr/>
    </dgm:pt>
    <dgm:pt modelId="{9E5B1851-102F-40FD-AD45-8BD162EC5AC8}" type="pres">
      <dgm:prSet presAssocID="{3B9B98B1-1C64-43CA-B837-2A72AE5F84FA}" presName="hierRoot1" presStyleCnt="0"/>
      <dgm:spPr/>
    </dgm:pt>
    <dgm:pt modelId="{53DB3E07-2A15-4574-94F0-C2EB1D2539A9}" type="pres">
      <dgm:prSet presAssocID="{3B9B98B1-1C64-43CA-B837-2A72AE5F84FA}" presName="composite" presStyleCnt="0"/>
      <dgm:spPr/>
    </dgm:pt>
    <dgm:pt modelId="{24A7BEF7-177B-41DB-A817-B1B499DEEF0A}" type="pres">
      <dgm:prSet presAssocID="{3B9B98B1-1C64-43CA-B837-2A72AE5F84FA}" presName="background" presStyleLbl="node0" presStyleIdx="0" presStyleCnt="1"/>
      <dgm:spPr/>
    </dgm:pt>
    <dgm:pt modelId="{3CC5CB40-4192-47F7-8AB5-E4E909DE4EAE}" type="pres">
      <dgm:prSet presAssocID="{3B9B98B1-1C64-43CA-B837-2A72AE5F84FA}" presName="text" presStyleLbl="fgAcc0" presStyleIdx="0" presStyleCnt="1" custLinFactNeighborX="13940" custLinFactNeighborY="-1417">
        <dgm:presLayoutVars>
          <dgm:chPref val="3"/>
        </dgm:presLayoutVars>
      </dgm:prSet>
      <dgm:spPr/>
    </dgm:pt>
    <dgm:pt modelId="{FADDAFBE-EB0A-4BF4-93C2-FB30EAFA6F89}" type="pres">
      <dgm:prSet presAssocID="{3B9B98B1-1C64-43CA-B837-2A72AE5F84FA}" presName="hierChild2" presStyleCnt="0"/>
      <dgm:spPr/>
    </dgm:pt>
    <dgm:pt modelId="{E3F2BCA0-B59E-43AF-9372-53F3814C07F3}" type="pres">
      <dgm:prSet presAssocID="{40F0387C-6823-448C-8EDE-4EE3FC9428A5}" presName="Name10" presStyleLbl="parChTrans1D2" presStyleIdx="0" presStyleCnt="2"/>
      <dgm:spPr/>
    </dgm:pt>
    <dgm:pt modelId="{80160EED-5295-4A53-A521-89F42A6A9E08}" type="pres">
      <dgm:prSet presAssocID="{82F58DE3-5429-41F6-B17E-6618A5890336}" presName="hierRoot2" presStyleCnt="0"/>
      <dgm:spPr/>
    </dgm:pt>
    <dgm:pt modelId="{8BCE46C6-F268-48C2-8617-F04F62B4D5CE}" type="pres">
      <dgm:prSet presAssocID="{82F58DE3-5429-41F6-B17E-6618A5890336}" presName="composite2" presStyleCnt="0"/>
      <dgm:spPr/>
    </dgm:pt>
    <dgm:pt modelId="{9ABD7A7D-4EDB-4464-821E-CB1EC6F0EA8D}" type="pres">
      <dgm:prSet presAssocID="{82F58DE3-5429-41F6-B17E-6618A5890336}" presName="background2" presStyleLbl="node2" presStyleIdx="0" presStyleCnt="2"/>
      <dgm:spPr/>
    </dgm:pt>
    <dgm:pt modelId="{5064A11A-D8DA-4973-ACC7-8CEAFA3BB79D}" type="pres">
      <dgm:prSet presAssocID="{82F58DE3-5429-41F6-B17E-6618A5890336}" presName="text2" presStyleLbl="fgAcc2" presStyleIdx="0" presStyleCnt="2">
        <dgm:presLayoutVars>
          <dgm:chPref val="3"/>
        </dgm:presLayoutVars>
      </dgm:prSet>
      <dgm:spPr/>
    </dgm:pt>
    <dgm:pt modelId="{295ED1C3-1164-4A04-B108-EF01E56F250B}" type="pres">
      <dgm:prSet presAssocID="{82F58DE3-5429-41F6-B17E-6618A5890336}" presName="hierChild3" presStyleCnt="0"/>
      <dgm:spPr/>
    </dgm:pt>
    <dgm:pt modelId="{E8889E79-DCD6-4A5B-AE9C-D5E73D3CD3CD}" type="pres">
      <dgm:prSet presAssocID="{E23BE7C4-F8E1-4805-8D00-9D55CE2F3164}" presName="Name17" presStyleLbl="parChTrans1D3" presStyleIdx="0" presStyleCnt="2"/>
      <dgm:spPr/>
    </dgm:pt>
    <dgm:pt modelId="{21EC6E54-EEDF-401F-A3B0-4662C421DAB2}" type="pres">
      <dgm:prSet presAssocID="{E2327562-FF12-4823-A304-7457AE1C7D75}" presName="hierRoot3" presStyleCnt="0"/>
      <dgm:spPr/>
    </dgm:pt>
    <dgm:pt modelId="{63A2CDC2-36C0-47BE-9BC1-BA035586B712}" type="pres">
      <dgm:prSet presAssocID="{E2327562-FF12-4823-A304-7457AE1C7D75}" presName="composite3" presStyleCnt="0"/>
      <dgm:spPr/>
    </dgm:pt>
    <dgm:pt modelId="{A1D3418C-A2C9-4149-8948-8E7B240679F7}" type="pres">
      <dgm:prSet presAssocID="{E2327562-FF12-4823-A304-7457AE1C7D75}" presName="background3" presStyleLbl="node3" presStyleIdx="0" presStyleCnt="2"/>
      <dgm:spPr/>
    </dgm:pt>
    <dgm:pt modelId="{394CA522-F646-48DD-9305-956FB94C9253}" type="pres">
      <dgm:prSet presAssocID="{E2327562-FF12-4823-A304-7457AE1C7D75}" presName="text3" presStyleLbl="fgAcc3" presStyleIdx="0" presStyleCnt="2">
        <dgm:presLayoutVars>
          <dgm:chPref val="3"/>
        </dgm:presLayoutVars>
      </dgm:prSet>
      <dgm:spPr/>
    </dgm:pt>
    <dgm:pt modelId="{38D0923B-E384-47F2-9BE3-47828636F0F0}" type="pres">
      <dgm:prSet presAssocID="{E2327562-FF12-4823-A304-7457AE1C7D75}" presName="hierChild4" presStyleCnt="0"/>
      <dgm:spPr/>
    </dgm:pt>
    <dgm:pt modelId="{A06781F5-3122-42A1-8286-D40B7E9548DE}" type="pres">
      <dgm:prSet presAssocID="{9E23E922-203E-4996-A490-5A0203BD1F09}" presName="Name23" presStyleLbl="parChTrans1D4" presStyleIdx="0" presStyleCnt="4"/>
      <dgm:spPr/>
    </dgm:pt>
    <dgm:pt modelId="{5D3881E7-B77D-4E4B-B57C-DB3A11D7DF83}" type="pres">
      <dgm:prSet presAssocID="{1648DAD7-D854-4A25-83E6-133C709EABB2}" presName="hierRoot4" presStyleCnt="0"/>
      <dgm:spPr/>
    </dgm:pt>
    <dgm:pt modelId="{6923A03F-B56E-44C1-9DF9-B849E34C2F87}" type="pres">
      <dgm:prSet presAssocID="{1648DAD7-D854-4A25-83E6-133C709EABB2}" presName="composite4" presStyleCnt="0"/>
      <dgm:spPr/>
    </dgm:pt>
    <dgm:pt modelId="{6CD21331-28B0-4523-8766-409A27AB3319}" type="pres">
      <dgm:prSet presAssocID="{1648DAD7-D854-4A25-83E6-133C709EABB2}" presName="background4" presStyleLbl="node4" presStyleIdx="0" presStyleCnt="4"/>
      <dgm:spPr/>
    </dgm:pt>
    <dgm:pt modelId="{401A1EC0-D105-4DF1-9FD4-DF225BE1FAC7}" type="pres">
      <dgm:prSet presAssocID="{1648DAD7-D854-4A25-83E6-133C709EABB2}" presName="text4" presStyleLbl="fgAcc4" presStyleIdx="0" presStyleCnt="4">
        <dgm:presLayoutVars>
          <dgm:chPref val="3"/>
        </dgm:presLayoutVars>
      </dgm:prSet>
      <dgm:spPr/>
    </dgm:pt>
    <dgm:pt modelId="{B269791B-B17E-4D14-91C2-30972B3DA2B6}" type="pres">
      <dgm:prSet presAssocID="{1648DAD7-D854-4A25-83E6-133C709EABB2}" presName="hierChild5" presStyleCnt="0"/>
      <dgm:spPr/>
    </dgm:pt>
    <dgm:pt modelId="{A9EDA34B-8733-4DB4-BCAC-CA862812AE17}" type="pres">
      <dgm:prSet presAssocID="{DE1FAD4F-5BEF-48DA-8F73-F806B74E5F96}" presName="Name23" presStyleLbl="parChTrans1D4" presStyleIdx="1" presStyleCnt="4"/>
      <dgm:spPr/>
    </dgm:pt>
    <dgm:pt modelId="{1651F213-2C69-4AC9-8476-8C5EB88587C5}" type="pres">
      <dgm:prSet presAssocID="{15110882-B5F3-4F54-A56C-98E8A8DA13BA}" presName="hierRoot4" presStyleCnt="0"/>
      <dgm:spPr/>
    </dgm:pt>
    <dgm:pt modelId="{0C2F8DEC-FCF2-4B97-8FB1-453A3955229A}" type="pres">
      <dgm:prSet presAssocID="{15110882-B5F3-4F54-A56C-98E8A8DA13BA}" presName="composite4" presStyleCnt="0"/>
      <dgm:spPr/>
    </dgm:pt>
    <dgm:pt modelId="{3EC4039A-0660-4FE5-B460-1312E6B5EA9D}" type="pres">
      <dgm:prSet presAssocID="{15110882-B5F3-4F54-A56C-98E8A8DA13BA}" presName="background4" presStyleLbl="node4" presStyleIdx="1" presStyleCnt="4"/>
      <dgm:spPr/>
    </dgm:pt>
    <dgm:pt modelId="{9BAA62E2-213D-46C2-BAA5-8CDF9F72752E}" type="pres">
      <dgm:prSet presAssocID="{15110882-B5F3-4F54-A56C-98E8A8DA13BA}" presName="text4" presStyleLbl="fgAcc4" presStyleIdx="1" presStyleCnt="4">
        <dgm:presLayoutVars>
          <dgm:chPref val="3"/>
        </dgm:presLayoutVars>
      </dgm:prSet>
      <dgm:spPr/>
    </dgm:pt>
    <dgm:pt modelId="{BA39506E-9765-4ECB-89FB-818DFDDE130E}" type="pres">
      <dgm:prSet presAssocID="{15110882-B5F3-4F54-A56C-98E8A8DA13BA}" presName="hierChild5" presStyleCnt="0"/>
      <dgm:spPr/>
    </dgm:pt>
    <dgm:pt modelId="{A04A3367-82AB-4FAB-89A3-BD81BA909477}" type="pres">
      <dgm:prSet presAssocID="{2067EA56-DBD9-47DA-B5F7-F7FCF09549D5}" presName="Name17" presStyleLbl="parChTrans1D3" presStyleIdx="1" presStyleCnt="2"/>
      <dgm:spPr/>
    </dgm:pt>
    <dgm:pt modelId="{4CDC06B1-EC6D-4476-BCB3-F663A9B6EE58}" type="pres">
      <dgm:prSet presAssocID="{0FED68C5-43D9-4FEF-A376-429C8DB93F59}" presName="hierRoot3" presStyleCnt="0"/>
      <dgm:spPr/>
    </dgm:pt>
    <dgm:pt modelId="{9EF95285-0C90-42A3-9B79-14E8A76EC782}" type="pres">
      <dgm:prSet presAssocID="{0FED68C5-43D9-4FEF-A376-429C8DB93F59}" presName="composite3" presStyleCnt="0"/>
      <dgm:spPr/>
    </dgm:pt>
    <dgm:pt modelId="{D93B0FEA-48B6-40A7-8B49-80417B49C6E2}" type="pres">
      <dgm:prSet presAssocID="{0FED68C5-43D9-4FEF-A376-429C8DB93F59}" presName="background3" presStyleLbl="node3" presStyleIdx="1" presStyleCnt="2"/>
      <dgm:spPr/>
    </dgm:pt>
    <dgm:pt modelId="{1590D03A-B2E7-4335-BCD7-08BD82C9DD87}" type="pres">
      <dgm:prSet presAssocID="{0FED68C5-43D9-4FEF-A376-429C8DB93F59}" presName="text3" presStyleLbl="fgAcc3" presStyleIdx="1" presStyleCnt="2">
        <dgm:presLayoutVars>
          <dgm:chPref val="3"/>
        </dgm:presLayoutVars>
      </dgm:prSet>
      <dgm:spPr/>
    </dgm:pt>
    <dgm:pt modelId="{F75F2BD3-37BC-4E83-91F7-AFA086811100}" type="pres">
      <dgm:prSet presAssocID="{0FED68C5-43D9-4FEF-A376-429C8DB93F59}" presName="hierChild4" presStyleCnt="0"/>
      <dgm:spPr/>
    </dgm:pt>
    <dgm:pt modelId="{69965BAC-629F-4081-83CF-25266164A1A2}" type="pres">
      <dgm:prSet presAssocID="{0DF4E52D-6DBD-4FD5-BD96-5F6504020632}" presName="Name23" presStyleLbl="parChTrans1D4" presStyleIdx="2" presStyleCnt="4"/>
      <dgm:spPr/>
    </dgm:pt>
    <dgm:pt modelId="{3E847F71-CEF3-4285-A59C-96FBD72960CF}" type="pres">
      <dgm:prSet presAssocID="{CDCC3951-1E43-4492-8977-2E250D974C22}" presName="hierRoot4" presStyleCnt="0"/>
      <dgm:spPr/>
    </dgm:pt>
    <dgm:pt modelId="{2BEDE7E9-0E16-4E10-A342-41961AAC9EA6}" type="pres">
      <dgm:prSet presAssocID="{CDCC3951-1E43-4492-8977-2E250D974C22}" presName="composite4" presStyleCnt="0"/>
      <dgm:spPr/>
    </dgm:pt>
    <dgm:pt modelId="{CD61699A-0999-4130-AA32-35BEF0470675}" type="pres">
      <dgm:prSet presAssocID="{CDCC3951-1E43-4492-8977-2E250D974C22}" presName="background4" presStyleLbl="node4" presStyleIdx="2" presStyleCnt="4"/>
      <dgm:spPr/>
    </dgm:pt>
    <dgm:pt modelId="{A4809E4B-21A9-4FBA-B186-571FAE252C50}" type="pres">
      <dgm:prSet presAssocID="{CDCC3951-1E43-4492-8977-2E250D974C22}" presName="text4" presStyleLbl="fgAcc4" presStyleIdx="2" presStyleCnt="4">
        <dgm:presLayoutVars>
          <dgm:chPref val="3"/>
        </dgm:presLayoutVars>
      </dgm:prSet>
      <dgm:spPr/>
    </dgm:pt>
    <dgm:pt modelId="{0A7970FA-AFA9-42F5-B030-96EB45DBE064}" type="pres">
      <dgm:prSet presAssocID="{CDCC3951-1E43-4492-8977-2E250D974C22}" presName="hierChild5" presStyleCnt="0"/>
      <dgm:spPr/>
    </dgm:pt>
    <dgm:pt modelId="{10D823F6-B2DE-40D4-82C9-260CA3701614}" type="pres">
      <dgm:prSet presAssocID="{BAC20C8E-719D-4F2D-8083-6805D59FF4C2}" presName="Name23" presStyleLbl="parChTrans1D4" presStyleIdx="3" presStyleCnt="4"/>
      <dgm:spPr/>
    </dgm:pt>
    <dgm:pt modelId="{B50F8D9C-0838-4FB9-B88B-BB066E88EFB5}" type="pres">
      <dgm:prSet presAssocID="{8B157EFC-D2C3-428F-8FEA-EC29E3F481A4}" presName="hierRoot4" presStyleCnt="0"/>
      <dgm:spPr/>
    </dgm:pt>
    <dgm:pt modelId="{F6D16958-4654-4B8B-9BDF-2406A4952A1E}" type="pres">
      <dgm:prSet presAssocID="{8B157EFC-D2C3-428F-8FEA-EC29E3F481A4}" presName="composite4" presStyleCnt="0"/>
      <dgm:spPr/>
    </dgm:pt>
    <dgm:pt modelId="{0F7C91EC-1004-4AAB-9720-508D07FCBA27}" type="pres">
      <dgm:prSet presAssocID="{8B157EFC-D2C3-428F-8FEA-EC29E3F481A4}" presName="background4" presStyleLbl="node4" presStyleIdx="3" presStyleCnt="4"/>
      <dgm:spPr/>
    </dgm:pt>
    <dgm:pt modelId="{3DC81EE7-A6DA-46C6-8A5B-978DA4466BE7}" type="pres">
      <dgm:prSet presAssocID="{8B157EFC-D2C3-428F-8FEA-EC29E3F481A4}" presName="text4" presStyleLbl="fgAcc4" presStyleIdx="3" presStyleCnt="4">
        <dgm:presLayoutVars>
          <dgm:chPref val="3"/>
        </dgm:presLayoutVars>
      </dgm:prSet>
      <dgm:spPr/>
    </dgm:pt>
    <dgm:pt modelId="{C9B9FBC7-D022-4DBC-B6EA-48F493B95758}" type="pres">
      <dgm:prSet presAssocID="{8B157EFC-D2C3-428F-8FEA-EC29E3F481A4}" presName="hierChild5" presStyleCnt="0"/>
      <dgm:spPr/>
    </dgm:pt>
    <dgm:pt modelId="{612F1262-4FCE-4C1B-91B4-C769ECB5ADA4}" type="pres">
      <dgm:prSet presAssocID="{1B6E16F1-834A-4E7E-8BF6-D6723E16C11B}" presName="Name10" presStyleLbl="parChTrans1D2" presStyleIdx="1" presStyleCnt="2"/>
      <dgm:spPr/>
    </dgm:pt>
    <dgm:pt modelId="{34174978-50F0-4BD9-B3C2-0C969059058A}" type="pres">
      <dgm:prSet presAssocID="{60AD8CA7-6B6F-4473-B8C8-BC62C2CEDF83}" presName="hierRoot2" presStyleCnt="0"/>
      <dgm:spPr/>
    </dgm:pt>
    <dgm:pt modelId="{C8258999-34DC-461C-8951-C7331F754534}" type="pres">
      <dgm:prSet presAssocID="{60AD8CA7-6B6F-4473-B8C8-BC62C2CEDF83}" presName="composite2" presStyleCnt="0"/>
      <dgm:spPr/>
    </dgm:pt>
    <dgm:pt modelId="{2AE00B0B-C92A-468E-B493-22443EAF9896}" type="pres">
      <dgm:prSet presAssocID="{60AD8CA7-6B6F-4473-B8C8-BC62C2CEDF83}" presName="background2" presStyleLbl="node2" presStyleIdx="1" presStyleCnt="2"/>
      <dgm:spPr/>
    </dgm:pt>
    <dgm:pt modelId="{DCA80C2B-23B8-4414-B438-BDC229EFDF22}" type="pres">
      <dgm:prSet presAssocID="{60AD8CA7-6B6F-4473-B8C8-BC62C2CEDF83}" presName="text2" presStyleLbl="fgAcc2" presStyleIdx="1" presStyleCnt="2">
        <dgm:presLayoutVars>
          <dgm:chPref val="3"/>
        </dgm:presLayoutVars>
      </dgm:prSet>
      <dgm:spPr/>
    </dgm:pt>
    <dgm:pt modelId="{F27466BC-7320-4592-84FB-03D20393FEC2}" type="pres">
      <dgm:prSet presAssocID="{60AD8CA7-6B6F-4473-B8C8-BC62C2CEDF83}" presName="hierChild3" presStyleCnt="0"/>
      <dgm:spPr/>
    </dgm:pt>
  </dgm:ptLst>
  <dgm:cxnLst>
    <dgm:cxn modelId="{CD582001-8A72-4100-8A27-CA2D27CE82F3}" srcId="{3B9B98B1-1C64-43CA-B837-2A72AE5F84FA}" destId="{60AD8CA7-6B6F-4473-B8C8-BC62C2CEDF83}" srcOrd="1" destOrd="0" parTransId="{1B6E16F1-834A-4E7E-8BF6-D6723E16C11B}" sibTransId="{EDA443BE-57AC-4DCB-8FFD-563E5E457426}"/>
    <dgm:cxn modelId="{6CD8792D-E872-49F4-8CBD-BA8592BD9835}" srcId="{3B9B98B1-1C64-43CA-B837-2A72AE5F84FA}" destId="{82F58DE3-5429-41F6-B17E-6618A5890336}" srcOrd="0" destOrd="0" parTransId="{40F0387C-6823-448C-8EDE-4EE3FC9428A5}" sibTransId="{0CB183A4-3174-44A2-B0B4-A4900A1A954D}"/>
    <dgm:cxn modelId="{59AF963F-6521-4386-83F5-468824F58C44}" type="presOf" srcId="{E2327562-FF12-4823-A304-7457AE1C7D75}" destId="{394CA522-F646-48DD-9305-956FB94C9253}" srcOrd="0" destOrd="0" presId="urn:microsoft.com/office/officeart/2005/8/layout/hierarchy1"/>
    <dgm:cxn modelId="{B3E5C865-7E0B-4642-95B7-10C72DECF6FB}" type="presOf" srcId="{0FED68C5-43D9-4FEF-A376-429C8DB93F59}" destId="{1590D03A-B2E7-4335-BCD7-08BD82C9DD87}" srcOrd="0" destOrd="0" presId="urn:microsoft.com/office/officeart/2005/8/layout/hierarchy1"/>
    <dgm:cxn modelId="{8AF15F47-4968-409E-BEC9-24DC30F537F5}" type="presOf" srcId="{0DF4E52D-6DBD-4FD5-BD96-5F6504020632}" destId="{69965BAC-629F-4081-83CF-25266164A1A2}" srcOrd="0" destOrd="0" presId="urn:microsoft.com/office/officeart/2005/8/layout/hierarchy1"/>
    <dgm:cxn modelId="{95FF6B48-A138-43D6-9046-A19E97C177ED}" type="presOf" srcId="{1648DAD7-D854-4A25-83E6-133C709EABB2}" destId="{401A1EC0-D105-4DF1-9FD4-DF225BE1FAC7}" srcOrd="0" destOrd="0" presId="urn:microsoft.com/office/officeart/2005/8/layout/hierarchy1"/>
    <dgm:cxn modelId="{798BEF4D-B05D-4EDA-BCFF-FE685CDF287E}" type="presOf" srcId="{2067EA56-DBD9-47DA-B5F7-F7FCF09549D5}" destId="{A04A3367-82AB-4FAB-89A3-BD81BA909477}" srcOrd="0" destOrd="0" presId="urn:microsoft.com/office/officeart/2005/8/layout/hierarchy1"/>
    <dgm:cxn modelId="{89B34471-2FE9-49BE-9138-87B6186F84E1}" srcId="{0FED68C5-43D9-4FEF-A376-429C8DB93F59}" destId="{CDCC3951-1E43-4492-8977-2E250D974C22}" srcOrd="0" destOrd="0" parTransId="{0DF4E52D-6DBD-4FD5-BD96-5F6504020632}" sibTransId="{2B44450A-5F35-4C7E-903F-EF0D0CAE5160}"/>
    <dgm:cxn modelId="{D0DC9F71-413D-44CE-9415-4C901005688B}" type="presOf" srcId="{15110882-B5F3-4F54-A56C-98E8A8DA13BA}" destId="{9BAA62E2-213D-46C2-BAA5-8CDF9F72752E}" srcOrd="0" destOrd="0" presId="urn:microsoft.com/office/officeart/2005/8/layout/hierarchy1"/>
    <dgm:cxn modelId="{B73FF352-2CE7-4AF2-9D7E-1B047C4C3F79}" type="presOf" srcId="{3B9B98B1-1C64-43CA-B837-2A72AE5F84FA}" destId="{3CC5CB40-4192-47F7-8AB5-E4E909DE4EAE}" srcOrd="0" destOrd="0" presId="urn:microsoft.com/office/officeart/2005/8/layout/hierarchy1"/>
    <dgm:cxn modelId="{C7D7FA52-1E92-45E7-87FF-D63E279E6821}" srcId="{0FED68C5-43D9-4FEF-A376-429C8DB93F59}" destId="{8B157EFC-D2C3-428F-8FEA-EC29E3F481A4}" srcOrd="1" destOrd="0" parTransId="{BAC20C8E-719D-4F2D-8083-6805D59FF4C2}" sibTransId="{BEF0B3E4-158E-438E-9DD4-BD38D0CE32D8}"/>
    <dgm:cxn modelId="{2FC0D975-D382-4D04-8DF2-80607E085176}" srcId="{82F58DE3-5429-41F6-B17E-6618A5890336}" destId="{E2327562-FF12-4823-A304-7457AE1C7D75}" srcOrd="0" destOrd="0" parTransId="{E23BE7C4-F8E1-4805-8D00-9D55CE2F3164}" sibTransId="{92AC4B02-B759-4D73-B056-1AF21459E93D}"/>
    <dgm:cxn modelId="{040DC177-B1D3-4568-AE4F-DD81301664F7}" srcId="{E2327562-FF12-4823-A304-7457AE1C7D75}" destId="{15110882-B5F3-4F54-A56C-98E8A8DA13BA}" srcOrd="1" destOrd="0" parTransId="{DE1FAD4F-5BEF-48DA-8F73-F806B74E5F96}" sibTransId="{9E39CCFC-80AB-4B10-A3E7-A9DFC24C19F2}"/>
    <dgm:cxn modelId="{9DCB2678-3107-4B1F-AF4C-F3B44B183940}" type="presOf" srcId="{8B157EFC-D2C3-428F-8FEA-EC29E3F481A4}" destId="{3DC81EE7-A6DA-46C6-8A5B-978DA4466BE7}" srcOrd="0" destOrd="0" presId="urn:microsoft.com/office/officeart/2005/8/layout/hierarchy1"/>
    <dgm:cxn modelId="{8159ED5A-2FDC-4EEA-8A5D-825BD82A907C}" type="presOf" srcId="{60AD8CA7-6B6F-4473-B8C8-BC62C2CEDF83}" destId="{DCA80C2B-23B8-4414-B438-BDC229EFDF22}" srcOrd="0" destOrd="0" presId="urn:microsoft.com/office/officeart/2005/8/layout/hierarchy1"/>
    <dgm:cxn modelId="{273B4F7F-3FC3-4896-B266-CCC99F071D38}" type="presOf" srcId="{DE1FAD4F-5BEF-48DA-8F73-F806B74E5F96}" destId="{A9EDA34B-8733-4DB4-BCAC-CA862812AE17}" srcOrd="0" destOrd="0" presId="urn:microsoft.com/office/officeart/2005/8/layout/hierarchy1"/>
    <dgm:cxn modelId="{70F18A96-F66B-492F-9415-083D87D81F75}" type="presOf" srcId="{82F58DE3-5429-41F6-B17E-6618A5890336}" destId="{5064A11A-D8DA-4973-ACC7-8CEAFA3BB79D}" srcOrd="0" destOrd="0" presId="urn:microsoft.com/office/officeart/2005/8/layout/hierarchy1"/>
    <dgm:cxn modelId="{9E3A28B3-70D5-4589-BC0D-6635EEA4305C}" srcId="{E2327562-FF12-4823-A304-7457AE1C7D75}" destId="{1648DAD7-D854-4A25-83E6-133C709EABB2}" srcOrd="0" destOrd="0" parTransId="{9E23E922-203E-4996-A490-5A0203BD1F09}" sibTransId="{E8EC1DDA-4C91-4013-A99E-B7210526B893}"/>
    <dgm:cxn modelId="{8EC0CEB5-1DF7-4421-A624-19F880481FA9}" type="presOf" srcId="{E23BE7C4-F8E1-4805-8D00-9D55CE2F3164}" destId="{E8889E79-DCD6-4A5B-AE9C-D5E73D3CD3CD}" srcOrd="0" destOrd="0" presId="urn:microsoft.com/office/officeart/2005/8/layout/hierarchy1"/>
    <dgm:cxn modelId="{A82D0FBC-3884-4812-B288-0B42BEED565D}" type="presOf" srcId="{1B6E16F1-834A-4E7E-8BF6-D6723E16C11B}" destId="{612F1262-4FCE-4C1B-91B4-C769ECB5ADA4}" srcOrd="0" destOrd="0" presId="urn:microsoft.com/office/officeart/2005/8/layout/hierarchy1"/>
    <dgm:cxn modelId="{E8D20BBE-DD62-4629-809B-091936A6C75B}" srcId="{82F58DE3-5429-41F6-B17E-6618A5890336}" destId="{0FED68C5-43D9-4FEF-A376-429C8DB93F59}" srcOrd="1" destOrd="0" parTransId="{2067EA56-DBD9-47DA-B5F7-F7FCF09549D5}" sibTransId="{D0B06556-1942-4E11-979E-F74E747FFA29}"/>
    <dgm:cxn modelId="{E17C36C0-10AA-4E25-AD59-6AE2576C6178}" type="presOf" srcId="{BAC20C8E-719D-4F2D-8083-6805D59FF4C2}" destId="{10D823F6-B2DE-40D4-82C9-260CA3701614}" srcOrd="0" destOrd="0" presId="urn:microsoft.com/office/officeart/2005/8/layout/hierarchy1"/>
    <dgm:cxn modelId="{0FC6A6CD-107F-4629-8154-AAF5676AAE20}" type="presOf" srcId="{9E23E922-203E-4996-A490-5A0203BD1F09}" destId="{A06781F5-3122-42A1-8286-D40B7E9548DE}" srcOrd="0" destOrd="0" presId="urn:microsoft.com/office/officeart/2005/8/layout/hierarchy1"/>
    <dgm:cxn modelId="{9AFFB1D7-A235-4388-AA96-7F020A3FE76B}" type="presOf" srcId="{CDCC3951-1E43-4492-8977-2E250D974C22}" destId="{A4809E4B-21A9-4FBA-B186-571FAE252C50}" srcOrd="0" destOrd="0" presId="urn:microsoft.com/office/officeart/2005/8/layout/hierarchy1"/>
    <dgm:cxn modelId="{0EE8D6DB-4B35-491C-99C0-DE3A2254686D}" type="presOf" srcId="{40F0387C-6823-448C-8EDE-4EE3FC9428A5}" destId="{E3F2BCA0-B59E-43AF-9372-53F3814C07F3}" srcOrd="0" destOrd="0" presId="urn:microsoft.com/office/officeart/2005/8/layout/hierarchy1"/>
    <dgm:cxn modelId="{39F8F2F5-7F8A-43C1-AA15-8A16A56546F7}" srcId="{CC8000E7-DF91-4311-AB6F-D4245E8E5340}" destId="{3B9B98B1-1C64-43CA-B837-2A72AE5F84FA}" srcOrd="0" destOrd="0" parTransId="{A304FE51-34D2-4094-A0C9-2679215F86F0}" sibTransId="{130AFB74-EF96-4298-9735-E15D49DE8841}"/>
    <dgm:cxn modelId="{15FDF1F6-7991-48C9-8AFD-2CECFE4D7313}" type="presOf" srcId="{CC8000E7-DF91-4311-AB6F-D4245E8E5340}" destId="{DA21D741-615A-4B1D-B313-A50CF2D50387}" srcOrd="0" destOrd="0" presId="urn:microsoft.com/office/officeart/2005/8/layout/hierarchy1"/>
    <dgm:cxn modelId="{E376798C-928E-460A-A4EB-62A65A61F27D}" type="presParOf" srcId="{DA21D741-615A-4B1D-B313-A50CF2D50387}" destId="{9E5B1851-102F-40FD-AD45-8BD162EC5AC8}" srcOrd="0" destOrd="0" presId="urn:microsoft.com/office/officeart/2005/8/layout/hierarchy1"/>
    <dgm:cxn modelId="{55593532-607A-4E6A-B424-E47D152507A8}" type="presParOf" srcId="{9E5B1851-102F-40FD-AD45-8BD162EC5AC8}" destId="{53DB3E07-2A15-4574-94F0-C2EB1D2539A9}" srcOrd="0" destOrd="0" presId="urn:microsoft.com/office/officeart/2005/8/layout/hierarchy1"/>
    <dgm:cxn modelId="{64B2F39E-E130-446D-888C-394FD90D95D7}" type="presParOf" srcId="{53DB3E07-2A15-4574-94F0-C2EB1D2539A9}" destId="{24A7BEF7-177B-41DB-A817-B1B499DEEF0A}" srcOrd="0" destOrd="0" presId="urn:microsoft.com/office/officeart/2005/8/layout/hierarchy1"/>
    <dgm:cxn modelId="{5ADD0C64-0385-4409-BFEA-FC42BBAE0162}" type="presParOf" srcId="{53DB3E07-2A15-4574-94F0-C2EB1D2539A9}" destId="{3CC5CB40-4192-47F7-8AB5-E4E909DE4EAE}" srcOrd="1" destOrd="0" presId="urn:microsoft.com/office/officeart/2005/8/layout/hierarchy1"/>
    <dgm:cxn modelId="{6F66941D-4B35-4F15-B0C7-D58FF9D7733D}" type="presParOf" srcId="{9E5B1851-102F-40FD-AD45-8BD162EC5AC8}" destId="{FADDAFBE-EB0A-4BF4-93C2-FB30EAFA6F89}" srcOrd="1" destOrd="0" presId="urn:microsoft.com/office/officeart/2005/8/layout/hierarchy1"/>
    <dgm:cxn modelId="{1223E738-B185-4CAF-A1AC-2EC92F894D10}" type="presParOf" srcId="{FADDAFBE-EB0A-4BF4-93C2-FB30EAFA6F89}" destId="{E3F2BCA0-B59E-43AF-9372-53F3814C07F3}" srcOrd="0" destOrd="0" presId="urn:microsoft.com/office/officeart/2005/8/layout/hierarchy1"/>
    <dgm:cxn modelId="{BE3AAB1B-24FA-4432-912C-AAAB6C6D6D3E}" type="presParOf" srcId="{FADDAFBE-EB0A-4BF4-93C2-FB30EAFA6F89}" destId="{80160EED-5295-4A53-A521-89F42A6A9E08}" srcOrd="1" destOrd="0" presId="urn:microsoft.com/office/officeart/2005/8/layout/hierarchy1"/>
    <dgm:cxn modelId="{A0DFB7E9-C102-4D06-8B3E-F8B1F94E6351}" type="presParOf" srcId="{80160EED-5295-4A53-A521-89F42A6A9E08}" destId="{8BCE46C6-F268-48C2-8617-F04F62B4D5CE}" srcOrd="0" destOrd="0" presId="urn:microsoft.com/office/officeart/2005/8/layout/hierarchy1"/>
    <dgm:cxn modelId="{3D5FF22F-4FA0-48EE-BD46-D5706FD2FC59}" type="presParOf" srcId="{8BCE46C6-F268-48C2-8617-F04F62B4D5CE}" destId="{9ABD7A7D-4EDB-4464-821E-CB1EC6F0EA8D}" srcOrd="0" destOrd="0" presId="urn:microsoft.com/office/officeart/2005/8/layout/hierarchy1"/>
    <dgm:cxn modelId="{79D6B214-743E-426B-AB80-F227D4F51CBD}" type="presParOf" srcId="{8BCE46C6-F268-48C2-8617-F04F62B4D5CE}" destId="{5064A11A-D8DA-4973-ACC7-8CEAFA3BB79D}" srcOrd="1" destOrd="0" presId="urn:microsoft.com/office/officeart/2005/8/layout/hierarchy1"/>
    <dgm:cxn modelId="{245280F4-4E57-4BB1-BCBC-944E5B804F06}" type="presParOf" srcId="{80160EED-5295-4A53-A521-89F42A6A9E08}" destId="{295ED1C3-1164-4A04-B108-EF01E56F250B}" srcOrd="1" destOrd="0" presId="urn:microsoft.com/office/officeart/2005/8/layout/hierarchy1"/>
    <dgm:cxn modelId="{E8277707-F97A-4A5F-A1CA-81E96AA0FBFC}" type="presParOf" srcId="{295ED1C3-1164-4A04-B108-EF01E56F250B}" destId="{E8889E79-DCD6-4A5B-AE9C-D5E73D3CD3CD}" srcOrd="0" destOrd="0" presId="urn:microsoft.com/office/officeart/2005/8/layout/hierarchy1"/>
    <dgm:cxn modelId="{05818425-2E45-4602-B869-8BFD0B53F787}" type="presParOf" srcId="{295ED1C3-1164-4A04-B108-EF01E56F250B}" destId="{21EC6E54-EEDF-401F-A3B0-4662C421DAB2}" srcOrd="1" destOrd="0" presId="urn:microsoft.com/office/officeart/2005/8/layout/hierarchy1"/>
    <dgm:cxn modelId="{D2B97A1A-BF38-4E39-AF98-1E94F0D1A0E9}" type="presParOf" srcId="{21EC6E54-EEDF-401F-A3B0-4662C421DAB2}" destId="{63A2CDC2-36C0-47BE-9BC1-BA035586B712}" srcOrd="0" destOrd="0" presId="urn:microsoft.com/office/officeart/2005/8/layout/hierarchy1"/>
    <dgm:cxn modelId="{FB1BB40C-BA51-4096-A351-7B66B5272D02}" type="presParOf" srcId="{63A2CDC2-36C0-47BE-9BC1-BA035586B712}" destId="{A1D3418C-A2C9-4149-8948-8E7B240679F7}" srcOrd="0" destOrd="0" presId="urn:microsoft.com/office/officeart/2005/8/layout/hierarchy1"/>
    <dgm:cxn modelId="{042BBDDB-B21F-4EF8-AA8C-564BBC83DF29}" type="presParOf" srcId="{63A2CDC2-36C0-47BE-9BC1-BA035586B712}" destId="{394CA522-F646-48DD-9305-956FB94C9253}" srcOrd="1" destOrd="0" presId="urn:microsoft.com/office/officeart/2005/8/layout/hierarchy1"/>
    <dgm:cxn modelId="{779B5978-7E40-4F20-8338-A743026F20D2}" type="presParOf" srcId="{21EC6E54-EEDF-401F-A3B0-4662C421DAB2}" destId="{38D0923B-E384-47F2-9BE3-47828636F0F0}" srcOrd="1" destOrd="0" presId="urn:microsoft.com/office/officeart/2005/8/layout/hierarchy1"/>
    <dgm:cxn modelId="{5ADFDFB7-E4EA-4469-A9E4-7B82BC7A5949}" type="presParOf" srcId="{38D0923B-E384-47F2-9BE3-47828636F0F0}" destId="{A06781F5-3122-42A1-8286-D40B7E9548DE}" srcOrd="0" destOrd="0" presId="urn:microsoft.com/office/officeart/2005/8/layout/hierarchy1"/>
    <dgm:cxn modelId="{66CFB334-47C6-4510-AAC6-4B4DE3F634A2}" type="presParOf" srcId="{38D0923B-E384-47F2-9BE3-47828636F0F0}" destId="{5D3881E7-B77D-4E4B-B57C-DB3A11D7DF83}" srcOrd="1" destOrd="0" presId="urn:microsoft.com/office/officeart/2005/8/layout/hierarchy1"/>
    <dgm:cxn modelId="{B3CF839C-34D8-40EC-93B7-C297080D175B}" type="presParOf" srcId="{5D3881E7-B77D-4E4B-B57C-DB3A11D7DF83}" destId="{6923A03F-B56E-44C1-9DF9-B849E34C2F87}" srcOrd="0" destOrd="0" presId="urn:microsoft.com/office/officeart/2005/8/layout/hierarchy1"/>
    <dgm:cxn modelId="{5263D9AB-721D-445A-8246-6F60BB7ED26C}" type="presParOf" srcId="{6923A03F-B56E-44C1-9DF9-B849E34C2F87}" destId="{6CD21331-28B0-4523-8766-409A27AB3319}" srcOrd="0" destOrd="0" presId="urn:microsoft.com/office/officeart/2005/8/layout/hierarchy1"/>
    <dgm:cxn modelId="{0269520E-0012-4477-B64F-3637B3C2E17B}" type="presParOf" srcId="{6923A03F-B56E-44C1-9DF9-B849E34C2F87}" destId="{401A1EC0-D105-4DF1-9FD4-DF225BE1FAC7}" srcOrd="1" destOrd="0" presId="urn:microsoft.com/office/officeart/2005/8/layout/hierarchy1"/>
    <dgm:cxn modelId="{814A29CF-1774-4634-8F93-75B9D0A6AB75}" type="presParOf" srcId="{5D3881E7-B77D-4E4B-B57C-DB3A11D7DF83}" destId="{B269791B-B17E-4D14-91C2-30972B3DA2B6}" srcOrd="1" destOrd="0" presId="urn:microsoft.com/office/officeart/2005/8/layout/hierarchy1"/>
    <dgm:cxn modelId="{1B5DEFA9-E722-432B-B066-7221090D3D71}" type="presParOf" srcId="{38D0923B-E384-47F2-9BE3-47828636F0F0}" destId="{A9EDA34B-8733-4DB4-BCAC-CA862812AE17}" srcOrd="2" destOrd="0" presId="urn:microsoft.com/office/officeart/2005/8/layout/hierarchy1"/>
    <dgm:cxn modelId="{E0E34D7F-B1C6-4863-99C8-F2DCFB4C1993}" type="presParOf" srcId="{38D0923B-E384-47F2-9BE3-47828636F0F0}" destId="{1651F213-2C69-4AC9-8476-8C5EB88587C5}" srcOrd="3" destOrd="0" presId="urn:microsoft.com/office/officeart/2005/8/layout/hierarchy1"/>
    <dgm:cxn modelId="{6F4AC798-09E4-4C0D-BF19-8C76CC6DC42D}" type="presParOf" srcId="{1651F213-2C69-4AC9-8476-8C5EB88587C5}" destId="{0C2F8DEC-FCF2-4B97-8FB1-453A3955229A}" srcOrd="0" destOrd="0" presId="urn:microsoft.com/office/officeart/2005/8/layout/hierarchy1"/>
    <dgm:cxn modelId="{C72C4BEF-E993-41C8-B58D-3B2B7CA0A93C}" type="presParOf" srcId="{0C2F8DEC-FCF2-4B97-8FB1-453A3955229A}" destId="{3EC4039A-0660-4FE5-B460-1312E6B5EA9D}" srcOrd="0" destOrd="0" presId="urn:microsoft.com/office/officeart/2005/8/layout/hierarchy1"/>
    <dgm:cxn modelId="{8AE08D7C-E305-4811-99DA-A2F952E5BEE6}" type="presParOf" srcId="{0C2F8DEC-FCF2-4B97-8FB1-453A3955229A}" destId="{9BAA62E2-213D-46C2-BAA5-8CDF9F72752E}" srcOrd="1" destOrd="0" presId="urn:microsoft.com/office/officeart/2005/8/layout/hierarchy1"/>
    <dgm:cxn modelId="{A55E5D8D-A2A8-43B1-A087-09170FBC3FA1}" type="presParOf" srcId="{1651F213-2C69-4AC9-8476-8C5EB88587C5}" destId="{BA39506E-9765-4ECB-89FB-818DFDDE130E}" srcOrd="1" destOrd="0" presId="urn:microsoft.com/office/officeart/2005/8/layout/hierarchy1"/>
    <dgm:cxn modelId="{EB6110CC-9A9D-449A-B72C-B170A828D3DE}" type="presParOf" srcId="{295ED1C3-1164-4A04-B108-EF01E56F250B}" destId="{A04A3367-82AB-4FAB-89A3-BD81BA909477}" srcOrd="2" destOrd="0" presId="urn:microsoft.com/office/officeart/2005/8/layout/hierarchy1"/>
    <dgm:cxn modelId="{387F153E-DE0D-4298-A243-580755C52F4B}" type="presParOf" srcId="{295ED1C3-1164-4A04-B108-EF01E56F250B}" destId="{4CDC06B1-EC6D-4476-BCB3-F663A9B6EE58}" srcOrd="3" destOrd="0" presId="urn:microsoft.com/office/officeart/2005/8/layout/hierarchy1"/>
    <dgm:cxn modelId="{9403C1A3-CF58-4D66-9D6E-1462979AD8FB}" type="presParOf" srcId="{4CDC06B1-EC6D-4476-BCB3-F663A9B6EE58}" destId="{9EF95285-0C90-42A3-9B79-14E8A76EC782}" srcOrd="0" destOrd="0" presId="urn:microsoft.com/office/officeart/2005/8/layout/hierarchy1"/>
    <dgm:cxn modelId="{9C1232C3-DAFE-4005-8EA8-A54DAE04C4C4}" type="presParOf" srcId="{9EF95285-0C90-42A3-9B79-14E8A76EC782}" destId="{D93B0FEA-48B6-40A7-8B49-80417B49C6E2}" srcOrd="0" destOrd="0" presId="urn:microsoft.com/office/officeart/2005/8/layout/hierarchy1"/>
    <dgm:cxn modelId="{C64F232C-45A2-4C15-8296-DDAF3EFD73C8}" type="presParOf" srcId="{9EF95285-0C90-42A3-9B79-14E8A76EC782}" destId="{1590D03A-B2E7-4335-BCD7-08BD82C9DD87}" srcOrd="1" destOrd="0" presId="urn:microsoft.com/office/officeart/2005/8/layout/hierarchy1"/>
    <dgm:cxn modelId="{03BA2516-C58E-42F9-A97C-90E2D16B00DB}" type="presParOf" srcId="{4CDC06B1-EC6D-4476-BCB3-F663A9B6EE58}" destId="{F75F2BD3-37BC-4E83-91F7-AFA086811100}" srcOrd="1" destOrd="0" presId="urn:microsoft.com/office/officeart/2005/8/layout/hierarchy1"/>
    <dgm:cxn modelId="{9296B7E6-D4AE-438B-9D3D-EA551F0CFFDA}" type="presParOf" srcId="{F75F2BD3-37BC-4E83-91F7-AFA086811100}" destId="{69965BAC-629F-4081-83CF-25266164A1A2}" srcOrd="0" destOrd="0" presId="urn:microsoft.com/office/officeart/2005/8/layout/hierarchy1"/>
    <dgm:cxn modelId="{E4ED09C9-3EF0-4D35-B00D-86C741AF00AF}" type="presParOf" srcId="{F75F2BD3-37BC-4E83-91F7-AFA086811100}" destId="{3E847F71-CEF3-4285-A59C-96FBD72960CF}" srcOrd="1" destOrd="0" presId="urn:microsoft.com/office/officeart/2005/8/layout/hierarchy1"/>
    <dgm:cxn modelId="{8FF5FD94-61FD-49BE-B316-0BC1806789A5}" type="presParOf" srcId="{3E847F71-CEF3-4285-A59C-96FBD72960CF}" destId="{2BEDE7E9-0E16-4E10-A342-41961AAC9EA6}" srcOrd="0" destOrd="0" presId="urn:microsoft.com/office/officeart/2005/8/layout/hierarchy1"/>
    <dgm:cxn modelId="{A4FED040-C137-4220-873E-9CB78E8B259F}" type="presParOf" srcId="{2BEDE7E9-0E16-4E10-A342-41961AAC9EA6}" destId="{CD61699A-0999-4130-AA32-35BEF0470675}" srcOrd="0" destOrd="0" presId="urn:microsoft.com/office/officeart/2005/8/layout/hierarchy1"/>
    <dgm:cxn modelId="{08222FB9-26AA-453C-97D7-682CAF246720}" type="presParOf" srcId="{2BEDE7E9-0E16-4E10-A342-41961AAC9EA6}" destId="{A4809E4B-21A9-4FBA-B186-571FAE252C50}" srcOrd="1" destOrd="0" presId="urn:microsoft.com/office/officeart/2005/8/layout/hierarchy1"/>
    <dgm:cxn modelId="{CA92C891-D37A-4292-871F-9E703FC3E029}" type="presParOf" srcId="{3E847F71-CEF3-4285-A59C-96FBD72960CF}" destId="{0A7970FA-AFA9-42F5-B030-96EB45DBE064}" srcOrd="1" destOrd="0" presId="urn:microsoft.com/office/officeart/2005/8/layout/hierarchy1"/>
    <dgm:cxn modelId="{944FD0F3-B97A-45ED-BC35-915DC4D0000C}" type="presParOf" srcId="{F75F2BD3-37BC-4E83-91F7-AFA086811100}" destId="{10D823F6-B2DE-40D4-82C9-260CA3701614}" srcOrd="2" destOrd="0" presId="urn:microsoft.com/office/officeart/2005/8/layout/hierarchy1"/>
    <dgm:cxn modelId="{3449C3ED-6543-452E-ACE1-C4BAFABCEAC0}" type="presParOf" srcId="{F75F2BD3-37BC-4E83-91F7-AFA086811100}" destId="{B50F8D9C-0838-4FB9-B88B-BB066E88EFB5}" srcOrd="3" destOrd="0" presId="urn:microsoft.com/office/officeart/2005/8/layout/hierarchy1"/>
    <dgm:cxn modelId="{C06749DD-9148-468B-A692-D89CC1B603C1}" type="presParOf" srcId="{B50F8D9C-0838-4FB9-B88B-BB066E88EFB5}" destId="{F6D16958-4654-4B8B-9BDF-2406A4952A1E}" srcOrd="0" destOrd="0" presId="urn:microsoft.com/office/officeart/2005/8/layout/hierarchy1"/>
    <dgm:cxn modelId="{6AA25108-5491-42CA-94F0-89B4BA5E4092}" type="presParOf" srcId="{F6D16958-4654-4B8B-9BDF-2406A4952A1E}" destId="{0F7C91EC-1004-4AAB-9720-508D07FCBA27}" srcOrd="0" destOrd="0" presId="urn:microsoft.com/office/officeart/2005/8/layout/hierarchy1"/>
    <dgm:cxn modelId="{B1E2C9D3-11CC-4AE2-98EA-788AB18D4AC9}" type="presParOf" srcId="{F6D16958-4654-4B8B-9BDF-2406A4952A1E}" destId="{3DC81EE7-A6DA-46C6-8A5B-978DA4466BE7}" srcOrd="1" destOrd="0" presId="urn:microsoft.com/office/officeart/2005/8/layout/hierarchy1"/>
    <dgm:cxn modelId="{B158314E-CA11-4F90-90C1-A8A8107E004B}" type="presParOf" srcId="{B50F8D9C-0838-4FB9-B88B-BB066E88EFB5}" destId="{C9B9FBC7-D022-4DBC-B6EA-48F493B95758}" srcOrd="1" destOrd="0" presId="urn:microsoft.com/office/officeart/2005/8/layout/hierarchy1"/>
    <dgm:cxn modelId="{316B41D2-567F-4B76-B485-6DA013DFF15B}" type="presParOf" srcId="{FADDAFBE-EB0A-4BF4-93C2-FB30EAFA6F89}" destId="{612F1262-4FCE-4C1B-91B4-C769ECB5ADA4}" srcOrd="2" destOrd="0" presId="urn:microsoft.com/office/officeart/2005/8/layout/hierarchy1"/>
    <dgm:cxn modelId="{E70EC69F-B052-4B17-89AD-D6A664F2DB5F}" type="presParOf" srcId="{FADDAFBE-EB0A-4BF4-93C2-FB30EAFA6F89}" destId="{34174978-50F0-4BD9-B3C2-0C969059058A}" srcOrd="3" destOrd="0" presId="urn:microsoft.com/office/officeart/2005/8/layout/hierarchy1"/>
    <dgm:cxn modelId="{27E193C4-01CA-4611-B778-674AA0CEBA26}" type="presParOf" srcId="{34174978-50F0-4BD9-B3C2-0C969059058A}" destId="{C8258999-34DC-461C-8951-C7331F754534}" srcOrd="0" destOrd="0" presId="urn:microsoft.com/office/officeart/2005/8/layout/hierarchy1"/>
    <dgm:cxn modelId="{FF1AC24E-44D5-417E-A4BA-0B28B0C65808}" type="presParOf" srcId="{C8258999-34DC-461C-8951-C7331F754534}" destId="{2AE00B0B-C92A-468E-B493-22443EAF9896}" srcOrd="0" destOrd="0" presId="urn:microsoft.com/office/officeart/2005/8/layout/hierarchy1"/>
    <dgm:cxn modelId="{096D8405-343C-45B5-9CD4-07A18A45C848}" type="presParOf" srcId="{C8258999-34DC-461C-8951-C7331F754534}" destId="{DCA80C2B-23B8-4414-B438-BDC229EFDF22}" srcOrd="1" destOrd="0" presId="urn:microsoft.com/office/officeart/2005/8/layout/hierarchy1"/>
    <dgm:cxn modelId="{DFF4FC1D-AD2B-4ECC-AD96-4070F8ABA4CD}" type="presParOf" srcId="{34174978-50F0-4BD9-B3C2-0C969059058A}" destId="{F27466BC-7320-4592-84FB-03D20393FEC2}"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6E2EFA-A614-42FE-ACCE-B559AF1CD577}" type="doc">
      <dgm:prSet loTypeId="urn:microsoft.com/office/officeart/2005/8/layout/process1" loCatId="process" qsTypeId="urn:microsoft.com/office/officeart/2005/8/quickstyle/simple1#19" qsCatId="simple" csTypeId="urn:microsoft.com/office/officeart/2005/8/colors/accent1_2#7" csCatId="accent1" phldr="1"/>
      <dgm:spPr/>
    </dgm:pt>
    <dgm:pt modelId="{101EDA0C-E9EA-4486-96C8-673129543E2D}">
      <dgm:prSet phldrT="[文本]"/>
      <dgm:spPr/>
      <dgm:t>
        <a:bodyPr/>
        <a:lstStyle/>
        <a:p>
          <a:r>
            <a:rPr lang="zh-CN" altLang="en-US" dirty="0"/>
            <a:t>定条件</a:t>
          </a:r>
        </a:p>
      </dgm:t>
    </dgm:pt>
    <dgm:pt modelId="{D5EDB021-F116-426E-84EF-C8C3BC3A3DEC}" type="parTrans" cxnId="{5472A8E1-0608-44E6-9083-981C8919320F}">
      <dgm:prSet/>
      <dgm:spPr/>
      <dgm:t>
        <a:bodyPr/>
        <a:lstStyle/>
        <a:p>
          <a:endParaRPr lang="zh-CN" altLang="en-US"/>
        </a:p>
      </dgm:t>
    </dgm:pt>
    <dgm:pt modelId="{D06911F9-B38D-4C78-A426-9CC291B07855}" type="sibTrans" cxnId="{5472A8E1-0608-44E6-9083-981C8919320F}">
      <dgm:prSet/>
      <dgm:spPr/>
      <dgm:t>
        <a:bodyPr/>
        <a:lstStyle/>
        <a:p>
          <a:endParaRPr lang="zh-CN" altLang="en-US"/>
        </a:p>
      </dgm:t>
    </dgm:pt>
    <dgm:pt modelId="{0065B97B-85BB-476F-94AD-0306878984A3}">
      <dgm:prSet phldrT="[文本]"/>
      <dgm:spPr/>
      <dgm:t>
        <a:bodyPr/>
        <a:lstStyle/>
        <a:p>
          <a:r>
            <a:rPr lang="zh-CN" altLang="en-US" dirty="0"/>
            <a:t>按标准评定每个方案</a:t>
          </a:r>
        </a:p>
      </dgm:t>
    </dgm:pt>
    <dgm:pt modelId="{925E016E-59E4-4D10-81C1-8AE50A2C60E5}" type="parTrans" cxnId="{1AB269EE-F32F-47A4-BEA5-53BF6F769352}">
      <dgm:prSet/>
      <dgm:spPr/>
      <dgm:t>
        <a:bodyPr/>
        <a:lstStyle/>
        <a:p>
          <a:endParaRPr lang="zh-CN" altLang="en-US"/>
        </a:p>
      </dgm:t>
    </dgm:pt>
    <dgm:pt modelId="{A56D5ACA-B8BF-4014-9F88-5D5BC37B2364}" type="sibTrans" cxnId="{1AB269EE-F32F-47A4-BEA5-53BF6F769352}">
      <dgm:prSet/>
      <dgm:spPr/>
      <dgm:t>
        <a:bodyPr/>
        <a:lstStyle/>
        <a:p>
          <a:endParaRPr lang="zh-CN" altLang="en-US"/>
        </a:p>
      </dgm:t>
    </dgm:pt>
    <dgm:pt modelId="{885D562B-8DB2-43BB-B298-80D6039CA185}">
      <dgm:prSet phldrT="[文本]"/>
      <dgm:spPr/>
      <dgm:t>
        <a:bodyPr/>
        <a:lstStyle/>
        <a:p>
          <a:r>
            <a:rPr lang="zh-CN" altLang="en-US" dirty="0"/>
            <a:t>按总分选择最佳方案</a:t>
          </a:r>
        </a:p>
      </dgm:t>
    </dgm:pt>
    <dgm:pt modelId="{4BD5B14D-19D5-457C-A728-0D22290E1212}" type="parTrans" cxnId="{99674A65-7C7F-4ABC-82BD-791393FCA23A}">
      <dgm:prSet/>
      <dgm:spPr/>
      <dgm:t>
        <a:bodyPr/>
        <a:lstStyle/>
        <a:p>
          <a:endParaRPr lang="zh-CN" altLang="en-US"/>
        </a:p>
      </dgm:t>
    </dgm:pt>
    <dgm:pt modelId="{60A8381C-7852-4291-876F-9A42159FECA5}" type="sibTrans" cxnId="{99674A65-7C7F-4ABC-82BD-791393FCA23A}">
      <dgm:prSet/>
      <dgm:spPr/>
      <dgm:t>
        <a:bodyPr/>
        <a:lstStyle/>
        <a:p>
          <a:endParaRPr lang="zh-CN" altLang="en-US"/>
        </a:p>
      </dgm:t>
    </dgm:pt>
    <dgm:pt modelId="{90383B91-AB19-4870-B40B-50D508E90D64}">
      <dgm:prSet phldrT="[文本]"/>
      <dgm:spPr/>
      <dgm:t>
        <a:bodyPr/>
        <a:lstStyle/>
        <a:p>
          <a:r>
            <a:rPr lang="zh-CN" altLang="en-US" dirty="0"/>
            <a:t>定权重</a:t>
          </a:r>
        </a:p>
      </dgm:t>
    </dgm:pt>
    <dgm:pt modelId="{6E0AD813-A9E5-4847-9910-EF034D8D1598}" type="parTrans" cxnId="{7762F4A4-664C-4AF5-8999-9037597F052E}">
      <dgm:prSet/>
      <dgm:spPr/>
      <dgm:t>
        <a:bodyPr/>
        <a:lstStyle/>
        <a:p>
          <a:endParaRPr lang="zh-CN" altLang="en-US"/>
        </a:p>
      </dgm:t>
    </dgm:pt>
    <dgm:pt modelId="{DAE35365-9E1B-4614-BFDD-FEDB0224462D}" type="sibTrans" cxnId="{7762F4A4-664C-4AF5-8999-9037597F052E}">
      <dgm:prSet/>
      <dgm:spPr/>
      <dgm:t>
        <a:bodyPr/>
        <a:lstStyle/>
        <a:p>
          <a:endParaRPr lang="zh-CN" altLang="en-US"/>
        </a:p>
      </dgm:t>
    </dgm:pt>
    <dgm:pt modelId="{BB895E4C-A6D0-4F3D-9E96-09ED31193401}" type="pres">
      <dgm:prSet presAssocID="{9F6E2EFA-A614-42FE-ACCE-B559AF1CD577}" presName="Name0" presStyleCnt="0">
        <dgm:presLayoutVars>
          <dgm:dir/>
          <dgm:resizeHandles val="exact"/>
        </dgm:presLayoutVars>
      </dgm:prSet>
      <dgm:spPr/>
    </dgm:pt>
    <dgm:pt modelId="{6B5BFE21-B27C-4947-8156-4F045B48F123}" type="pres">
      <dgm:prSet presAssocID="{101EDA0C-E9EA-4486-96C8-673129543E2D}" presName="node" presStyleLbl="node1" presStyleIdx="0" presStyleCnt="4">
        <dgm:presLayoutVars>
          <dgm:bulletEnabled val="1"/>
        </dgm:presLayoutVars>
      </dgm:prSet>
      <dgm:spPr/>
    </dgm:pt>
    <dgm:pt modelId="{2B19F5B6-2A2B-4178-8901-DDD5ADE80F6B}" type="pres">
      <dgm:prSet presAssocID="{D06911F9-B38D-4C78-A426-9CC291B07855}" presName="sibTrans" presStyleLbl="sibTrans2D1" presStyleIdx="0" presStyleCnt="3"/>
      <dgm:spPr/>
    </dgm:pt>
    <dgm:pt modelId="{966C30AA-B1EB-49AD-AA65-139F42EC98DB}" type="pres">
      <dgm:prSet presAssocID="{D06911F9-B38D-4C78-A426-9CC291B07855}" presName="connectorText" presStyleLbl="sibTrans2D1" presStyleIdx="0" presStyleCnt="3"/>
      <dgm:spPr/>
    </dgm:pt>
    <dgm:pt modelId="{1223329B-5770-40B1-B378-F575E36CC92C}" type="pres">
      <dgm:prSet presAssocID="{90383B91-AB19-4870-B40B-50D508E90D64}" presName="node" presStyleLbl="node1" presStyleIdx="1" presStyleCnt="4">
        <dgm:presLayoutVars>
          <dgm:bulletEnabled val="1"/>
        </dgm:presLayoutVars>
      </dgm:prSet>
      <dgm:spPr/>
    </dgm:pt>
    <dgm:pt modelId="{93911911-9F68-4B39-AE3C-2B9EE8755BE1}" type="pres">
      <dgm:prSet presAssocID="{DAE35365-9E1B-4614-BFDD-FEDB0224462D}" presName="sibTrans" presStyleLbl="sibTrans2D1" presStyleIdx="1" presStyleCnt="3"/>
      <dgm:spPr/>
    </dgm:pt>
    <dgm:pt modelId="{205772C3-F5C1-42EB-A54B-56752AC53699}" type="pres">
      <dgm:prSet presAssocID="{DAE35365-9E1B-4614-BFDD-FEDB0224462D}" presName="connectorText" presStyleLbl="sibTrans2D1" presStyleIdx="1" presStyleCnt="3"/>
      <dgm:spPr/>
    </dgm:pt>
    <dgm:pt modelId="{F084F53B-A1B2-4DE5-A311-C929EB2EFF62}" type="pres">
      <dgm:prSet presAssocID="{0065B97B-85BB-476F-94AD-0306878984A3}" presName="node" presStyleLbl="node1" presStyleIdx="2" presStyleCnt="4">
        <dgm:presLayoutVars>
          <dgm:bulletEnabled val="1"/>
        </dgm:presLayoutVars>
      </dgm:prSet>
      <dgm:spPr/>
    </dgm:pt>
    <dgm:pt modelId="{0B2F1BF9-DE24-41C7-B6DF-1C97078646E8}" type="pres">
      <dgm:prSet presAssocID="{A56D5ACA-B8BF-4014-9F88-5D5BC37B2364}" presName="sibTrans" presStyleLbl="sibTrans2D1" presStyleIdx="2" presStyleCnt="3"/>
      <dgm:spPr/>
    </dgm:pt>
    <dgm:pt modelId="{4A0FB3FD-FA5A-4D7F-AB7C-6FD7032D2128}" type="pres">
      <dgm:prSet presAssocID="{A56D5ACA-B8BF-4014-9F88-5D5BC37B2364}" presName="connectorText" presStyleLbl="sibTrans2D1" presStyleIdx="2" presStyleCnt="3"/>
      <dgm:spPr/>
    </dgm:pt>
    <dgm:pt modelId="{DF1F9087-6CD7-49AB-9860-5B5B157BD3A9}" type="pres">
      <dgm:prSet presAssocID="{885D562B-8DB2-43BB-B298-80D6039CA185}" presName="node" presStyleLbl="node1" presStyleIdx="3" presStyleCnt="4">
        <dgm:presLayoutVars>
          <dgm:bulletEnabled val="1"/>
        </dgm:presLayoutVars>
      </dgm:prSet>
      <dgm:spPr/>
    </dgm:pt>
  </dgm:ptLst>
  <dgm:cxnLst>
    <dgm:cxn modelId="{D7AD0714-0E36-4FD1-A4EF-82C6C4C7140A}" type="presOf" srcId="{A56D5ACA-B8BF-4014-9F88-5D5BC37B2364}" destId="{0B2F1BF9-DE24-41C7-B6DF-1C97078646E8}" srcOrd="0" destOrd="0" presId="urn:microsoft.com/office/officeart/2005/8/layout/process1"/>
    <dgm:cxn modelId="{FD687B29-83EF-4E46-8E63-664826BE21C1}" type="presOf" srcId="{D06911F9-B38D-4C78-A426-9CC291B07855}" destId="{2B19F5B6-2A2B-4178-8901-DDD5ADE80F6B}" srcOrd="0" destOrd="0" presId="urn:microsoft.com/office/officeart/2005/8/layout/process1"/>
    <dgm:cxn modelId="{539D7132-685F-42D8-969E-1BC9D31CDBD3}" type="presOf" srcId="{101EDA0C-E9EA-4486-96C8-673129543E2D}" destId="{6B5BFE21-B27C-4947-8156-4F045B48F123}" srcOrd="0" destOrd="0" presId="urn:microsoft.com/office/officeart/2005/8/layout/process1"/>
    <dgm:cxn modelId="{ED41E741-F57E-45CE-A311-DEED2C7870AA}" type="presOf" srcId="{90383B91-AB19-4870-B40B-50D508E90D64}" destId="{1223329B-5770-40B1-B378-F575E36CC92C}" srcOrd="0" destOrd="0" presId="urn:microsoft.com/office/officeart/2005/8/layout/process1"/>
    <dgm:cxn modelId="{818D1B42-B9B0-4558-9BC7-5CBB7BA21BD0}" type="presOf" srcId="{D06911F9-B38D-4C78-A426-9CC291B07855}" destId="{966C30AA-B1EB-49AD-AA65-139F42EC98DB}" srcOrd="1" destOrd="0" presId="urn:microsoft.com/office/officeart/2005/8/layout/process1"/>
    <dgm:cxn modelId="{99674A65-7C7F-4ABC-82BD-791393FCA23A}" srcId="{9F6E2EFA-A614-42FE-ACCE-B559AF1CD577}" destId="{885D562B-8DB2-43BB-B298-80D6039CA185}" srcOrd="3" destOrd="0" parTransId="{4BD5B14D-19D5-457C-A728-0D22290E1212}" sibTransId="{60A8381C-7852-4291-876F-9A42159FECA5}"/>
    <dgm:cxn modelId="{4819AB72-7D27-4BB3-A464-26885CCA9819}" type="presOf" srcId="{DAE35365-9E1B-4614-BFDD-FEDB0224462D}" destId="{205772C3-F5C1-42EB-A54B-56752AC53699}" srcOrd="1" destOrd="0" presId="urn:microsoft.com/office/officeart/2005/8/layout/process1"/>
    <dgm:cxn modelId="{7762F4A4-664C-4AF5-8999-9037597F052E}" srcId="{9F6E2EFA-A614-42FE-ACCE-B559AF1CD577}" destId="{90383B91-AB19-4870-B40B-50D508E90D64}" srcOrd="1" destOrd="0" parTransId="{6E0AD813-A9E5-4847-9910-EF034D8D1598}" sibTransId="{DAE35365-9E1B-4614-BFDD-FEDB0224462D}"/>
    <dgm:cxn modelId="{569C9BBC-82EA-4D61-9F37-4F9F8EAD1970}" type="presOf" srcId="{885D562B-8DB2-43BB-B298-80D6039CA185}" destId="{DF1F9087-6CD7-49AB-9860-5B5B157BD3A9}" srcOrd="0" destOrd="0" presId="urn:microsoft.com/office/officeart/2005/8/layout/process1"/>
    <dgm:cxn modelId="{87357AD1-A3B9-435D-84D5-AC581A7CDABC}" type="presOf" srcId="{0065B97B-85BB-476F-94AD-0306878984A3}" destId="{F084F53B-A1B2-4DE5-A311-C929EB2EFF62}" srcOrd="0" destOrd="0" presId="urn:microsoft.com/office/officeart/2005/8/layout/process1"/>
    <dgm:cxn modelId="{5472A8E1-0608-44E6-9083-981C8919320F}" srcId="{9F6E2EFA-A614-42FE-ACCE-B559AF1CD577}" destId="{101EDA0C-E9EA-4486-96C8-673129543E2D}" srcOrd="0" destOrd="0" parTransId="{D5EDB021-F116-426E-84EF-C8C3BC3A3DEC}" sibTransId="{D06911F9-B38D-4C78-A426-9CC291B07855}"/>
    <dgm:cxn modelId="{C880F7EB-C150-4997-A695-402EE0D2E278}" type="presOf" srcId="{DAE35365-9E1B-4614-BFDD-FEDB0224462D}" destId="{93911911-9F68-4B39-AE3C-2B9EE8755BE1}" srcOrd="0" destOrd="0" presId="urn:microsoft.com/office/officeart/2005/8/layout/process1"/>
    <dgm:cxn modelId="{59AF88EC-15F8-4477-AB4D-5B574047F4DA}" type="presOf" srcId="{A56D5ACA-B8BF-4014-9F88-5D5BC37B2364}" destId="{4A0FB3FD-FA5A-4D7F-AB7C-6FD7032D2128}" srcOrd="1" destOrd="0" presId="urn:microsoft.com/office/officeart/2005/8/layout/process1"/>
    <dgm:cxn modelId="{1AB269EE-F32F-47A4-BEA5-53BF6F769352}" srcId="{9F6E2EFA-A614-42FE-ACCE-B559AF1CD577}" destId="{0065B97B-85BB-476F-94AD-0306878984A3}" srcOrd="2" destOrd="0" parTransId="{925E016E-59E4-4D10-81C1-8AE50A2C60E5}" sibTransId="{A56D5ACA-B8BF-4014-9F88-5D5BC37B2364}"/>
    <dgm:cxn modelId="{41497AEF-C4CE-4D2A-95D0-1B66C971D04A}" type="presOf" srcId="{9F6E2EFA-A614-42FE-ACCE-B559AF1CD577}" destId="{BB895E4C-A6D0-4F3D-9E96-09ED31193401}" srcOrd="0" destOrd="0" presId="urn:microsoft.com/office/officeart/2005/8/layout/process1"/>
    <dgm:cxn modelId="{B5B5AF79-2D72-4709-8D35-4D82125D0AFC}" type="presParOf" srcId="{BB895E4C-A6D0-4F3D-9E96-09ED31193401}" destId="{6B5BFE21-B27C-4947-8156-4F045B48F123}" srcOrd="0" destOrd="0" presId="urn:microsoft.com/office/officeart/2005/8/layout/process1"/>
    <dgm:cxn modelId="{470D9E2C-DA7E-4128-A32E-39C023B6CF67}" type="presParOf" srcId="{BB895E4C-A6D0-4F3D-9E96-09ED31193401}" destId="{2B19F5B6-2A2B-4178-8901-DDD5ADE80F6B}" srcOrd="1" destOrd="0" presId="urn:microsoft.com/office/officeart/2005/8/layout/process1"/>
    <dgm:cxn modelId="{7BD0B6E8-837D-4520-B303-F790B00B8158}" type="presParOf" srcId="{2B19F5B6-2A2B-4178-8901-DDD5ADE80F6B}" destId="{966C30AA-B1EB-49AD-AA65-139F42EC98DB}" srcOrd="0" destOrd="0" presId="urn:microsoft.com/office/officeart/2005/8/layout/process1"/>
    <dgm:cxn modelId="{AF01049F-FDF8-435B-93A9-E7E76D884F80}" type="presParOf" srcId="{BB895E4C-A6D0-4F3D-9E96-09ED31193401}" destId="{1223329B-5770-40B1-B378-F575E36CC92C}" srcOrd="2" destOrd="0" presId="urn:microsoft.com/office/officeart/2005/8/layout/process1"/>
    <dgm:cxn modelId="{CD94811A-441E-40DE-B623-22D8B5643387}" type="presParOf" srcId="{BB895E4C-A6D0-4F3D-9E96-09ED31193401}" destId="{93911911-9F68-4B39-AE3C-2B9EE8755BE1}" srcOrd="3" destOrd="0" presId="urn:microsoft.com/office/officeart/2005/8/layout/process1"/>
    <dgm:cxn modelId="{D0635A1C-3CFC-455A-8567-49935AF53B45}" type="presParOf" srcId="{93911911-9F68-4B39-AE3C-2B9EE8755BE1}" destId="{205772C3-F5C1-42EB-A54B-56752AC53699}" srcOrd="0" destOrd="0" presId="urn:microsoft.com/office/officeart/2005/8/layout/process1"/>
    <dgm:cxn modelId="{6CA68B25-1F73-47CA-96D8-93C8090D3285}" type="presParOf" srcId="{BB895E4C-A6D0-4F3D-9E96-09ED31193401}" destId="{F084F53B-A1B2-4DE5-A311-C929EB2EFF62}" srcOrd="4" destOrd="0" presId="urn:microsoft.com/office/officeart/2005/8/layout/process1"/>
    <dgm:cxn modelId="{3B4C0397-CCEE-46B9-A425-E6E98096EFFF}" type="presParOf" srcId="{BB895E4C-A6D0-4F3D-9E96-09ED31193401}" destId="{0B2F1BF9-DE24-41C7-B6DF-1C97078646E8}" srcOrd="5" destOrd="0" presId="urn:microsoft.com/office/officeart/2005/8/layout/process1"/>
    <dgm:cxn modelId="{377CE31E-612B-4D13-AD80-C6D21842CB00}" type="presParOf" srcId="{0B2F1BF9-DE24-41C7-B6DF-1C97078646E8}" destId="{4A0FB3FD-FA5A-4D7F-AB7C-6FD7032D2128}" srcOrd="0" destOrd="0" presId="urn:microsoft.com/office/officeart/2005/8/layout/process1"/>
    <dgm:cxn modelId="{C68845B5-8E10-482B-854A-A7B5ABFB1EA5}" type="presParOf" srcId="{BB895E4C-A6D0-4F3D-9E96-09ED31193401}" destId="{DF1F9087-6CD7-49AB-9860-5B5B157BD3A9}"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34A5D-00B6-4FF6-A73A-DC5E81EC88A8}">
      <dsp:nvSpPr>
        <dsp:cNvPr id="0" name=""/>
        <dsp:cNvSpPr/>
      </dsp:nvSpPr>
      <dsp:spPr>
        <a:xfrm>
          <a:off x="5698475" y="2702633"/>
          <a:ext cx="1670729" cy="397557"/>
        </a:xfrm>
        <a:custGeom>
          <a:avLst/>
          <a:gdLst/>
          <a:ahLst/>
          <a:cxnLst/>
          <a:rect l="0" t="0" r="0" b="0"/>
          <a:pathLst>
            <a:path>
              <a:moveTo>
                <a:pt x="0" y="0"/>
              </a:moveTo>
              <a:lnTo>
                <a:pt x="0" y="270924"/>
              </a:lnTo>
              <a:lnTo>
                <a:pt x="1670729" y="270924"/>
              </a:lnTo>
              <a:lnTo>
                <a:pt x="1670729" y="397557"/>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F4AD9C-8C11-45C5-84B2-9900BE073F36}">
      <dsp:nvSpPr>
        <dsp:cNvPr id="0" name=""/>
        <dsp:cNvSpPr/>
      </dsp:nvSpPr>
      <dsp:spPr>
        <a:xfrm>
          <a:off x="5652755" y="2702633"/>
          <a:ext cx="91440" cy="397557"/>
        </a:xfrm>
        <a:custGeom>
          <a:avLst/>
          <a:gdLst/>
          <a:ahLst/>
          <a:cxnLst/>
          <a:rect l="0" t="0" r="0" b="0"/>
          <a:pathLst>
            <a:path>
              <a:moveTo>
                <a:pt x="45720" y="0"/>
              </a:moveTo>
              <a:lnTo>
                <a:pt x="45720" y="397557"/>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E34FC0-CB3E-4A38-86DA-5BDDEA73C990}">
      <dsp:nvSpPr>
        <dsp:cNvPr id="0" name=""/>
        <dsp:cNvSpPr/>
      </dsp:nvSpPr>
      <dsp:spPr>
        <a:xfrm>
          <a:off x="4027745" y="2702633"/>
          <a:ext cx="1670729" cy="397557"/>
        </a:xfrm>
        <a:custGeom>
          <a:avLst/>
          <a:gdLst/>
          <a:ahLst/>
          <a:cxnLst/>
          <a:rect l="0" t="0" r="0" b="0"/>
          <a:pathLst>
            <a:path>
              <a:moveTo>
                <a:pt x="1670729" y="0"/>
              </a:moveTo>
              <a:lnTo>
                <a:pt x="1670729" y="270924"/>
              </a:lnTo>
              <a:lnTo>
                <a:pt x="0" y="270924"/>
              </a:lnTo>
              <a:lnTo>
                <a:pt x="0" y="397557"/>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2F1262-4FCE-4C1B-91B4-C769ECB5ADA4}">
      <dsp:nvSpPr>
        <dsp:cNvPr id="0" name=""/>
        <dsp:cNvSpPr/>
      </dsp:nvSpPr>
      <dsp:spPr>
        <a:xfrm>
          <a:off x="3610062" y="1437055"/>
          <a:ext cx="2088412" cy="397557"/>
        </a:xfrm>
        <a:custGeom>
          <a:avLst/>
          <a:gdLst/>
          <a:ahLst/>
          <a:cxnLst/>
          <a:rect l="0" t="0" r="0" b="0"/>
          <a:pathLst>
            <a:path>
              <a:moveTo>
                <a:pt x="0" y="0"/>
              </a:moveTo>
              <a:lnTo>
                <a:pt x="0" y="270924"/>
              </a:lnTo>
              <a:lnTo>
                <a:pt x="2088412" y="270924"/>
              </a:lnTo>
              <a:lnTo>
                <a:pt x="2088412" y="397557"/>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4A3367-82AB-4FAB-89A3-BD81BA909477}">
      <dsp:nvSpPr>
        <dsp:cNvPr id="0" name=""/>
        <dsp:cNvSpPr/>
      </dsp:nvSpPr>
      <dsp:spPr>
        <a:xfrm>
          <a:off x="1521650" y="2702633"/>
          <a:ext cx="835364" cy="397557"/>
        </a:xfrm>
        <a:custGeom>
          <a:avLst/>
          <a:gdLst/>
          <a:ahLst/>
          <a:cxnLst/>
          <a:rect l="0" t="0" r="0" b="0"/>
          <a:pathLst>
            <a:path>
              <a:moveTo>
                <a:pt x="0" y="0"/>
              </a:moveTo>
              <a:lnTo>
                <a:pt x="0" y="270924"/>
              </a:lnTo>
              <a:lnTo>
                <a:pt x="835364" y="270924"/>
              </a:lnTo>
              <a:lnTo>
                <a:pt x="835364" y="397557"/>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889E79-DCD6-4A5B-AE9C-D5E73D3CD3CD}">
      <dsp:nvSpPr>
        <dsp:cNvPr id="0" name=""/>
        <dsp:cNvSpPr/>
      </dsp:nvSpPr>
      <dsp:spPr>
        <a:xfrm>
          <a:off x="686285" y="2702633"/>
          <a:ext cx="835364" cy="397557"/>
        </a:xfrm>
        <a:custGeom>
          <a:avLst/>
          <a:gdLst/>
          <a:ahLst/>
          <a:cxnLst/>
          <a:rect l="0" t="0" r="0" b="0"/>
          <a:pathLst>
            <a:path>
              <a:moveTo>
                <a:pt x="835364" y="0"/>
              </a:moveTo>
              <a:lnTo>
                <a:pt x="835364" y="270924"/>
              </a:lnTo>
              <a:lnTo>
                <a:pt x="0" y="270924"/>
              </a:lnTo>
              <a:lnTo>
                <a:pt x="0" y="397557"/>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F2BCA0-B59E-43AF-9372-53F3814C07F3}">
      <dsp:nvSpPr>
        <dsp:cNvPr id="0" name=""/>
        <dsp:cNvSpPr/>
      </dsp:nvSpPr>
      <dsp:spPr>
        <a:xfrm>
          <a:off x="1521650" y="1437055"/>
          <a:ext cx="2088412" cy="397557"/>
        </a:xfrm>
        <a:custGeom>
          <a:avLst/>
          <a:gdLst/>
          <a:ahLst/>
          <a:cxnLst/>
          <a:rect l="0" t="0" r="0" b="0"/>
          <a:pathLst>
            <a:path>
              <a:moveTo>
                <a:pt x="2088412" y="0"/>
              </a:moveTo>
              <a:lnTo>
                <a:pt x="2088412" y="270924"/>
              </a:lnTo>
              <a:lnTo>
                <a:pt x="0" y="270924"/>
              </a:lnTo>
              <a:lnTo>
                <a:pt x="0" y="397557"/>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A7BEF7-177B-41DB-A817-B1B499DEEF0A}">
      <dsp:nvSpPr>
        <dsp:cNvPr id="0" name=""/>
        <dsp:cNvSpPr/>
      </dsp:nvSpPr>
      <dsp:spPr>
        <a:xfrm>
          <a:off x="2926582" y="569035"/>
          <a:ext cx="1366960" cy="868020"/>
        </a:xfrm>
        <a:prstGeom prst="roundRect">
          <a:avLst>
            <a:gd name="adj" fmla="val 10000"/>
          </a:avLst>
        </a:prstGeom>
        <a:solidFill>
          <a:schemeClr val="accent2">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C5CB40-4192-47F7-8AB5-E4E909DE4EAE}">
      <dsp:nvSpPr>
        <dsp:cNvPr id="0" name=""/>
        <dsp:cNvSpPr/>
      </dsp:nvSpPr>
      <dsp:spPr>
        <a:xfrm>
          <a:off x="3078466" y="713325"/>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饺子</a:t>
          </a:r>
        </a:p>
      </dsp:txBody>
      <dsp:txXfrm>
        <a:off x="3103889" y="738748"/>
        <a:ext cx="1316114" cy="817174"/>
      </dsp:txXfrm>
    </dsp:sp>
    <dsp:sp modelId="{9ABD7A7D-4EDB-4464-821E-CB1EC6F0EA8D}">
      <dsp:nvSpPr>
        <dsp:cNvPr id="0" name=""/>
        <dsp:cNvSpPr/>
      </dsp:nvSpPr>
      <dsp:spPr>
        <a:xfrm>
          <a:off x="838170" y="1834613"/>
          <a:ext cx="1366960" cy="868020"/>
        </a:xfrm>
        <a:prstGeom prst="roundRect">
          <a:avLst>
            <a:gd name="adj" fmla="val 10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64A11A-D8DA-4973-ACC7-8CEAFA3BB79D}">
      <dsp:nvSpPr>
        <dsp:cNvPr id="0" name=""/>
        <dsp:cNvSpPr/>
      </dsp:nvSpPr>
      <dsp:spPr>
        <a:xfrm>
          <a:off x="990054" y="1978903"/>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饺子皮</a:t>
          </a:r>
        </a:p>
      </dsp:txBody>
      <dsp:txXfrm>
        <a:off x="1015477" y="2004326"/>
        <a:ext cx="1316114" cy="817174"/>
      </dsp:txXfrm>
    </dsp:sp>
    <dsp:sp modelId="{A1D3418C-A2C9-4149-8948-8E7B240679F7}">
      <dsp:nvSpPr>
        <dsp:cNvPr id="0" name=""/>
        <dsp:cNvSpPr/>
      </dsp:nvSpPr>
      <dsp:spPr>
        <a:xfrm>
          <a:off x="2805" y="3100191"/>
          <a:ext cx="1366960" cy="868020"/>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CA522-F646-48DD-9305-956FB94C9253}">
      <dsp:nvSpPr>
        <dsp:cNvPr id="0" name=""/>
        <dsp:cNvSpPr/>
      </dsp:nvSpPr>
      <dsp:spPr>
        <a:xfrm>
          <a:off x="154689" y="3244481"/>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面</a:t>
          </a:r>
        </a:p>
      </dsp:txBody>
      <dsp:txXfrm>
        <a:off x="180112" y="3269904"/>
        <a:ext cx="1316114" cy="817174"/>
      </dsp:txXfrm>
    </dsp:sp>
    <dsp:sp modelId="{D93B0FEA-48B6-40A7-8B49-80417B49C6E2}">
      <dsp:nvSpPr>
        <dsp:cNvPr id="0" name=""/>
        <dsp:cNvSpPr/>
      </dsp:nvSpPr>
      <dsp:spPr>
        <a:xfrm>
          <a:off x="1673535" y="3100191"/>
          <a:ext cx="1366960" cy="868020"/>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90D03A-B2E7-4335-BCD7-08BD82C9DD87}">
      <dsp:nvSpPr>
        <dsp:cNvPr id="0" name=""/>
        <dsp:cNvSpPr/>
      </dsp:nvSpPr>
      <dsp:spPr>
        <a:xfrm>
          <a:off x="1825419" y="3244481"/>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冷水</a:t>
          </a:r>
        </a:p>
      </dsp:txBody>
      <dsp:txXfrm>
        <a:off x="1850842" y="3269904"/>
        <a:ext cx="1316114" cy="817174"/>
      </dsp:txXfrm>
    </dsp:sp>
    <dsp:sp modelId="{2AE00B0B-C92A-468E-B493-22443EAF9896}">
      <dsp:nvSpPr>
        <dsp:cNvPr id="0" name=""/>
        <dsp:cNvSpPr/>
      </dsp:nvSpPr>
      <dsp:spPr>
        <a:xfrm>
          <a:off x="5014994" y="1834613"/>
          <a:ext cx="1366960" cy="868020"/>
        </a:xfrm>
        <a:prstGeom prst="roundRect">
          <a:avLst>
            <a:gd name="adj" fmla="val 10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A80C2B-23B8-4414-B438-BDC229EFDF22}">
      <dsp:nvSpPr>
        <dsp:cNvPr id="0" name=""/>
        <dsp:cNvSpPr/>
      </dsp:nvSpPr>
      <dsp:spPr>
        <a:xfrm>
          <a:off x="5166879" y="1978903"/>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饺子馅</a:t>
          </a:r>
        </a:p>
      </dsp:txBody>
      <dsp:txXfrm>
        <a:off x="5192302" y="2004326"/>
        <a:ext cx="1316114" cy="817174"/>
      </dsp:txXfrm>
    </dsp:sp>
    <dsp:sp modelId="{C92E9515-6C23-4BE5-88FA-1B09B8EC3ED9}">
      <dsp:nvSpPr>
        <dsp:cNvPr id="0" name=""/>
        <dsp:cNvSpPr/>
      </dsp:nvSpPr>
      <dsp:spPr>
        <a:xfrm>
          <a:off x="3344264" y="3100191"/>
          <a:ext cx="1366960" cy="868020"/>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D719BF-1A19-42AA-ACA9-E97881EC2319}">
      <dsp:nvSpPr>
        <dsp:cNvPr id="0" name=""/>
        <dsp:cNvSpPr/>
      </dsp:nvSpPr>
      <dsp:spPr>
        <a:xfrm>
          <a:off x="3496149" y="3244481"/>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猪肉</a:t>
          </a:r>
        </a:p>
      </dsp:txBody>
      <dsp:txXfrm>
        <a:off x="3521572" y="3269904"/>
        <a:ext cx="1316114" cy="817174"/>
      </dsp:txXfrm>
    </dsp:sp>
    <dsp:sp modelId="{CEDA1DAC-C953-4DB3-8185-516C288601A0}">
      <dsp:nvSpPr>
        <dsp:cNvPr id="0" name=""/>
        <dsp:cNvSpPr/>
      </dsp:nvSpPr>
      <dsp:spPr>
        <a:xfrm>
          <a:off x="5014994" y="3100191"/>
          <a:ext cx="1366960" cy="868020"/>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1A14FD-E0A6-4896-BE34-122C8DA4AFB8}">
      <dsp:nvSpPr>
        <dsp:cNvPr id="0" name=""/>
        <dsp:cNvSpPr/>
      </dsp:nvSpPr>
      <dsp:spPr>
        <a:xfrm>
          <a:off x="5166879" y="3244481"/>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白菜</a:t>
          </a:r>
        </a:p>
      </dsp:txBody>
      <dsp:txXfrm>
        <a:off x="5192302" y="3269904"/>
        <a:ext cx="1316114" cy="817174"/>
      </dsp:txXfrm>
    </dsp:sp>
    <dsp:sp modelId="{52176A3C-C10B-4AAF-AED8-D9AB76ED4284}">
      <dsp:nvSpPr>
        <dsp:cNvPr id="0" name=""/>
        <dsp:cNvSpPr/>
      </dsp:nvSpPr>
      <dsp:spPr>
        <a:xfrm>
          <a:off x="6685724" y="3100191"/>
          <a:ext cx="1366960" cy="868020"/>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21945D-4F60-4B07-8B5A-EE11250DD806}">
      <dsp:nvSpPr>
        <dsp:cNvPr id="0" name=""/>
        <dsp:cNvSpPr/>
      </dsp:nvSpPr>
      <dsp:spPr>
        <a:xfrm>
          <a:off x="6837608" y="3244481"/>
          <a:ext cx="1366960" cy="868020"/>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佐料</a:t>
          </a:r>
        </a:p>
      </dsp:txBody>
      <dsp:txXfrm>
        <a:off x="6863031" y="3269904"/>
        <a:ext cx="1316114" cy="8171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84E7B-4C9F-49E2-BD79-3E447E218B97}">
      <dsp:nvSpPr>
        <dsp:cNvPr id="0" name=""/>
        <dsp:cNvSpPr/>
      </dsp:nvSpPr>
      <dsp:spPr>
        <a:xfrm>
          <a:off x="5387946" y="2040507"/>
          <a:ext cx="4629118" cy="440607"/>
        </a:xfrm>
        <a:custGeom>
          <a:avLst/>
          <a:gdLst/>
          <a:ahLst/>
          <a:cxnLst/>
          <a:rect l="0" t="0" r="0" b="0"/>
          <a:pathLst>
            <a:path>
              <a:moveTo>
                <a:pt x="0" y="0"/>
              </a:moveTo>
              <a:lnTo>
                <a:pt x="0" y="300261"/>
              </a:lnTo>
              <a:lnTo>
                <a:pt x="4629118" y="300261"/>
              </a:lnTo>
              <a:lnTo>
                <a:pt x="4629118" y="440607"/>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717BBC-B283-484D-8328-607EB9251E95}">
      <dsp:nvSpPr>
        <dsp:cNvPr id="0" name=""/>
        <dsp:cNvSpPr/>
      </dsp:nvSpPr>
      <dsp:spPr>
        <a:xfrm>
          <a:off x="5387946" y="2040507"/>
          <a:ext cx="2777471" cy="440607"/>
        </a:xfrm>
        <a:custGeom>
          <a:avLst/>
          <a:gdLst/>
          <a:ahLst/>
          <a:cxnLst/>
          <a:rect l="0" t="0" r="0" b="0"/>
          <a:pathLst>
            <a:path>
              <a:moveTo>
                <a:pt x="0" y="0"/>
              </a:moveTo>
              <a:lnTo>
                <a:pt x="0" y="300261"/>
              </a:lnTo>
              <a:lnTo>
                <a:pt x="2777471" y="300261"/>
              </a:lnTo>
              <a:lnTo>
                <a:pt x="2777471" y="440607"/>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60E06F-BD28-4F8A-B5A5-2E1ACD12B251}">
      <dsp:nvSpPr>
        <dsp:cNvPr id="0" name=""/>
        <dsp:cNvSpPr/>
      </dsp:nvSpPr>
      <dsp:spPr>
        <a:xfrm>
          <a:off x="5387946" y="2040507"/>
          <a:ext cx="925823" cy="440607"/>
        </a:xfrm>
        <a:custGeom>
          <a:avLst/>
          <a:gdLst/>
          <a:ahLst/>
          <a:cxnLst/>
          <a:rect l="0" t="0" r="0" b="0"/>
          <a:pathLst>
            <a:path>
              <a:moveTo>
                <a:pt x="0" y="0"/>
              </a:moveTo>
              <a:lnTo>
                <a:pt x="0" y="300261"/>
              </a:lnTo>
              <a:lnTo>
                <a:pt x="925823" y="300261"/>
              </a:lnTo>
              <a:lnTo>
                <a:pt x="925823" y="440607"/>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B4E3C6-49A3-404F-9C19-57FD591BED02}">
      <dsp:nvSpPr>
        <dsp:cNvPr id="0" name=""/>
        <dsp:cNvSpPr/>
      </dsp:nvSpPr>
      <dsp:spPr>
        <a:xfrm>
          <a:off x="4462122" y="2040507"/>
          <a:ext cx="925823" cy="440607"/>
        </a:xfrm>
        <a:custGeom>
          <a:avLst/>
          <a:gdLst/>
          <a:ahLst/>
          <a:cxnLst/>
          <a:rect l="0" t="0" r="0" b="0"/>
          <a:pathLst>
            <a:path>
              <a:moveTo>
                <a:pt x="925823" y="0"/>
              </a:moveTo>
              <a:lnTo>
                <a:pt x="925823" y="300261"/>
              </a:lnTo>
              <a:lnTo>
                <a:pt x="0" y="300261"/>
              </a:lnTo>
              <a:lnTo>
                <a:pt x="0" y="440607"/>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F70BCD-A16C-4DCE-9236-FA97C6FAE973}">
      <dsp:nvSpPr>
        <dsp:cNvPr id="0" name=""/>
        <dsp:cNvSpPr/>
      </dsp:nvSpPr>
      <dsp:spPr>
        <a:xfrm>
          <a:off x="2610475" y="2040507"/>
          <a:ext cx="2777471" cy="440607"/>
        </a:xfrm>
        <a:custGeom>
          <a:avLst/>
          <a:gdLst/>
          <a:ahLst/>
          <a:cxnLst/>
          <a:rect l="0" t="0" r="0" b="0"/>
          <a:pathLst>
            <a:path>
              <a:moveTo>
                <a:pt x="2777471" y="0"/>
              </a:moveTo>
              <a:lnTo>
                <a:pt x="2777471" y="300261"/>
              </a:lnTo>
              <a:lnTo>
                <a:pt x="0" y="300261"/>
              </a:lnTo>
              <a:lnTo>
                <a:pt x="0" y="440607"/>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A35B39-EE35-43B6-A909-E4C0640668E5}">
      <dsp:nvSpPr>
        <dsp:cNvPr id="0" name=""/>
        <dsp:cNvSpPr/>
      </dsp:nvSpPr>
      <dsp:spPr>
        <a:xfrm>
          <a:off x="758828" y="2040507"/>
          <a:ext cx="4629118" cy="440607"/>
        </a:xfrm>
        <a:custGeom>
          <a:avLst/>
          <a:gdLst/>
          <a:ahLst/>
          <a:cxnLst/>
          <a:rect l="0" t="0" r="0" b="0"/>
          <a:pathLst>
            <a:path>
              <a:moveTo>
                <a:pt x="4629118" y="0"/>
              </a:moveTo>
              <a:lnTo>
                <a:pt x="4629118" y="300261"/>
              </a:lnTo>
              <a:lnTo>
                <a:pt x="0" y="300261"/>
              </a:lnTo>
              <a:lnTo>
                <a:pt x="0" y="440607"/>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D41956-7D29-4CED-B83E-9DDD52757B89}">
      <dsp:nvSpPr>
        <dsp:cNvPr id="0" name=""/>
        <dsp:cNvSpPr/>
      </dsp:nvSpPr>
      <dsp:spPr>
        <a:xfrm>
          <a:off x="4630454" y="1078492"/>
          <a:ext cx="1514984" cy="962015"/>
        </a:xfrm>
        <a:prstGeom prst="roundRect">
          <a:avLst>
            <a:gd name="adj" fmla="val 10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2300BE-EA6E-405C-92BB-10AF0CC3AE47}">
      <dsp:nvSpPr>
        <dsp:cNvPr id="0" name=""/>
        <dsp:cNvSpPr/>
      </dsp:nvSpPr>
      <dsp:spPr>
        <a:xfrm>
          <a:off x="4798786" y="1238407"/>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sz="2000" b="1" kern="1200" dirty="0"/>
            <a:t>False Alarm</a:t>
          </a:r>
          <a:r>
            <a:rPr lang="zh-CN" altLang="en-US" sz="2000" b="1" kern="1200" dirty="0"/>
            <a:t>较多</a:t>
          </a:r>
        </a:p>
      </dsp:txBody>
      <dsp:txXfrm>
        <a:off x="4826962" y="1266583"/>
        <a:ext cx="1458632" cy="905663"/>
      </dsp:txXfrm>
    </dsp:sp>
    <dsp:sp modelId="{85E24B2D-1D05-44DE-B501-47E698415C34}">
      <dsp:nvSpPr>
        <dsp:cNvPr id="0" name=""/>
        <dsp:cNvSpPr/>
      </dsp:nvSpPr>
      <dsp:spPr>
        <a:xfrm>
          <a:off x="1335" y="2481114"/>
          <a:ext cx="1514984" cy="96201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5DB891-B9DE-4D50-B5E3-76FB8500D078}">
      <dsp:nvSpPr>
        <dsp:cNvPr id="0" name=""/>
        <dsp:cNvSpPr/>
      </dsp:nvSpPr>
      <dsp:spPr>
        <a:xfrm>
          <a:off x="169667" y="2641029"/>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9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0" i="0" kern="1200" dirty="0"/>
            <a:t>是否设备故障或技术问题导致频繁的</a:t>
          </a:r>
          <a:r>
            <a:rPr lang="en-US" altLang="zh-CN" sz="1400" b="0" i="0" kern="1200" dirty="0"/>
            <a:t>False Alarm</a:t>
          </a:r>
          <a:r>
            <a:rPr lang="zh-CN" altLang="en-US" sz="1400" b="0" i="0" kern="1200" dirty="0"/>
            <a:t>？</a:t>
          </a:r>
          <a:endParaRPr lang="zh-CN" altLang="en-US" sz="1400" kern="1200" dirty="0"/>
        </a:p>
      </dsp:txBody>
      <dsp:txXfrm>
        <a:off x="197843" y="2669205"/>
        <a:ext cx="1458632" cy="905663"/>
      </dsp:txXfrm>
    </dsp:sp>
    <dsp:sp modelId="{224FD537-CA64-4854-B3C3-E75C6151398B}">
      <dsp:nvSpPr>
        <dsp:cNvPr id="0" name=""/>
        <dsp:cNvSpPr/>
      </dsp:nvSpPr>
      <dsp:spPr>
        <a:xfrm>
          <a:off x="1852983" y="2481114"/>
          <a:ext cx="1514984" cy="96201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836C5E-67F3-4D4C-967E-DD9F910117DD}">
      <dsp:nvSpPr>
        <dsp:cNvPr id="0" name=""/>
        <dsp:cNvSpPr/>
      </dsp:nvSpPr>
      <dsp:spPr>
        <a:xfrm>
          <a:off x="2021314" y="2641029"/>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9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0" i="0" kern="1200" dirty="0"/>
            <a:t>是否员工对于设备的操作或报警系统的理解不足，导致误报？”</a:t>
          </a:r>
          <a:endParaRPr lang="zh-CN" altLang="en-US" sz="1400" kern="1200" dirty="0"/>
        </a:p>
      </dsp:txBody>
      <dsp:txXfrm>
        <a:off x="2049490" y="2669205"/>
        <a:ext cx="1458632" cy="905663"/>
      </dsp:txXfrm>
    </dsp:sp>
    <dsp:sp modelId="{4C4ADDEC-7136-4C75-AD17-A7E2315193A2}">
      <dsp:nvSpPr>
        <dsp:cNvPr id="0" name=""/>
        <dsp:cNvSpPr/>
      </dsp:nvSpPr>
      <dsp:spPr>
        <a:xfrm>
          <a:off x="3704630" y="2481114"/>
          <a:ext cx="1514984" cy="96201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4D9B92-AEEA-46EA-AE7E-550A27D2076D}">
      <dsp:nvSpPr>
        <dsp:cNvPr id="0" name=""/>
        <dsp:cNvSpPr/>
      </dsp:nvSpPr>
      <dsp:spPr>
        <a:xfrm>
          <a:off x="3872962" y="2641029"/>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9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0" i="0" kern="1200" dirty="0"/>
            <a:t>是否报警系统的敏感度设置不当，导致不必要的</a:t>
          </a:r>
          <a:r>
            <a:rPr lang="en-US" altLang="zh-CN" sz="1400" b="0" i="0" kern="1200" dirty="0"/>
            <a:t>False Alarm</a:t>
          </a:r>
          <a:r>
            <a:rPr lang="zh-CN" altLang="en-US" sz="1400" b="0" i="0" kern="1200" dirty="0"/>
            <a:t>？</a:t>
          </a:r>
          <a:endParaRPr lang="zh-CN" altLang="en-US" sz="1400" kern="1200" dirty="0"/>
        </a:p>
      </dsp:txBody>
      <dsp:txXfrm>
        <a:off x="3901138" y="2669205"/>
        <a:ext cx="1458632" cy="905663"/>
      </dsp:txXfrm>
    </dsp:sp>
    <dsp:sp modelId="{3C2027B1-71AB-4828-905A-2D241B5A8314}">
      <dsp:nvSpPr>
        <dsp:cNvPr id="0" name=""/>
        <dsp:cNvSpPr/>
      </dsp:nvSpPr>
      <dsp:spPr>
        <a:xfrm>
          <a:off x="5556278" y="2481114"/>
          <a:ext cx="1514984" cy="96201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481A75-4D2E-4E45-A854-0C6C7DB90221}">
      <dsp:nvSpPr>
        <dsp:cNvPr id="0" name=""/>
        <dsp:cNvSpPr/>
      </dsp:nvSpPr>
      <dsp:spPr>
        <a:xfrm>
          <a:off x="5724609" y="2641029"/>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9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0" i="0" kern="1200" dirty="0"/>
            <a:t>是否现有的监控或检测流程不足以准确识别真正的报警和误报？</a:t>
          </a:r>
          <a:endParaRPr lang="zh-CN" altLang="en-US" sz="1400" kern="1200" dirty="0"/>
        </a:p>
      </dsp:txBody>
      <dsp:txXfrm>
        <a:off x="5752785" y="2669205"/>
        <a:ext cx="1458632" cy="905663"/>
      </dsp:txXfrm>
    </dsp:sp>
    <dsp:sp modelId="{31D9972D-AE4D-4F53-A298-F8A698557673}">
      <dsp:nvSpPr>
        <dsp:cNvPr id="0" name=""/>
        <dsp:cNvSpPr/>
      </dsp:nvSpPr>
      <dsp:spPr>
        <a:xfrm>
          <a:off x="7407925" y="2481114"/>
          <a:ext cx="1514984" cy="96201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C742AF-7E16-4367-B059-0D99265A0DCE}">
      <dsp:nvSpPr>
        <dsp:cNvPr id="0" name=""/>
        <dsp:cNvSpPr/>
      </dsp:nvSpPr>
      <dsp:spPr>
        <a:xfrm>
          <a:off x="7576257" y="2641029"/>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9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0" i="0" kern="1200" dirty="0"/>
            <a:t>是否管理层对</a:t>
          </a:r>
          <a:r>
            <a:rPr lang="en-US" altLang="zh-CN" sz="1400" b="0" i="0" kern="1200" dirty="0"/>
            <a:t>False Alarm</a:t>
          </a:r>
          <a:r>
            <a:rPr lang="zh-CN" altLang="en-US" sz="1400" b="0" i="0" kern="1200" dirty="0"/>
            <a:t>的重视程度不够，导致问题持续存在？</a:t>
          </a:r>
          <a:endParaRPr lang="zh-CN" altLang="en-US" sz="1400" kern="1200" dirty="0"/>
        </a:p>
      </dsp:txBody>
      <dsp:txXfrm>
        <a:off x="7604433" y="2669205"/>
        <a:ext cx="1458632" cy="905663"/>
      </dsp:txXfrm>
    </dsp:sp>
    <dsp:sp modelId="{309EADB8-04E7-472D-9D2A-BD8F1060E9B0}">
      <dsp:nvSpPr>
        <dsp:cNvPr id="0" name=""/>
        <dsp:cNvSpPr/>
      </dsp:nvSpPr>
      <dsp:spPr>
        <a:xfrm>
          <a:off x="9259573" y="2481114"/>
          <a:ext cx="1514984" cy="96201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51B039-6B42-46A8-B380-1948FFAC09D5}">
      <dsp:nvSpPr>
        <dsp:cNvPr id="0" name=""/>
        <dsp:cNvSpPr/>
      </dsp:nvSpPr>
      <dsp:spPr>
        <a:xfrm>
          <a:off x="9427904" y="2641029"/>
          <a:ext cx="1514984" cy="962015"/>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9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b="0" i="0" kern="1200" dirty="0"/>
            <a:t>是否缺乏有效的数据分析能力来识别和减少</a:t>
          </a:r>
          <a:r>
            <a:rPr lang="en-US" altLang="zh-CN" sz="1400" b="0" i="0" kern="1200" dirty="0"/>
            <a:t>False Alarm</a:t>
          </a:r>
          <a:r>
            <a:rPr lang="zh-CN" altLang="en-US" sz="1400" b="0" i="0" kern="1200" dirty="0"/>
            <a:t>的发生？</a:t>
          </a:r>
          <a:endParaRPr lang="zh-CN" altLang="en-US" sz="1400" kern="1200" dirty="0"/>
        </a:p>
      </dsp:txBody>
      <dsp:txXfrm>
        <a:off x="9456080" y="2669205"/>
        <a:ext cx="1458632" cy="9056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2F1262-4FCE-4C1B-91B4-C769ECB5ADA4}">
      <dsp:nvSpPr>
        <dsp:cNvPr id="0" name=""/>
        <dsp:cNvSpPr/>
      </dsp:nvSpPr>
      <dsp:spPr>
        <a:xfrm>
          <a:off x="3376105" y="585691"/>
          <a:ext cx="441319" cy="280513"/>
        </a:xfrm>
        <a:custGeom>
          <a:avLst/>
          <a:gdLst/>
          <a:ahLst/>
          <a:cxnLst/>
          <a:rect l="0" t="0" r="0" b="0"/>
          <a:pathLst>
            <a:path>
              <a:moveTo>
                <a:pt x="0" y="0"/>
              </a:moveTo>
              <a:lnTo>
                <a:pt x="0" y="193843"/>
              </a:lnTo>
              <a:lnTo>
                <a:pt x="441319" y="193843"/>
              </a:lnTo>
              <a:lnTo>
                <a:pt x="441319" y="280513"/>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D823F6-B2DE-40D4-82C9-260CA3701614}">
      <dsp:nvSpPr>
        <dsp:cNvPr id="0" name=""/>
        <dsp:cNvSpPr/>
      </dsp:nvSpPr>
      <dsp:spPr>
        <a:xfrm>
          <a:off x="3817424" y="2326477"/>
          <a:ext cx="571738" cy="272095"/>
        </a:xfrm>
        <a:custGeom>
          <a:avLst/>
          <a:gdLst/>
          <a:ahLst/>
          <a:cxnLst/>
          <a:rect l="0" t="0" r="0" b="0"/>
          <a:pathLst>
            <a:path>
              <a:moveTo>
                <a:pt x="0" y="0"/>
              </a:moveTo>
              <a:lnTo>
                <a:pt x="0" y="185425"/>
              </a:lnTo>
              <a:lnTo>
                <a:pt x="571738" y="185425"/>
              </a:lnTo>
              <a:lnTo>
                <a:pt x="571738" y="272095"/>
              </a:lnTo>
            </a:path>
          </a:pathLst>
        </a:custGeom>
        <a:noFill/>
        <a:ln w="25400" cap="flat" cmpd="sng" algn="ctr">
          <a:solidFill>
            <a:schemeClr val="accent2">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965BAC-629F-4081-83CF-25266164A1A2}">
      <dsp:nvSpPr>
        <dsp:cNvPr id="0" name=""/>
        <dsp:cNvSpPr/>
      </dsp:nvSpPr>
      <dsp:spPr>
        <a:xfrm>
          <a:off x="3245686" y="2326477"/>
          <a:ext cx="571738" cy="272095"/>
        </a:xfrm>
        <a:custGeom>
          <a:avLst/>
          <a:gdLst/>
          <a:ahLst/>
          <a:cxnLst/>
          <a:rect l="0" t="0" r="0" b="0"/>
          <a:pathLst>
            <a:path>
              <a:moveTo>
                <a:pt x="571738" y="0"/>
              </a:moveTo>
              <a:lnTo>
                <a:pt x="571738" y="185425"/>
              </a:lnTo>
              <a:lnTo>
                <a:pt x="0" y="185425"/>
              </a:lnTo>
              <a:lnTo>
                <a:pt x="0" y="272095"/>
              </a:lnTo>
            </a:path>
          </a:pathLst>
        </a:custGeom>
        <a:noFill/>
        <a:ln w="25400" cap="flat" cmpd="sng" algn="ctr">
          <a:solidFill>
            <a:schemeClr val="accent2">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4A3367-82AB-4FAB-89A3-BD81BA909477}">
      <dsp:nvSpPr>
        <dsp:cNvPr id="0" name=""/>
        <dsp:cNvSpPr/>
      </dsp:nvSpPr>
      <dsp:spPr>
        <a:xfrm>
          <a:off x="2673947" y="1460293"/>
          <a:ext cx="1143477" cy="272095"/>
        </a:xfrm>
        <a:custGeom>
          <a:avLst/>
          <a:gdLst/>
          <a:ahLst/>
          <a:cxnLst/>
          <a:rect l="0" t="0" r="0" b="0"/>
          <a:pathLst>
            <a:path>
              <a:moveTo>
                <a:pt x="0" y="0"/>
              </a:moveTo>
              <a:lnTo>
                <a:pt x="0" y="185425"/>
              </a:lnTo>
              <a:lnTo>
                <a:pt x="1143477" y="185425"/>
              </a:lnTo>
              <a:lnTo>
                <a:pt x="1143477" y="272095"/>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EDA34B-8733-4DB4-BCAC-CA862812AE17}">
      <dsp:nvSpPr>
        <dsp:cNvPr id="0" name=""/>
        <dsp:cNvSpPr/>
      </dsp:nvSpPr>
      <dsp:spPr>
        <a:xfrm>
          <a:off x="1530470" y="2326477"/>
          <a:ext cx="571738" cy="272095"/>
        </a:xfrm>
        <a:custGeom>
          <a:avLst/>
          <a:gdLst/>
          <a:ahLst/>
          <a:cxnLst/>
          <a:rect l="0" t="0" r="0" b="0"/>
          <a:pathLst>
            <a:path>
              <a:moveTo>
                <a:pt x="0" y="0"/>
              </a:moveTo>
              <a:lnTo>
                <a:pt x="0" y="185425"/>
              </a:lnTo>
              <a:lnTo>
                <a:pt x="571738" y="185425"/>
              </a:lnTo>
              <a:lnTo>
                <a:pt x="571738" y="272095"/>
              </a:lnTo>
            </a:path>
          </a:pathLst>
        </a:custGeom>
        <a:noFill/>
        <a:ln w="25400" cap="flat" cmpd="sng" algn="ctr">
          <a:solidFill>
            <a:schemeClr val="accent2">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6781F5-3122-42A1-8286-D40B7E9548DE}">
      <dsp:nvSpPr>
        <dsp:cNvPr id="0" name=""/>
        <dsp:cNvSpPr/>
      </dsp:nvSpPr>
      <dsp:spPr>
        <a:xfrm>
          <a:off x="958731" y="2326477"/>
          <a:ext cx="571738" cy="272095"/>
        </a:xfrm>
        <a:custGeom>
          <a:avLst/>
          <a:gdLst/>
          <a:ahLst/>
          <a:cxnLst/>
          <a:rect l="0" t="0" r="0" b="0"/>
          <a:pathLst>
            <a:path>
              <a:moveTo>
                <a:pt x="571738" y="0"/>
              </a:moveTo>
              <a:lnTo>
                <a:pt x="571738" y="185425"/>
              </a:lnTo>
              <a:lnTo>
                <a:pt x="0" y="185425"/>
              </a:lnTo>
              <a:lnTo>
                <a:pt x="0" y="272095"/>
              </a:lnTo>
            </a:path>
          </a:pathLst>
        </a:custGeom>
        <a:noFill/>
        <a:ln w="25400" cap="flat" cmpd="sng" algn="ctr">
          <a:solidFill>
            <a:schemeClr val="accent2">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889E79-DCD6-4A5B-AE9C-D5E73D3CD3CD}">
      <dsp:nvSpPr>
        <dsp:cNvPr id="0" name=""/>
        <dsp:cNvSpPr/>
      </dsp:nvSpPr>
      <dsp:spPr>
        <a:xfrm>
          <a:off x="1530470" y="1460293"/>
          <a:ext cx="1143477" cy="272095"/>
        </a:xfrm>
        <a:custGeom>
          <a:avLst/>
          <a:gdLst/>
          <a:ahLst/>
          <a:cxnLst/>
          <a:rect l="0" t="0" r="0" b="0"/>
          <a:pathLst>
            <a:path>
              <a:moveTo>
                <a:pt x="1143477" y="0"/>
              </a:moveTo>
              <a:lnTo>
                <a:pt x="1143477" y="185425"/>
              </a:lnTo>
              <a:lnTo>
                <a:pt x="0" y="185425"/>
              </a:lnTo>
              <a:lnTo>
                <a:pt x="0" y="272095"/>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F2BCA0-B59E-43AF-9372-53F3814C07F3}">
      <dsp:nvSpPr>
        <dsp:cNvPr id="0" name=""/>
        <dsp:cNvSpPr/>
      </dsp:nvSpPr>
      <dsp:spPr>
        <a:xfrm>
          <a:off x="2673947" y="585691"/>
          <a:ext cx="702157" cy="280513"/>
        </a:xfrm>
        <a:custGeom>
          <a:avLst/>
          <a:gdLst/>
          <a:ahLst/>
          <a:cxnLst/>
          <a:rect l="0" t="0" r="0" b="0"/>
          <a:pathLst>
            <a:path>
              <a:moveTo>
                <a:pt x="702157" y="0"/>
              </a:moveTo>
              <a:lnTo>
                <a:pt x="702157" y="193843"/>
              </a:lnTo>
              <a:lnTo>
                <a:pt x="0" y="193843"/>
              </a:lnTo>
              <a:lnTo>
                <a:pt x="0" y="280513"/>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A7BEF7-177B-41DB-A817-B1B499DEEF0A}">
      <dsp:nvSpPr>
        <dsp:cNvPr id="0" name=""/>
        <dsp:cNvSpPr/>
      </dsp:nvSpPr>
      <dsp:spPr>
        <a:xfrm>
          <a:off x="2908319" y="-8396"/>
          <a:ext cx="935572" cy="594088"/>
        </a:xfrm>
        <a:prstGeom prst="roundRect">
          <a:avLst>
            <a:gd name="adj" fmla="val 10000"/>
          </a:avLst>
        </a:prstGeom>
        <a:solidFill>
          <a:schemeClr val="accent2">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C5CB40-4192-47F7-8AB5-E4E909DE4EAE}">
      <dsp:nvSpPr>
        <dsp:cNvPr id="0" name=""/>
        <dsp:cNvSpPr/>
      </dsp:nvSpPr>
      <dsp:spPr>
        <a:xfrm>
          <a:off x="3012271" y="90358"/>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销售额</a:t>
          </a:r>
        </a:p>
      </dsp:txBody>
      <dsp:txXfrm>
        <a:off x="3029671" y="107758"/>
        <a:ext cx="900772" cy="559288"/>
      </dsp:txXfrm>
    </dsp:sp>
    <dsp:sp modelId="{9ABD7A7D-4EDB-4464-821E-CB1EC6F0EA8D}">
      <dsp:nvSpPr>
        <dsp:cNvPr id="0" name=""/>
        <dsp:cNvSpPr/>
      </dsp:nvSpPr>
      <dsp:spPr>
        <a:xfrm>
          <a:off x="2206161" y="866205"/>
          <a:ext cx="935572" cy="594088"/>
        </a:xfrm>
        <a:prstGeom prst="roundRect">
          <a:avLst>
            <a:gd name="adj" fmla="val 10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64A11A-D8DA-4973-ACC7-8CEAFA3BB79D}">
      <dsp:nvSpPr>
        <dsp:cNvPr id="0" name=""/>
        <dsp:cNvSpPr/>
      </dsp:nvSpPr>
      <dsp:spPr>
        <a:xfrm>
          <a:off x="2310114" y="964960"/>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付费人数</a:t>
          </a:r>
        </a:p>
      </dsp:txBody>
      <dsp:txXfrm>
        <a:off x="2327514" y="982360"/>
        <a:ext cx="900772" cy="559288"/>
      </dsp:txXfrm>
    </dsp:sp>
    <dsp:sp modelId="{A1D3418C-A2C9-4149-8948-8E7B240679F7}">
      <dsp:nvSpPr>
        <dsp:cNvPr id="0" name=""/>
        <dsp:cNvSpPr/>
      </dsp:nvSpPr>
      <dsp:spPr>
        <a:xfrm>
          <a:off x="1062684" y="1732389"/>
          <a:ext cx="935572" cy="594088"/>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CA522-F646-48DD-9305-956FB94C9253}">
      <dsp:nvSpPr>
        <dsp:cNvPr id="0" name=""/>
        <dsp:cNvSpPr/>
      </dsp:nvSpPr>
      <dsp:spPr>
        <a:xfrm>
          <a:off x="1166636" y="1831144"/>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新用户人数</a:t>
          </a:r>
        </a:p>
      </dsp:txBody>
      <dsp:txXfrm>
        <a:off x="1184036" y="1848544"/>
        <a:ext cx="900772" cy="559288"/>
      </dsp:txXfrm>
    </dsp:sp>
    <dsp:sp modelId="{6CD21331-28B0-4523-8766-409A27AB3319}">
      <dsp:nvSpPr>
        <dsp:cNvPr id="0" name=""/>
        <dsp:cNvSpPr/>
      </dsp:nvSpPr>
      <dsp:spPr>
        <a:xfrm>
          <a:off x="490945" y="2598573"/>
          <a:ext cx="935572" cy="594088"/>
        </a:xfrm>
        <a:prstGeom prst="roundRect">
          <a:avLst>
            <a:gd name="adj" fmla="val 10000"/>
          </a:avLst>
        </a:prstGeom>
        <a:solidFill>
          <a:schemeClr val="accent2">
            <a:tint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1A1EC0-D105-4DF1-9FD4-DF225BE1FAC7}">
      <dsp:nvSpPr>
        <dsp:cNvPr id="0" name=""/>
        <dsp:cNvSpPr/>
      </dsp:nvSpPr>
      <dsp:spPr>
        <a:xfrm>
          <a:off x="594898" y="2697328"/>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微软雅黑" panose="020B0503020204020204" pitchFamily="34" charset="-122"/>
              <a:ea typeface="微软雅黑" panose="020B0503020204020204" pitchFamily="34" charset="-122"/>
            </a:rPr>
            <a:t>渠道</a:t>
          </a:r>
          <a:r>
            <a:rPr lang="en-US" altLang="zh-CN" sz="900" kern="1200" dirty="0">
              <a:latin typeface="微软雅黑" panose="020B0503020204020204" pitchFamily="34" charset="-122"/>
              <a:ea typeface="微软雅黑" panose="020B0503020204020204" pitchFamily="34" charset="-122"/>
            </a:rPr>
            <a:t>A</a:t>
          </a:r>
          <a:r>
            <a:rPr lang="zh-CN" altLang="en-US" sz="900" kern="1200" dirty="0">
              <a:latin typeface="微软雅黑" panose="020B0503020204020204" pitchFamily="34" charset="-122"/>
              <a:ea typeface="微软雅黑" panose="020B0503020204020204" pitchFamily="34" charset="-122"/>
            </a:rPr>
            <a:t>付费人数</a:t>
          </a:r>
          <a:endParaRPr lang="zh-CN" altLang="en-US" sz="900" kern="1200" dirty="0"/>
        </a:p>
      </dsp:txBody>
      <dsp:txXfrm>
        <a:off x="612298" y="2714728"/>
        <a:ext cx="900772" cy="559288"/>
      </dsp:txXfrm>
    </dsp:sp>
    <dsp:sp modelId="{3EC4039A-0660-4FE5-B460-1312E6B5EA9D}">
      <dsp:nvSpPr>
        <dsp:cNvPr id="0" name=""/>
        <dsp:cNvSpPr/>
      </dsp:nvSpPr>
      <dsp:spPr>
        <a:xfrm>
          <a:off x="1634423" y="2598573"/>
          <a:ext cx="935572" cy="594088"/>
        </a:xfrm>
        <a:prstGeom prst="roundRect">
          <a:avLst>
            <a:gd name="adj" fmla="val 10000"/>
          </a:avLst>
        </a:prstGeom>
        <a:solidFill>
          <a:schemeClr val="accent2">
            <a:tint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AA62E2-213D-46C2-BAA5-8CDF9F72752E}">
      <dsp:nvSpPr>
        <dsp:cNvPr id="0" name=""/>
        <dsp:cNvSpPr/>
      </dsp:nvSpPr>
      <dsp:spPr>
        <a:xfrm>
          <a:off x="1738375" y="2697328"/>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微软雅黑" panose="020B0503020204020204" pitchFamily="34" charset="-122"/>
              <a:ea typeface="微软雅黑" panose="020B0503020204020204" pitchFamily="34" charset="-122"/>
            </a:rPr>
            <a:t>渠道</a:t>
          </a:r>
          <a:r>
            <a:rPr lang="en-US" altLang="zh-CN" sz="900" kern="1200" dirty="0">
              <a:latin typeface="微软雅黑" panose="020B0503020204020204" pitchFamily="34" charset="-122"/>
              <a:ea typeface="微软雅黑" panose="020B0503020204020204" pitchFamily="34" charset="-122"/>
            </a:rPr>
            <a:t>B</a:t>
          </a:r>
          <a:r>
            <a:rPr lang="zh-CN" altLang="en-US" sz="900" kern="1200" dirty="0">
              <a:latin typeface="微软雅黑" panose="020B0503020204020204" pitchFamily="34" charset="-122"/>
              <a:ea typeface="微软雅黑" panose="020B0503020204020204" pitchFamily="34" charset="-122"/>
            </a:rPr>
            <a:t>付费人数</a:t>
          </a:r>
          <a:endParaRPr lang="zh-CN" altLang="en-US" sz="900" kern="1200" dirty="0"/>
        </a:p>
      </dsp:txBody>
      <dsp:txXfrm>
        <a:off x="1755775" y="2714728"/>
        <a:ext cx="900772" cy="559288"/>
      </dsp:txXfrm>
    </dsp:sp>
    <dsp:sp modelId="{D93B0FEA-48B6-40A7-8B49-80417B49C6E2}">
      <dsp:nvSpPr>
        <dsp:cNvPr id="0" name=""/>
        <dsp:cNvSpPr/>
      </dsp:nvSpPr>
      <dsp:spPr>
        <a:xfrm>
          <a:off x="3349638" y="1732389"/>
          <a:ext cx="935572" cy="594088"/>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90D03A-B2E7-4335-BCD7-08BD82C9DD87}">
      <dsp:nvSpPr>
        <dsp:cNvPr id="0" name=""/>
        <dsp:cNvSpPr/>
      </dsp:nvSpPr>
      <dsp:spPr>
        <a:xfrm>
          <a:off x="3453591" y="1831144"/>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7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老用户人数</a:t>
          </a:r>
        </a:p>
      </dsp:txBody>
      <dsp:txXfrm>
        <a:off x="3470991" y="1848544"/>
        <a:ext cx="900772" cy="559288"/>
      </dsp:txXfrm>
    </dsp:sp>
    <dsp:sp modelId="{CD61699A-0999-4130-AA32-35BEF0470675}">
      <dsp:nvSpPr>
        <dsp:cNvPr id="0" name=""/>
        <dsp:cNvSpPr/>
      </dsp:nvSpPr>
      <dsp:spPr>
        <a:xfrm>
          <a:off x="2777900" y="2598573"/>
          <a:ext cx="935572" cy="594088"/>
        </a:xfrm>
        <a:prstGeom prst="roundRect">
          <a:avLst>
            <a:gd name="adj" fmla="val 10000"/>
          </a:avLst>
        </a:prstGeom>
        <a:solidFill>
          <a:schemeClr val="accent2">
            <a:tint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809E4B-21A9-4FBA-B186-571FAE252C50}">
      <dsp:nvSpPr>
        <dsp:cNvPr id="0" name=""/>
        <dsp:cNvSpPr/>
      </dsp:nvSpPr>
      <dsp:spPr>
        <a:xfrm>
          <a:off x="2881852" y="2697328"/>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t>付费人数</a:t>
          </a:r>
        </a:p>
      </dsp:txBody>
      <dsp:txXfrm>
        <a:off x="2899252" y="2714728"/>
        <a:ext cx="900772" cy="559288"/>
      </dsp:txXfrm>
    </dsp:sp>
    <dsp:sp modelId="{0F7C91EC-1004-4AAB-9720-508D07FCBA27}">
      <dsp:nvSpPr>
        <dsp:cNvPr id="0" name=""/>
        <dsp:cNvSpPr/>
      </dsp:nvSpPr>
      <dsp:spPr>
        <a:xfrm>
          <a:off x="3921377" y="2598573"/>
          <a:ext cx="935572" cy="594088"/>
        </a:xfrm>
        <a:prstGeom prst="roundRect">
          <a:avLst>
            <a:gd name="adj" fmla="val 10000"/>
          </a:avLst>
        </a:prstGeom>
        <a:solidFill>
          <a:schemeClr val="accent2">
            <a:tint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C81EE7-A6DA-46C6-8A5B-978DA4466BE7}">
      <dsp:nvSpPr>
        <dsp:cNvPr id="0" name=""/>
        <dsp:cNvSpPr/>
      </dsp:nvSpPr>
      <dsp:spPr>
        <a:xfrm>
          <a:off x="4025329" y="2697328"/>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t>复购率</a:t>
          </a:r>
        </a:p>
      </dsp:txBody>
      <dsp:txXfrm>
        <a:off x="4042729" y="2714728"/>
        <a:ext cx="900772" cy="559288"/>
      </dsp:txXfrm>
    </dsp:sp>
    <dsp:sp modelId="{2AE00B0B-C92A-468E-B493-22443EAF9896}">
      <dsp:nvSpPr>
        <dsp:cNvPr id="0" name=""/>
        <dsp:cNvSpPr/>
      </dsp:nvSpPr>
      <dsp:spPr>
        <a:xfrm>
          <a:off x="3349638" y="866205"/>
          <a:ext cx="935572" cy="594088"/>
        </a:xfrm>
        <a:prstGeom prst="roundRect">
          <a:avLst>
            <a:gd name="adj" fmla="val 10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A80C2B-23B8-4414-B438-BDC229EFDF22}">
      <dsp:nvSpPr>
        <dsp:cNvPr id="0" name=""/>
        <dsp:cNvSpPr/>
      </dsp:nvSpPr>
      <dsp:spPr>
        <a:xfrm>
          <a:off x="3453591" y="964960"/>
          <a:ext cx="935572" cy="594088"/>
        </a:xfrm>
        <a:prstGeom prst="roundRect">
          <a:avLst>
            <a:gd name="adj" fmla="val 10000"/>
          </a:avLst>
        </a:prstGeom>
        <a:solidFill>
          <a:schemeClr val="lt1">
            <a:alpha val="90000"/>
            <a:hueOff val="0"/>
            <a:satOff val="0"/>
            <a:lumOff val="0"/>
            <a:alphaOff val="0"/>
          </a:schemeClr>
        </a:solidFill>
        <a:ln w="25400" cap="flat" cmpd="sng" algn="ctr">
          <a:solidFill>
            <a:schemeClr val="accent2">
              <a:tint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平均单价</a:t>
          </a:r>
        </a:p>
      </dsp:txBody>
      <dsp:txXfrm>
        <a:off x="3470991" y="982360"/>
        <a:ext cx="900772" cy="5592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5BFE21-B27C-4947-8156-4F045B48F123}">
      <dsp:nvSpPr>
        <dsp:cNvPr id="0" name=""/>
        <dsp:cNvSpPr/>
      </dsp:nvSpPr>
      <dsp:spPr>
        <a:xfrm>
          <a:off x="3449" y="318474"/>
          <a:ext cx="1508023" cy="9472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定条件</a:t>
          </a:r>
        </a:p>
      </dsp:txBody>
      <dsp:txXfrm>
        <a:off x="31192" y="346217"/>
        <a:ext cx="1452537" cy="891740"/>
      </dsp:txXfrm>
    </dsp:sp>
    <dsp:sp modelId="{2B19F5B6-2A2B-4178-8901-DDD5ADE80F6B}">
      <dsp:nvSpPr>
        <dsp:cNvPr id="0" name=""/>
        <dsp:cNvSpPr/>
      </dsp:nvSpPr>
      <dsp:spPr>
        <a:xfrm>
          <a:off x="1662274" y="605093"/>
          <a:ext cx="319700" cy="3739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1662274" y="679891"/>
        <a:ext cx="223790" cy="224393"/>
      </dsp:txXfrm>
    </dsp:sp>
    <dsp:sp modelId="{1223329B-5770-40B1-B378-F575E36CC92C}">
      <dsp:nvSpPr>
        <dsp:cNvPr id="0" name=""/>
        <dsp:cNvSpPr/>
      </dsp:nvSpPr>
      <dsp:spPr>
        <a:xfrm>
          <a:off x="2114681" y="318474"/>
          <a:ext cx="1508023" cy="9472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定权重</a:t>
          </a:r>
        </a:p>
      </dsp:txBody>
      <dsp:txXfrm>
        <a:off x="2142424" y="346217"/>
        <a:ext cx="1452537" cy="891740"/>
      </dsp:txXfrm>
    </dsp:sp>
    <dsp:sp modelId="{93911911-9F68-4B39-AE3C-2B9EE8755BE1}">
      <dsp:nvSpPr>
        <dsp:cNvPr id="0" name=""/>
        <dsp:cNvSpPr/>
      </dsp:nvSpPr>
      <dsp:spPr>
        <a:xfrm>
          <a:off x="3773506" y="605093"/>
          <a:ext cx="319700" cy="3739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3773506" y="679891"/>
        <a:ext cx="223790" cy="224393"/>
      </dsp:txXfrm>
    </dsp:sp>
    <dsp:sp modelId="{F084F53B-A1B2-4DE5-A311-C929EB2EFF62}">
      <dsp:nvSpPr>
        <dsp:cNvPr id="0" name=""/>
        <dsp:cNvSpPr/>
      </dsp:nvSpPr>
      <dsp:spPr>
        <a:xfrm>
          <a:off x="4225913" y="318474"/>
          <a:ext cx="1508023" cy="9472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按标准评定每个方案</a:t>
          </a:r>
        </a:p>
      </dsp:txBody>
      <dsp:txXfrm>
        <a:off x="4253656" y="346217"/>
        <a:ext cx="1452537" cy="891740"/>
      </dsp:txXfrm>
    </dsp:sp>
    <dsp:sp modelId="{0B2F1BF9-DE24-41C7-B6DF-1C97078646E8}">
      <dsp:nvSpPr>
        <dsp:cNvPr id="0" name=""/>
        <dsp:cNvSpPr/>
      </dsp:nvSpPr>
      <dsp:spPr>
        <a:xfrm>
          <a:off x="5884738" y="605093"/>
          <a:ext cx="319700" cy="3739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5884738" y="679891"/>
        <a:ext cx="223790" cy="224393"/>
      </dsp:txXfrm>
    </dsp:sp>
    <dsp:sp modelId="{DF1F9087-6CD7-49AB-9860-5B5B157BD3A9}">
      <dsp:nvSpPr>
        <dsp:cNvPr id="0" name=""/>
        <dsp:cNvSpPr/>
      </dsp:nvSpPr>
      <dsp:spPr>
        <a:xfrm>
          <a:off x="6337145" y="318474"/>
          <a:ext cx="1508023" cy="9472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按总分选择最佳方案</a:t>
          </a:r>
        </a:p>
      </dsp:txBody>
      <dsp:txXfrm>
        <a:off x="6364888" y="346217"/>
        <a:ext cx="1452537" cy="8917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2FA93566-E54D-4451-A141-DAA123434AC9}"/>
              </a:ext>
            </a:extLst>
          </p:cNvPr>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038" tIns="45519" rIns="91038" bIns="45519" numCol="1" anchor="t" anchorCtr="0" compatLnSpc="1">
            <a:prstTxWarp prst="textNoShape">
              <a:avLst/>
            </a:prstTxWarp>
          </a:bodyPr>
          <a:lstStyle>
            <a:lvl1pPr eaLnBrk="1" hangingPunct="1">
              <a:defRPr sz="1200"/>
            </a:lvl1pPr>
          </a:lstStyle>
          <a:p>
            <a:pPr>
              <a:defRPr/>
            </a:pPr>
            <a:endParaRPr lang="en-US" altLang="zh-CN"/>
          </a:p>
        </p:txBody>
      </p:sp>
      <p:sp>
        <p:nvSpPr>
          <p:cNvPr id="75779" name="Rectangle 3">
            <a:extLst>
              <a:ext uri="{FF2B5EF4-FFF2-40B4-BE49-F238E27FC236}">
                <a16:creationId xmlns:a16="http://schemas.microsoft.com/office/drawing/2014/main" id="{FD286D0B-2372-42C6-B191-701545A86136}"/>
              </a:ext>
            </a:extLst>
          </p:cNvPr>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038" tIns="45519" rIns="91038" bIns="45519" numCol="1" anchor="t" anchorCtr="0" compatLnSpc="1">
            <a:prstTxWarp prst="textNoShape">
              <a:avLst/>
            </a:prstTxWarp>
          </a:bodyPr>
          <a:lstStyle>
            <a:lvl1pPr algn="r" eaLnBrk="1" hangingPunct="1">
              <a:defRPr sz="1200"/>
            </a:lvl1pPr>
          </a:lstStyle>
          <a:p>
            <a:pPr>
              <a:defRPr/>
            </a:pPr>
            <a:endParaRPr lang="en-US" altLang="zh-CN"/>
          </a:p>
        </p:txBody>
      </p:sp>
      <p:sp>
        <p:nvSpPr>
          <p:cNvPr id="75780" name="Rectangle 4">
            <a:extLst>
              <a:ext uri="{FF2B5EF4-FFF2-40B4-BE49-F238E27FC236}">
                <a16:creationId xmlns:a16="http://schemas.microsoft.com/office/drawing/2014/main" id="{90974006-3FA1-4CCD-B88A-AFB1BE0AF0E6}"/>
              </a:ext>
            </a:extLst>
          </p:cNvPr>
          <p:cNvSpPr>
            <a:spLocks noGrp="1" noChangeArrowheads="1"/>
          </p:cNvSpPr>
          <p:nvPr>
            <p:ph type="ftr" sz="quarter" idx="2"/>
          </p:nvPr>
        </p:nvSpPr>
        <p:spPr bwMode="auto">
          <a:xfrm>
            <a:off x="0" y="9371013"/>
            <a:ext cx="2919413" cy="493712"/>
          </a:xfrm>
          <a:prstGeom prst="rect">
            <a:avLst/>
          </a:prstGeom>
          <a:noFill/>
          <a:ln w="9525">
            <a:noFill/>
            <a:miter lim="800000"/>
            <a:headEnd/>
            <a:tailEnd/>
          </a:ln>
          <a:effectLst/>
        </p:spPr>
        <p:txBody>
          <a:bodyPr vert="horz" wrap="square" lIns="91038" tIns="45519" rIns="91038" bIns="45519" numCol="1" anchor="b" anchorCtr="0" compatLnSpc="1">
            <a:prstTxWarp prst="textNoShape">
              <a:avLst/>
            </a:prstTxWarp>
          </a:bodyPr>
          <a:lstStyle>
            <a:lvl1pPr eaLnBrk="1" hangingPunct="1">
              <a:defRPr sz="1200"/>
            </a:lvl1pPr>
          </a:lstStyle>
          <a:p>
            <a:pPr>
              <a:defRPr/>
            </a:pPr>
            <a:endParaRPr lang="en-US" altLang="zh-CN"/>
          </a:p>
        </p:txBody>
      </p:sp>
      <p:sp>
        <p:nvSpPr>
          <p:cNvPr id="75781" name="Rectangle 5">
            <a:extLst>
              <a:ext uri="{FF2B5EF4-FFF2-40B4-BE49-F238E27FC236}">
                <a16:creationId xmlns:a16="http://schemas.microsoft.com/office/drawing/2014/main" id="{02D13E10-E620-4116-AE7B-01643442343D}"/>
              </a:ext>
            </a:extLst>
          </p:cNvPr>
          <p:cNvSpPr>
            <a:spLocks noGrp="1" noChangeArrowheads="1"/>
          </p:cNvSpPr>
          <p:nvPr>
            <p:ph type="sldNum" sz="quarter" idx="3"/>
          </p:nvPr>
        </p:nvSpPr>
        <p:spPr bwMode="auto">
          <a:xfrm>
            <a:off x="3814763" y="9371013"/>
            <a:ext cx="2919412" cy="493712"/>
          </a:xfrm>
          <a:prstGeom prst="rect">
            <a:avLst/>
          </a:prstGeom>
          <a:noFill/>
          <a:ln w="9525">
            <a:noFill/>
            <a:miter lim="800000"/>
            <a:headEnd/>
            <a:tailEnd/>
          </a:ln>
          <a:effectLst/>
        </p:spPr>
        <p:txBody>
          <a:bodyPr vert="horz" wrap="square" lIns="91038" tIns="45519" rIns="91038" bIns="45519" numCol="1" anchor="b" anchorCtr="0" compatLnSpc="1">
            <a:prstTxWarp prst="textNoShape">
              <a:avLst/>
            </a:prstTxWarp>
          </a:bodyPr>
          <a:lstStyle>
            <a:lvl1pPr algn="r" eaLnBrk="1" hangingPunct="1">
              <a:defRPr sz="1200"/>
            </a:lvl1pPr>
          </a:lstStyle>
          <a:p>
            <a:pPr>
              <a:defRPr/>
            </a:pPr>
            <a:fld id="{300CAB0C-4E74-4286-84B4-A5431154FCE3}" type="slidenum">
              <a:rPr lang="de-DE" altLang="zh-CN"/>
              <a:pPr>
                <a:defRPr/>
              </a:pPr>
              <a:t>‹#›</a:t>
            </a:fld>
            <a:endParaRPr lang="de-DE"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27:21.973"/>
    </inkml:context>
    <inkml:brush xml:id="br0">
      <inkml:brushProperty name="width" value="0.035" units="cm"/>
      <inkml:brushProperty name="height" value="0.035" units="cm"/>
      <inkml:brushProperty name="color" value="#E71224"/>
    </inkml:brush>
  </inkml:definitions>
  <inkml:trace contextRef="#ctx0" brushRef="#br0">908 138 2304 0 0,'-12'-31'5338'0'0,"11"27"-4176"0"0,0-1 0 0 0,-1 0 1 0 0,0 1-1 0 0,0-1 0 0 0,0 1 0 0 0,-5-7 0 0 0,6 9-1015 0 0,-1 0-1 0 0,0 0 1 0 0,-1 0-1 0 0,1 0 1 0 0,0 0-1 0 0,0 0 1 0 0,-1 1-1 0 0,1-1 1 0 0,-4 0-1 0 0,0-1-1 0 0,-1 1 1 0 0,1 0-1 0 0,0 1 0 0 0,-1-1 0 0 0,0 1 0 0 0,1 1 0 0 0,-1-1 0 0 0,0 1 1 0 0,-9 1-1 0 0,-9 2 155 0 0,-30 8-1 0 0,2-1 218 0 0,7-4-76 0 0,0 3 1 0 0,1 1 0 0 0,0 2 0 0 0,1 2 0 0 0,-79 37 0 0 0,97-37-434 0 0,-9 4 90 0 0,-62 41-1 0 0,86-52-81 0 0,1 2 0 0 0,0-1-1 0 0,1 2 1 0 0,0-1 0 0 0,1 1-1 0 0,-1 0 1 0 0,2 1 0 0 0,0 0-1 0 0,-10 20 1 0 0,9-15-5 0 0,1 1 1 0 0,1 0-1 0 0,1 1 0 0 0,1-1 0 0 0,0 1 1 0 0,1 0-1 0 0,1 0 0 0 0,0 27 1 0 0,2-37-15 0 0,0 0 1 0 0,1 1-1 0 0,0-1 1 0 0,1 0-1 0 0,0-1 1 0 0,0 1 0 0 0,0 0-1 0 0,1-1 1 0 0,0 1-1 0 0,1-1 1 0 0,0 0-1 0 0,0 0 1 0 0,0 0-1 0 0,1 0 1 0 0,0-1 0 0 0,0 0-1 0 0,1 0 1 0 0,0 0-1 0 0,0-1 1 0 0,0 0-1 0 0,8 6 1 0 0,0-4 17 0 0,0-1 1 0 0,0 0 0 0 0,0 0-1 0 0,0-1 1 0 0,1-1-1 0 0,0-1 1 0 0,0 0-1 0 0,29 2 1 0 0,-4-4 31 0 0,-1-1-1 0 0,49-7 1 0 0,-18 0-26 0 0,-1 3 1 0 0,97 6-1 0 0,-127-1 19 0 0,0-2 0 0 0,43-6-1 0 0,15-1 18 0 0,-8 8-57 0 0,-48 1 0 0 0,-1-2 0 0 0,47-6 0 0 0,165-44 0 0 0,-241 49 17 0 0,-1-1-1 0 0,1 0 1 0 0,-1-1 0 0 0,0 0 0 0 0,0-1-1 0 0,-1 0 1 0 0,1-1 0 0 0,-1 0 0 0 0,-1 0-1 0 0,12-10 1 0 0,-9 6 9 0 0,0 0 1 0 0,-1-2-1 0 0,0 1 0 0 0,-1-1 0 0 0,0-1 1 0 0,13-23-1 0 0,-18 27-3 0 0,0-1 1 0 0,-1 0-1 0 0,0 0 0 0 0,-1 0 1 0 0,0 0-1 0 0,-1-1 0 0 0,0 1 1 0 0,0 0-1 0 0,-1-1 0 0 0,-1 1 1 0 0,0 0-1 0 0,0 0 0 0 0,-3-12 0 0 0,-2 0 27 0 0,0 0-1 0 0,-1 0 0 0 0,-1 1 0 0 0,-21-39 0 0 0,22 50-31 0 0,0 0-1 0 0,-1 0 1 0 0,1 1-1 0 0,-2 0 1 0 0,1 0-1 0 0,-1 1 1 0 0,-1 1 0 0 0,0-1-1 0 0,0 1 1 0 0,-17-9-1 0 0,-7-1 35 0 0,0 2 0 0 0,-41-13-1 0 0,37 17-46 0 0,0 1-1 0 0,-1 2 0 0 0,0 2 0 0 0,0 1 1 0 0,-1 2-1 0 0,1 2 0 0 0,-1 1 0 0 0,-54 9 1 0 0,45-2-18 0 0,0 3 1 0 0,0 2-1 0 0,2 1 1 0 0,0 3-1 0 0,0 2 0 0 0,-55 30 1 0 0,60-22-2075 0 0,24-15-6019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20T05:01:46.405"/>
    </inkml:context>
    <inkml:brush xml:id="br0">
      <inkml:brushProperty name="width" value="0.05" units="cm"/>
      <inkml:brushProperty name="height" value="0.05" units="cm"/>
      <inkml:brushProperty name="color" value="#E71224"/>
    </inkml:brush>
  </inkml:definitions>
  <inkml:trace contextRef="#ctx0" brushRef="#br0">5294 318 11058 0 0,'-165'-84'2506'0'0,"-89"-21"-1255"0"0,190 84-976 0 0,-1 3 1 0 0,-75-12 0 0 0,-48 3 759 0 0,-1 7 1 0 0,-275 8-1 0 0,338 21-277 0 0,-205 42 0 0 0,243-30-663 0 0,2 4 0 0 0,0 4-1 0 0,2 4 1 0 0,-127 68 0 0 0,-137 117-83 0 0,228-138-14 0 0,30-17-14 0 0,-143 130 0 0 0,-60 98-16 0 0,47 1 32 0 0,24 19 0 0 0,153-206-7 0 0,6 2-1 0 0,4 4 1 0 0,-52 137-1 0 0,51-85-137 0 0,-67 295 0 0 0,105-345 13 0 0,5 1-1 0 0,-5 201 0 0 0,22-228-5 0 0,5 1-1 0 0,3-1 1 0 0,4 0-1 0 0,29 105 0 0 0,-14-97 6 0 0,5-2 0 0 0,4-1 0 0 0,95 170 0 0 0,-88-191 133 0 0,3-2 0 0 0,3-2-1 0 0,2-3 1 0 0,4-1 0 0 0,67 58 0 0 0,-27-40 27 0 0,3-4 1 0 0,4-5-1 0 0,2-5 1 0 0,4-4-1 0 0,2-4 0 0 0,2-6 1 0 0,3-4-1 0 0,147 40 1 0 0,-89-44-178 0 0,2-7 1 0 0,1-8-1 0 0,1-7 0 0 0,328-2 1 0 0,-199-33 239 0 0,603-103 0 0 0,-61-93 567 0 0,-146-46 176 0 0,-532 187-611 0 0,264-113 591 0 0,646-374 0 0 0,-352 72-325 0 0,-595 381-368 0 0,-4-7 1 0 0,176-188-1 0 0,-229 215 2 0 0,-4-4 1 0 0,103-159-1 0 0,-130 169-38 0 0,-3-2-1 0 0,-4-2 1 0 0,-3-1-1 0 0,36-128 1 0 0,-58 160-47 0 0,-3 0-1 0 0,-2-1 1 0 0,-2 0-1 0 0,-2 0 1 0 0,-2-1 0 0 0,-2 1-1 0 0,-3-1 1 0 0,-1 1-1 0 0,-17-71 1 0 0,6 64-24 0 0,-2 1 0 0 0,-3 1 0 0 0,-2 0 1 0 0,-2 2-1 0 0,-58-90 0 0 0,39 79 30 0 0,-3 3 0 0 0,-3 1 1 0 0,-108-100-1 0 0,74 88 15 0 0,-3 4 0 0 0,-113-67-1 0 0,70 60-17 0 0,-142-60-1 0 0,-286-71-117 0 0,-18 50 151 0 0,312 98 1 0 0,-3 11 1 0 0,-2 13-1 0 0,-377-1 0 0 0,313 41 45 0 0,1 14 0 0 0,-453 87-1 0 0,58 65 29 0 0,14 53-48 0 0,233-38-45 0 0,10 21 10 0 0,401-178-54 0 0,-1307 692-381 0 0,813-365-1847 0 0,283-165-5953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8T07:06:08.608"/>
    </inkml:context>
    <inkml:brush xml:id="br0">
      <inkml:brushProperty name="width" value="0.05" units="cm"/>
      <inkml:brushProperty name="height" value="0.05" units="cm"/>
    </inkml:brush>
  </inkml:definitions>
  <inkml:trace contextRef="#ctx0" brushRef="#br0">1167 541 16131 0 0,'-6'2'337'0'0,"0"-1"0"0"0,0 1-1 0 0,0-1 1 0 0,0 2-1 0 0,0-1 1 0 0,1 1-1 0 0,-1 0 1 0 0,1 0-1 0 0,0 0 1 0 0,-8 7-1 0 0,-8 8-387 0 0,-21 22-1 0 0,5-4 192 0 0,25-25-154 0 0,-1-1 0 0 0,0 0 0 0 0,0-1 0 0 0,-1 0 0 0 0,-16 7 0 0 0,24-13 10 0 0,-1-1 0 0 0,1 0 0 0 0,-1 0-1 0 0,0 0 1 0 0,0-1 0 0 0,0 0 0 0 0,0 0 0 0 0,0-1 0 0 0,0 0 0 0 0,0 0 0 0 0,0-1 0 0 0,0 1-1 0 0,0-2 1 0 0,-9-1 0 0 0,-7-5 471 0 0,-1-1-1 0 0,-40-23 1 0 0,-18-7 430 0 0,80 38-906 0 0,0 1-1 0 0,0-1 1 0 0,0 1 0 0 0,-1-1 0 0 0,1 1 0 0 0,0 0 0 0 0,0 0-1 0 0,0 0 1 0 0,0 0 0 0 0,0 1 0 0 0,-1-1 0 0 0,1 1 0 0 0,0-1-1 0 0,0 1 1 0 0,0 0 0 0 0,0-1 0 0 0,0 1 0 0 0,0 0 0 0 0,1 0-1 0 0,-1 1 1 0 0,0-1 0 0 0,0 0 0 0 0,1 0 0 0 0,-3 3 0 0 0,-4 4-175 0 0,1 0 0 0 0,0 1 0 0 0,-10 14 1 0 0,7-9-38 0 0,-23 30 40 0 0,-1-2 0 0 0,-3-2-1 0 0,-1-1 1 0 0,-68 54 0 0 0,90-79 220 0 0,1 0 0 0 0,1 0 0 0 0,1 1 0 0 0,0 1 0 0 0,1 1 1 0 0,0-1-1 0 0,1 2 0 0 0,1 0 0 0 0,1 0 0 0 0,-11 30 1 0 0,1 8-10 0 0,3 0 1 0 0,-13 82-1 0 0,10-3-46 0 0,6 1 0 0 0,6 1 0 0 0,15 195 0 0 0,18 238-625 0 0,4 61-158 0 0,-22-527 772 0 0,38 183-1 0 0,-30-225 252 0 0,2 0-1 0 0,3-1 1 0 0,3-1-1 0 0,34 63 1 0 0,-13-41 179 0 0,3-1 0 0 0,77 96 0 0 0,-98-145-286 0 0,1 0 0 0 0,2-2 0 0 0,1-1 0 0 0,1-1 0 0 0,1-2 1 0 0,2-2-1 0 0,56 31 0 0 0,-57-38-81 0 0,0-1 0 0 0,2-2 0 0 0,-1-2 1 0 0,1-1-1 0 0,43 6 0 0 0,-48-12-8 0 0,0-2 1 0 0,0-1-1 0 0,1-2 1 0 0,-1-1-1 0 0,1-1 0 0 0,48-10 1 0 0,-28-1 26 0 0,-1-2 0 0 0,-1-3 0 0 0,0-1-1 0 0,-2-3 1 0 0,91-55 0 0 0,-52 18-46 0 0,-2-3-1 0 0,81-77 1 0 0,-93 71 77 0 0,-3-4 0 0 0,-4-2 0 0 0,65-93 1 0 0,-84 97 72 0 0,-2-2 0 0 0,-4-2 0 0 0,-3-2 0 0 0,28-83 0 0 0,-20 22 53 0 0,49-251 0 0 0,-21-153 164 0 0,-56 300-341 0 0,-10-1 1 0 0,-10-1-1 0 0,-41-287 0 0 0,-22 192-264 0 0,45 264 152 0 0,-4 1-1 0 0,-49-104 1 0 0,51 133 56 0 0,-2 0 1 0 0,-2 2-1 0 0,-2 2 0 0 0,-60-70 1 0 0,61 82 43 0 0,-2 1-1 0 0,0 2 1 0 0,-1 1 0 0 0,-2 1-1 0 0,0 2 1 0 0,-68-33 0 0 0,55 34 3 0 0,-1 3-1 0 0,-1 2 1 0 0,-1 2 0 0 0,0 2-1 0 0,-1 2 1 0 0,0 2-1 0 0,-82-1 1 0 0,59 9-15 0 0,-1 4 0 0 0,1 2-1 0 0,1 4 1 0 0,-114 32 0 0 0,94-13-150 0 0,2 4 1 0 0,1 4 0 0 0,-157 94-1 0 0,167-82-108 0 0,-100 83 1 0 0,-56 78-2279 0 0,119-93-5179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FB87987-1842-4E81-AE5B-5EC4E80B74DA}"/>
              </a:ext>
            </a:extLst>
          </p:cNvPr>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038" tIns="45519" rIns="91038" bIns="45519" numCol="1" anchor="t" anchorCtr="0" compatLnSpc="1">
            <a:prstTxWarp prst="textNoShape">
              <a:avLst/>
            </a:prstTxWarp>
          </a:bodyPr>
          <a:lstStyle>
            <a:lvl1pPr eaLnBrk="1" hangingPunct="1">
              <a:defRPr sz="1200"/>
            </a:lvl1pPr>
          </a:lstStyle>
          <a:p>
            <a:pPr>
              <a:defRPr/>
            </a:pPr>
            <a:endParaRPr lang="en-US" altLang="zh-CN"/>
          </a:p>
        </p:txBody>
      </p:sp>
      <p:sp>
        <p:nvSpPr>
          <p:cNvPr id="7171" name="Rectangle 3">
            <a:extLst>
              <a:ext uri="{FF2B5EF4-FFF2-40B4-BE49-F238E27FC236}">
                <a16:creationId xmlns:a16="http://schemas.microsoft.com/office/drawing/2014/main" id="{A55AFDF0-E443-4DAE-A4EC-18889D70E73C}"/>
              </a:ext>
            </a:extLst>
          </p:cNvPr>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038" tIns="45519" rIns="91038" bIns="45519" numCol="1" anchor="t" anchorCtr="0" compatLnSpc="1">
            <a:prstTxWarp prst="textNoShape">
              <a:avLst/>
            </a:prstTxWarp>
          </a:bodyPr>
          <a:lstStyle>
            <a:lvl1pPr algn="r" eaLnBrk="1" hangingPunct="1">
              <a:defRPr sz="1200"/>
            </a:lvl1pPr>
          </a:lstStyle>
          <a:p>
            <a:pPr>
              <a:defRPr/>
            </a:pPr>
            <a:endParaRPr lang="en-US" altLang="zh-CN"/>
          </a:p>
        </p:txBody>
      </p:sp>
      <p:sp>
        <p:nvSpPr>
          <p:cNvPr id="13316" name="Rectangle 4">
            <a:extLst>
              <a:ext uri="{FF2B5EF4-FFF2-40B4-BE49-F238E27FC236}">
                <a16:creationId xmlns:a16="http://schemas.microsoft.com/office/drawing/2014/main" id="{01F9871A-B82B-4052-8024-B408284A50F9}"/>
              </a:ext>
            </a:extLst>
          </p:cNvPr>
          <p:cNvSpPr>
            <a:spLocks noGrp="1" noRot="1" noChangeAspect="1" noChangeArrowheads="1" noTextEdit="1"/>
          </p:cNvSpPr>
          <p:nvPr>
            <p:ph type="sldImg" idx="2"/>
          </p:nvPr>
        </p:nvSpPr>
        <p:spPr bwMode="auto">
          <a:xfrm>
            <a:off x="79375" y="739775"/>
            <a:ext cx="6577013"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a:extLst>
              <a:ext uri="{FF2B5EF4-FFF2-40B4-BE49-F238E27FC236}">
                <a16:creationId xmlns:a16="http://schemas.microsoft.com/office/drawing/2014/main" id="{C85DB281-5448-4FD3-8529-6B019F2D0920}"/>
              </a:ext>
            </a:extLst>
          </p:cNvPr>
          <p:cNvSpPr>
            <a:spLocks noGrp="1" noChangeArrowheads="1"/>
          </p:cNvSpPr>
          <p:nvPr>
            <p:ph type="body" sz="quarter" idx="3"/>
          </p:nvPr>
        </p:nvSpPr>
        <p:spPr bwMode="auto">
          <a:xfrm>
            <a:off x="673100" y="4686300"/>
            <a:ext cx="5389563" cy="4440238"/>
          </a:xfrm>
          <a:prstGeom prst="rect">
            <a:avLst/>
          </a:prstGeom>
          <a:noFill/>
          <a:ln w="9525">
            <a:noFill/>
            <a:miter lim="800000"/>
            <a:headEnd/>
            <a:tailEnd/>
          </a:ln>
          <a:effectLst/>
        </p:spPr>
        <p:txBody>
          <a:bodyPr vert="horz" wrap="square" lIns="91038" tIns="45519" rIns="91038" bIns="45519"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7174" name="Rectangle 6">
            <a:extLst>
              <a:ext uri="{FF2B5EF4-FFF2-40B4-BE49-F238E27FC236}">
                <a16:creationId xmlns:a16="http://schemas.microsoft.com/office/drawing/2014/main" id="{C46E1D77-9E95-4E96-95A0-72C1D6C3E4D9}"/>
              </a:ext>
            </a:extLst>
          </p:cNvPr>
          <p:cNvSpPr>
            <a:spLocks noGrp="1" noChangeArrowheads="1"/>
          </p:cNvSpPr>
          <p:nvPr>
            <p:ph type="ftr" sz="quarter" idx="4"/>
          </p:nvPr>
        </p:nvSpPr>
        <p:spPr bwMode="auto">
          <a:xfrm>
            <a:off x="0" y="9371013"/>
            <a:ext cx="2919413" cy="493712"/>
          </a:xfrm>
          <a:prstGeom prst="rect">
            <a:avLst/>
          </a:prstGeom>
          <a:noFill/>
          <a:ln w="9525">
            <a:noFill/>
            <a:miter lim="800000"/>
            <a:headEnd/>
            <a:tailEnd/>
          </a:ln>
          <a:effectLst/>
        </p:spPr>
        <p:txBody>
          <a:bodyPr vert="horz" wrap="square" lIns="91038" tIns="45519" rIns="91038" bIns="45519" numCol="1" anchor="b" anchorCtr="0" compatLnSpc="1">
            <a:prstTxWarp prst="textNoShape">
              <a:avLst/>
            </a:prstTxWarp>
          </a:bodyPr>
          <a:lstStyle>
            <a:lvl1pPr eaLnBrk="1" hangingPunct="1">
              <a:defRPr sz="1200"/>
            </a:lvl1pPr>
          </a:lstStyle>
          <a:p>
            <a:pPr>
              <a:defRPr/>
            </a:pPr>
            <a:endParaRPr lang="en-US" altLang="zh-CN"/>
          </a:p>
        </p:txBody>
      </p:sp>
      <p:sp>
        <p:nvSpPr>
          <p:cNvPr id="7175" name="Rectangle 7">
            <a:extLst>
              <a:ext uri="{FF2B5EF4-FFF2-40B4-BE49-F238E27FC236}">
                <a16:creationId xmlns:a16="http://schemas.microsoft.com/office/drawing/2014/main" id="{7A380DB3-7401-4258-B33D-9146FE959302}"/>
              </a:ext>
            </a:extLst>
          </p:cNvPr>
          <p:cNvSpPr>
            <a:spLocks noGrp="1" noChangeArrowheads="1"/>
          </p:cNvSpPr>
          <p:nvPr>
            <p:ph type="sldNum" sz="quarter" idx="5"/>
          </p:nvPr>
        </p:nvSpPr>
        <p:spPr bwMode="auto">
          <a:xfrm>
            <a:off x="3814763" y="9371013"/>
            <a:ext cx="2919412" cy="493712"/>
          </a:xfrm>
          <a:prstGeom prst="rect">
            <a:avLst/>
          </a:prstGeom>
          <a:noFill/>
          <a:ln w="9525">
            <a:noFill/>
            <a:miter lim="800000"/>
            <a:headEnd/>
            <a:tailEnd/>
          </a:ln>
          <a:effectLst/>
        </p:spPr>
        <p:txBody>
          <a:bodyPr vert="horz" wrap="square" lIns="91038" tIns="45519" rIns="91038" bIns="45519" numCol="1" anchor="b" anchorCtr="0" compatLnSpc="1">
            <a:prstTxWarp prst="textNoShape">
              <a:avLst/>
            </a:prstTxWarp>
          </a:bodyPr>
          <a:lstStyle>
            <a:lvl1pPr algn="r" eaLnBrk="1" hangingPunct="1">
              <a:defRPr sz="1200"/>
            </a:lvl1pPr>
          </a:lstStyle>
          <a:p>
            <a:pPr>
              <a:defRPr/>
            </a:pPr>
            <a:fld id="{E970AA8B-0D1A-41E1-97C1-75EF6F842EF4}" type="slidenum">
              <a:rPr lang="de-DE" altLang="zh-CN"/>
              <a:pPr>
                <a:defRPr/>
              </a:pPr>
              <a:t>‹#›</a:t>
            </a:fld>
            <a:endParaRPr lang="de-DE"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613" algn="l" rtl="0" eaLnBrk="0" fontAlgn="base" hangingPunct="0">
      <a:spcBef>
        <a:spcPct val="30000"/>
      </a:spcBef>
      <a:spcAft>
        <a:spcPct val="0"/>
      </a:spcAft>
      <a:defRPr sz="1200" kern="1200">
        <a:solidFill>
          <a:schemeClr val="tx1"/>
        </a:solidFill>
        <a:latin typeface="Arial" charset="0"/>
        <a:ea typeface="+mn-ea"/>
        <a:cs typeface="+mn-cs"/>
      </a:defRPr>
    </a:lvl2pPr>
    <a:lvl3pPr marL="912813" algn="l" rtl="0" eaLnBrk="0" fontAlgn="base" hangingPunct="0">
      <a:spcBef>
        <a:spcPct val="30000"/>
      </a:spcBef>
      <a:spcAft>
        <a:spcPct val="0"/>
      </a:spcAft>
      <a:defRPr sz="1200" kern="1200">
        <a:solidFill>
          <a:schemeClr val="tx1"/>
        </a:solidFill>
        <a:latin typeface="Arial" charset="0"/>
        <a:ea typeface="+mn-ea"/>
        <a:cs typeface="+mn-cs"/>
      </a:defRPr>
    </a:lvl3pPr>
    <a:lvl4pPr marL="1370013" algn="l" rtl="0" eaLnBrk="0" fontAlgn="base" hangingPunct="0">
      <a:spcBef>
        <a:spcPct val="30000"/>
      </a:spcBef>
      <a:spcAft>
        <a:spcPct val="0"/>
      </a:spcAft>
      <a:defRPr sz="1200" kern="1200">
        <a:solidFill>
          <a:schemeClr val="tx1"/>
        </a:solidFill>
        <a:latin typeface="Arial" charset="0"/>
        <a:ea typeface="+mn-ea"/>
        <a:cs typeface="+mn-cs"/>
      </a:defRPr>
    </a:lvl4pPr>
    <a:lvl5pPr marL="1827213" algn="l" rtl="0" eaLnBrk="0" fontAlgn="base" hangingPunct="0">
      <a:spcBef>
        <a:spcPct val="30000"/>
      </a:spcBef>
      <a:spcAft>
        <a:spcPct val="0"/>
      </a:spcAft>
      <a:defRPr sz="1200" kern="1200">
        <a:solidFill>
          <a:schemeClr val="tx1"/>
        </a:solidFill>
        <a:latin typeface="Arial" charset="0"/>
        <a:ea typeface="+mn-ea"/>
        <a:cs typeface="+mn-cs"/>
      </a:defRPr>
    </a:lvl5pPr>
    <a:lvl6pPr marL="2285726" algn="l" defTabSz="914290" rtl="0" eaLnBrk="1" latinLnBrk="0" hangingPunct="1">
      <a:defRPr sz="1200" kern="1200">
        <a:solidFill>
          <a:schemeClr val="tx1"/>
        </a:solidFill>
        <a:latin typeface="+mn-lt"/>
        <a:ea typeface="+mn-ea"/>
        <a:cs typeface="+mn-cs"/>
      </a:defRPr>
    </a:lvl6pPr>
    <a:lvl7pPr marL="2742871" algn="l" defTabSz="914290" rtl="0" eaLnBrk="1" latinLnBrk="0" hangingPunct="1">
      <a:defRPr sz="1200" kern="1200">
        <a:solidFill>
          <a:schemeClr val="tx1"/>
        </a:solidFill>
        <a:latin typeface="+mn-lt"/>
        <a:ea typeface="+mn-ea"/>
        <a:cs typeface="+mn-cs"/>
      </a:defRPr>
    </a:lvl7pPr>
    <a:lvl8pPr marL="3200016" algn="l" defTabSz="914290" rtl="0" eaLnBrk="1" latinLnBrk="0" hangingPunct="1">
      <a:defRPr sz="1200" kern="1200">
        <a:solidFill>
          <a:schemeClr val="tx1"/>
        </a:solidFill>
        <a:latin typeface="+mn-lt"/>
        <a:ea typeface="+mn-ea"/>
        <a:cs typeface="+mn-cs"/>
      </a:defRPr>
    </a:lvl8pPr>
    <a:lvl9pPr marL="3657161" algn="l" defTabSz="9142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1</a:t>
            </a:fld>
            <a:endParaRPr lang="en-GB"/>
          </a:p>
        </p:txBody>
      </p:sp>
    </p:spTree>
    <p:extLst>
      <p:ext uri="{BB962C8B-B14F-4D97-AF65-F5344CB8AC3E}">
        <p14:creationId xmlns:p14="http://schemas.microsoft.com/office/powerpoint/2010/main" val="707532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370515B5-48C1-0AB6-0E30-2F15829702DD}"/>
              </a:ext>
            </a:extLst>
          </p:cNvPr>
          <p:cNvSpPr>
            <a:spLocks noGrp="1" noRot="1" noChangeAspect="1" noChangeArrowheads="1" noTextEdit="1"/>
          </p:cNvSpPr>
          <p:nvPr>
            <p:ph type="sldImg"/>
          </p:nvPr>
        </p:nvSpPr>
        <p:spPr>
          <a:ln/>
        </p:spPr>
      </p:sp>
      <p:sp>
        <p:nvSpPr>
          <p:cNvPr id="20483" name="备注占位符 2">
            <a:extLst>
              <a:ext uri="{FF2B5EF4-FFF2-40B4-BE49-F238E27FC236}">
                <a16:creationId xmlns:a16="http://schemas.microsoft.com/office/drawing/2014/main" id="{8DDFA10C-4B7D-ED47-6375-B3C21F46F3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0484" name="灯片编号占位符 3">
            <a:extLst>
              <a:ext uri="{FF2B5EF4-FFF2-40B4-BE49-F238E27FC236}">
                <a16:creationId xmlns:a16="http://schemas.microsoft.com/office/drawing/2014/main" id="{64C3A962-7F7B-80D4-E1BF-E68F83150B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8D417F7-13E0-4A8D-B6FE-F6BB9C28E507}"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E647D6D2-D185-01C5-8379-9B995EFC15C8}"/>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F243AC16-EABE-384D-394C-B1793C5A2B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B14D6B64-D3AF-466C-120C-F52F849509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F41B0D3-B1FA-4B06-A33F-2E5CF78A4ACB}" type="slidenum">
              <a:rPr lang="zh-CN" altLang="en-US"/>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2"/>
            <a:r>
              <a:rPr lang="en-US" altLang="zh-CN" dirty="0"/>
              <a:t>Substitute </a:t>
            </a:r>
            <a:r>
              <a:rPr lang="zh-CN" altLang="en-US" dirty="0"/>
              <a:t>替代</a:t>
            </a:r>
            <a:endParaRPr lang="en-US" altLang="zh-CN" dirty="0"/>
          </a:p>
          <a:p>
            <a:pPr lvl="2"/>
            <a:r>
              <a:rPr lang="en-US" altLang="zh-CN" dirty="0"/>
              <a:t>Combine-</a:t>
            </a:r>
            <a:r>
              <a:rPr lang="zh-CN" altLang="en-US" dirty="0"/>
              <a:t>结合</a:t>
            </a:r>
            <a:endParaRPr lang="en-US" altLang="zh-CN" dirty="0"/>
          </a:p>
          <a:p>
            <a:pPr lvl="2"/>
            <a:r>
              <a:rPr lang="en-US" altLang="zh-CN" dirty="0"/>
              <a:t>Adapt-</a:t>
            </a:r>
            <a:r>
              <a:rPr lang="zh-CN" altLang="en-US" dirty="0"/>
              <a:t>适应</a:t>
            </a:r>
            <a:endParaRPr lang="en-US" altLang="zh-CN" dirty="0"/>
          </a:p>
          <a:p>
            <a:pPr lvl="2"/>
            <a:r>
              <a:rPr lang="en-US" altLang="zh-CN" dirty="0"/>
              <a:t>Modify-</a:t>
            </a:r>
            <a:r>
              <a:rPr lang="zh-CN" altLang="en-US" dirty="0"/>
              <a:t>修改</a:t>
            </a:r>
            <a:endParaRPr lang="en-US" altLang="zh-CN" dirty="0"/>
          </a:p>
          <a:p>
            <a:pPr lvl="2"/>
            <a:r>
              <a:rPr lang="en-US" altLang="zh-CN" dirty="0"/>
              <a:t>Put to other uses-</a:t>
            </a:r>
            <a:r>
              <a:rPr lang="zh-CN" altLang="en-US" dirty="0"/>
              <a:t>用作他用</a:t>
            </a:r>
            <a:endParaRPr lang="en-US" altLang="zh-CN" dirty="0"/>
          </a:p>
          <a:p>
            <a:pPr lvl="2"/>
            <a:r>
              <a:rPr lang="en-US" altLang="zh-CN" dirty="0"/>
              <a:t>Eliminate-</a:t>
            </a:r>
            <a:r>
              <a:rPr lang="zh-CN" altLang="en-US" dirty="0"/>
              <a:t>去除</a:t>
            </a:r>
            <a:endParaRPr lang="en-US" altLang="zh-CN" dirty="0"/>
          </a:p>
          <a:p>
            <a:pPr lvl="2"/>
            <a:r>
              <a:rPr lang="en-US" altLang="zh-CN" dirty="0"/>
              <a:t>Rearrange-</a:t>
            </a:r>
            <a:r>
              <a:rPr lang="zh-CN" altLang="en-US" dirty="0"/>
              <a:t>重组</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17</a:t>
            </a:fld>
            <a:endParaRPr lang="de-DE" altLang="zh-CN"/>
          </a:p>
        </p:txBody>
      </p:sp>
    </p:spTree>
    <p:extLst>
      <p:ext uri="{BB962C8B-B14F-4D97-AF65-F5344CB8AC3E}">
        <p14:creationId xmlns:p14="http://schemas.microsoft.com/office/powerpoint/2010/main" val="261260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Arial" charset="0"/>
                <a:ea typeface="+mn-ea"/>
                <a:cs typeface="+mn-cs"/>
              </a:rPr>
              <a:t>涉及因果时必须区分“</a:t>
            </a:r>
            <a:r>
              <a:rPr lang="en-US" altLang="zh-CN" sz="1200" kern="1200" dirty="0" err="1">
                <a:solidFill>
                  <a:schemeClr val="tx1"/>
                </a:solidFill>
                <a:effectLst/>
                <a:latin typeface="Arial" charset="0"/>
                <a:ea typeface="+mn-ea"/>
                <a:cs typeface="+mn-cs"/>
              </a:rPr>
              <a:t>事实、解释、假设</a:t>
            </a:r>
            <a:r>
              <a:rPr lang="en-US" altLang="zh-CN" sz="1200" kern="1200" dirty="0">
                <a:solidFill>
                  <a:schemeClr val="tx1"/>
                </a:solidFill>
                <a:effectLst/>
                <a:latin typeface="Arial" charset="0"/>
                <a:ea typeface="+mn-ea"/>
                <a:cs typeface="+mn-cs"/>
              </a:rPr>
              <a:t>”，</a:t>
            </a:r>
            <a:r>
              <a:rPr lang="en-US" altLang="zh-CN" sz="1200" kern="1200" dirty="0" err="1">
                <a:solidFill>
                  <a:schemeClr val="tx1"/>
                </a:solidFill>
                <a:effectLst/>
                <a:latin typeface="Arial" charset="0"/>
                <a:ea typeface="+mn-ea"/>
                <a:cs typeface="+mn-cs"/>
              </a:rPr>
              <a:t>涉及创意时必须暂缓评判</a:t>
            </a:r>
            <a:r>
              <a:rPr lang="en-US" altLang="zh-CN" sz="1200" kern="1200" dirty="0">
                <a:solidFill>
                  <a:schemeClr val="tx1"/>
                </a:solidFill>
                <a:effectLst/>
                <a:latin typeface="Arial" charset="0"/>
                <a:ea typeface="+mn-ea"/>
                <a:cs typeface="+mn-cs"/>
              </a:rPr>
              <a:t>。</a:t>
            </a:r>
            <a:endParaRPr lang="zh-CN" altLang="zh-CN" sz="1200" kern="1200" dirty="0">
              <a:solidFill>
                <a:schemeClr val="tx1"/>
              </a:solidFill>
              <a:effectLst/>
              <a:latin typeface="Arial" charset="0"/>
              <a:ea typeface="+mn-ea"/>
              <a:cs typeface="+mn-cs"/>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23</a:t>
            </a:fld>
            <a:endParaRPr lang="de-DE" altLang="zh-CN"/>
          </a:p>
        </p:txBody>
      </p:sp>
    </p:spTree>
    <p:extLst>
      <p:ext uri="{BB962C8B-B14F-4D97-AF65-F5344CB8AC3E}">
        <p14:creationId xmlns:p14="http://schemas.microsoft.com/office/powerpoint/2010/main" val="3592857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参考答案：控制圈可包括明确验收标准、设置中间检查点、更新项目看板、建立风险责任记录；影响圈可包括协调测试环境、推动客户建立需求变更流程、约定跨部门响应时限、推动管理层明确优先级；关注圈可包括行业监管日期、竞争对手动作、公司预算冻结。建议先个人填写5分钟，再小组讨论8分钟。无外部来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参考评分：A明确任务验收标准，影响5、行动5、得分25；B风险提前暴露，影响5、行动4、得分20；C协作响应规则，影响4、行动4、得分16；D调整项目组合，影响4、行动3、得分12；E要求客户不变更，影响4、行动2、得分8。建议先由小组填写评分表，再将字母圆点拖入矩阵，最后选择前三项。评分可根据学员证据调整。无外部来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讲师引导：</a:t>
            </a:r>
          </a:p>
          <a:p>
            <a:r>
              <a:t>1. 请学员判断：“客户不满意”“团队执行力差”“过去4周按期完成率从90%降至68%”分别属于哪一类。</a:t>
            </a:r>
          </a:p>
          <a:p>
            <a:r>
              <a:t>2. 强调：未知不是问题，未经标记的假设才容易误导分析。</a:t>
            </a:r>
          </a:p>
          <a:p>
            <a:r>
              <a:t>3. 收束：事实进入课题陈述；解释用于拓展视角；假设必须转成可验证的问题和证据需求。</a:t>
            </a:r>
          </a:p>
          <a:p>
            <a:endParaRPr/>
          </a:p>
          <a:p>
            <a:r>
              <a:t>本页冰山视觉为AI生成，无外部来源。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讲师引导：</a:t>
            </a:r>
          </a:p>
          <a:p>
            <a:endParaRPr/>
          </a:p>
          <a:p>
            <a:r>
              <a:t>1. 从案例声音“大家都认为客户只在意价格”开始，请学员回答：一致意见一定代表事实吗？</a:t>
            </a:r>
          </a:p>
          <a:p>
            <a:r>
              <a:t>2. 大量信息：允许经验、数据、抱怨、不同意见同时进入，不急着筛选。</a:t>
            </a:r>
          </a:p>
          <a:p>
            <a:r>
              <a:t>3. 建立结构：可按客户类型、时间、流程阶段、影响对象、信息来源等分类。</a:t>
            </a:r>
          </a:p>
          <a:p>
            <a:r>
              <a:t>4. 验证判断：区分事实、未知信息与未验证假设，明确证据缺口。</a:t>
            </a:r>
          </a:p>
          <a:p>
            <a:r>
              <a:t>5. 寻找杠杆：在经过验证的焦点中，选择影响大、可行动、可验证的切入口。</a:t>
            </a:r>
          </a:p>
          <a:p>
            <a:endParaRPr/>
          </a:p>
          <a:p>
            <a:r>
              <a:t>点评收束：漏斗的目标不是尽快形成共识，而是提高共识的证据质量。无外部来源。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讲师重点：MECE是Mutually</a:t>
            </a:r>
            <a:r>
              <a:rPr dirty="0"/>
              <a:t> Exclusive, Collectively </a:t>
            </a:r>
            <a:r>
              <a:rPr dirty="0" err="1"/>
              <a:t>Exhaustive的缩写。课堂上不必追求理论上的绝对完整，而要做到“对当前分析目的而言较完整</a:t>
            </a:r>
            <a:r>
              <a:rPr dirty="0"/>
              <a:t>”。</a:t>
            </a:r>
          </a:p>
          <a:p>
            <a:endParaRPr dirty="0"/>
          </a:p>
          <a:p>
            <a:r>
              <a:rPr dirty="0" err="1"/>
              <a:t>提问：沟通差、采购慢、重要客户为什么不能放在同一层？答案：分别是评价、流程环节和客户对象，切分标准不同</a:t>
            </a:r>
            <a:r>
              <a:rPr dirty="0"/>
              <a:t>。</a:t>
            </a:r>
          </a:p>
          <a:p>
            <a:endParaRPr dirty="0"/>
          </a:p>
          <a:p>
            <a:r>
              <a:rPr dirty="0" err="1"/>
              <a:t>无外部来源；内容依据用户提供材料重组</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讲师重点：同一棵树可以在不同阶段继续展开，但每一次展开都必须明确当前是在界定议题、形成原因假设，还是生成方案。</a:t>
            </a:r>
          </a:p>
          <a:p>
            <a:endParaRPr/>
          </a:p>
          <a:p>
            <a:r>
              <a:t>课堂纠偏：看到“延误”就直接写“加强沟通”，相当于从问题跳到了方案，跳过了结构与验证。</a:t>
            </a:r>
          </a:p>
          <a:p>
            <a:endParaRPr/>
          </a:p>
          <a:p>
            <a:r>
              <a:t>无外部来源；内容依据用户提供材料重组。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37</a:t>
            </a:fld>
            <a:endParaRPr lang="de-DE" altLang="zh-CN"/>
          </a:p>
        </p:txBody>
      </p:sp>
    </p:spTree>
    <p:extLst>
      <p:ext uri="{BB962C8B-B14F-4D97-AF65-F5344CB8AC3E}">
        <p14:creationId xmlns:p14="http://schemas.microsoft.com/office/powerpoint/2010/main" val="2883046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42</a:t>
            </a:fld>
            <a:endParaRPr lang="de-DE" altLang="zh-CN"/>
          </a:p>
        </p:txBody>
      </p:sp>
    </p:spTree>
    <p:extLst>
      <p:ext uri="{BB962C8B-B14F-4D97-AF65-F5344CB8AC3E}">
        <p14:creationId xmlns:p14="http://schemas.microsoft.com/office/powerpoint/2010/main" val="123551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62AE0F7B-F0B8-4733-B72E-D9E3F0DBEBAC}"/>
              </a:ext>
            </a:extLst>
          </p:cNvPr>
          <p:cNvSpPr>
            <a:spLocks noGrp="1" noRot="1" noChangeAspect="1" noChangeArrowheads="1" noTextEdit="1"/>
          </p:cNvSpPr>
          <p:nvPr>
            <p:ph type="sldImg"/>
          </p:nvPr>
        </p:nvSpPr>
        <p:spPr>
          <a:ln/>
        </p:spPr>
      </p:sp>
      <p:sp>
        <p:nvSpPr>
          <p:cNvPr id="75779" name="备注占位符 2">
            <a:extLst>
              <a:ext uri="{FF2B5EF4-FFF2-40B4-BE49-F238E27FC236}">
                <a16:creationId xmlns:a16="http://schemas.microsoft.com/office/drawing/2014/main" id="{C860C7EF-2607-4F88-A5C3-F2D731326E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75780" name="灯片编号占位符 3">
            <a:extLst>
              <a:ext uri="{FF2B5EF4-FFF2-40B4-BE49-F238E27FC236}">
                <a16:creationId xmlns:a16="http://schemas.microsoft.com/office/drawing/2014/main" id="{255C4298-46A9-4F17-9F93-1741AACCE8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9F14810-6946-402C-B55F-9B68710FCEA1}" type="slidenum">
              <a:rPr lang="de-DE" altLang="zh-CN" smtClean="0"/>
              <a:pPr/>
              <a:t>43</a:t>
            </a:fld>
            <a:endParaRPr lang="de-DE"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335B-099C-FEE5-860F-14CE1AD5C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B5EB9-D8FE-9FAE-1B2A-1951FD7E9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9E66A-5C81-5670-C723-0C142DE3BF9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BF8A411-21D6-122A-7582-9C350D20A33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96432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讲师讲解：</a:t>
            </a:r>
          </a:p>
          <a:p>
            <a:endParaRPr/>
          </a:p>
          <a:p>
            <a:r>
              <a:t>1. 两条路线并非互斥。常见做法是先用“为什么”路线缩小不确定性，再转入“如何改善”路线做实验。</a:t>
            </a:r>
          </a:p>
          <a:p>
            <a:r>
              <a:t>2. 路线A不等于直接拍脑袋给方案：仍需把方案写成改善假设，并设定基线、目标、指标与试验范围。</a:t>
            </a:r>
          </a:p>
          <a:p>
            <a:r>
              <a:t>3. 路线B不等于无限分析：应形成原因假设、证据需求和验证期限，找到足以支持行动的关键杠杆后及时转入路线A。</a:t>
            </a:r>
          </a:p>
          <a:p>
            <a:r>
              <a:t>4. 案例：如果交付延误已经确认由“插单未触发重排规则”导致，可问“如何提高插单后的重排及时率”；如果团队对延误原因仍各执一词，应先问“为什么交付延误反复发生”。</a:t>
            </a:r>
          </a:p>
          <a:p>
            <a:endParaRPr/>
          </a:p>
          <a:p>
            <a:r>
              <a:t>无外部来源。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50</a:t>
            </a:fld>
            <a:endParaRPr lang="de-DE" altLang="zh-CN"/>
          </a:p>
        </p:txBody>
      </p:sp>
    </p:spTree>
    <p:extLst>
      <p:ext uri="{BB962C8B-B14F-4D97-AF65-F5344CB8AC3E}">
        <p14:creationId xmlns:p14="http://schemas.microsoft.com/office/powerpoint/2010/main" val="73282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讲师提问：为什么5WHY常常把原因追到‘员工意识不足’？因为追问者容易沿着先入为主的单条路径前进。强调每一层都要写证据状态。</a:t>
            </a:r>
          </a:p>
          <a:p>
            <a:endParaRPr/>
          </a:p>
          <a:p>
            <a:r>
              <a:t>无外部来源；内容为课程方法论的教学化整理。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案例用于示范，数据为课堂情境。讲师可让学员判断：从哪一步开始出现假设？需要补什么证据？</a:t>
            </a:r>
          </a:p>
          <a:p>
            <a:endParaRPr/>
          </a:p>
          <a:p>
            <a:r>
              <a:t>无外部来源；内容为课程方法论的教学化整理。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F25EEF8E-32EE-0802-2428-CEB547D61B0C}"/>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61A84E81-42A3-1B15-A275-C002CD3859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晋惠帝时期，大臣汇报饥荒，晋惠帝不解，说：“百姓无粟米充饥，何不食肉糜？”</a:t>
            </a:r>
            <a:endParaRPr lang="en-US" altLang="zh-CN">
              <a:latin typeface="Arial" panose="020B0604020202020204" pitchFamily="34" charset="0"/>
            </a:endParaRPr>
          </a:p>
          <a:p>
            <a:endParaRPr lang="en-US" altLang="zh-CN">
              <a:latin typeface="Arial" panose="020B0604020202020204" pitchFamily="34" charset="0"/>
            </a:endParaRPr>
          </a:p>
          <a:p>
            <a:r>
              <a:rPr lang="zh-CN" altLang="en-US">
                <a:latin typeface="Arial" panose="020B0604020202020204" pitchFamily="34" charset="0"/>
              </a:rPr>
              <a:t>乘车时和司机师傅的聊天（日头太毒，容易晒脱皮）</a:t>
            </a:r>
          </a:p>
        </p:txBody>
      </p:sp>
      <p:sp>
        <p:nvSpPr>
          <p:cNvPr id="94212" name="灯片编号占位符 3">
            <a:extLst>
              <a:ext uri="{FF2B5EF4-FFF2-40B4-BE49-F238E27FC236}">
                <a16:creationId xmlns:a16="http://schemas.microsoft.com/office/drawing/2014/main" id="{FF947F7D-3595-DA58-5342-80D89E98E6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29593BD-2B0B-45BE-9B5A-D80CCA281C78}" type="slidenum">
              <a:rPr lang="de-DE" altLang="zh-CN" smtClean="0"/>
              <a:pPr/>
              <a:t>60</a:t>
            </a:fld>
            <a:endParaRPr lang="de-DE"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a:extLst>
              <a:ext uri="{FF2B5EF4-FFF2-40B4-BE49-F238E27FC236}">
                <a16:creationId xmlns:a16="http://schemas.microsoft.com/office/drawing/2014/main" id="{F41DDB6B-989C-F69A-7624-7642FBBC920D}"/>
              </a:ext>
            </a:extLst>
          </p:cNvPr>
          <p:cNvSpPr>
            <a:spLocks noGrp="1" noRot="1" noChangeAspect="1" noChangeArrowheads="1" noTextEdit="1"/>
          </p:cNvSpPr>
          <p:nvPr>
            <p:ph type="sldImg"/>
          </p:nvPr>
        </p:nvSpPr>
        <p:spPr>
          <a:ln/>
        </p:spPr>
      </p:sp>
      <p:sp>
        <p:nvSpPr>
          <p:cNvPr id="96259" name="备注占位符 2">
            <a:extLst>
              <a:ext uri="{FF2B5EF4-FFF2-40B4-BE49-F238E27FC236}">
                <a16:creationId xmlns:a16="http://schemas.microsoft.com/office/drawing/2014/main" id="{519041A5-CBE3-7880-2FD0-9FB68D49A4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a:latin typeface="Arial" panose="020B0604020202020204" pitchFamily="34" charset="0"/>
              </a:rPr>
              <a:t>鱼骨图是一个非定量的工具，它可以帮助我们找出引起问题的潜在根本原因</a:t>
            </a:r>
            <a:endParaRPr lang="en-US" altLang="en-US" b="1">
              <a:latin typeface="Arial" panose="020B0604020202020204" pitchFamily="34" charset="0"/>
            </a:endParaRPr>
          </a:p>
          <a:p>
            <a:pPr eaLnBrk="1" hangingPunct="1"/>
            <a:r>
              <a:rPr lang="zh-CN" altLang="en-US" b="1">
                <a:latin typeface="Arial" panose="020B0604020202020204" pitchFamily="34" charset="0"/>
              </a:rPr>
              <a:t>鱼骨图是一个团队的工具，它由项目小组或者和那些实际上关心项目流程的人员一起完成。</a:t>
            </a:r>
            <a:endParaRPr lang="en-US" altLang="en-US" b="1">
              <a:latin typeface="Arial" panose="020B0604020202020204" pitchFamily="34" charset="0"/>
            </a:endParaRPr>
          </a:p>
          <a:p>
            <a:endParaRPr lang="zh-CN" altLang="en-US">
              <a:latin typeface="Arial" panose="020B0604020202020204" pitchFamily="34" charset="0"/>
            </a:endParaRPr>
          </a:p>
        </p:txBody>
      </p:sp>
      <p:sp>
        <p:nvSpPr>
          <p:cNvPr id="96260" name="灯片编号占位符 3">
            <a:extLst>
              <a:ext uri="{FF2B5EF4-FFF2-40B4-BE49-F238E27FC236}">
                <a16:creationId xmlns:a16="http://schemas.microsoft.com/office/drawing/2014/main" id="{6D6FAC4F-2B25-669A-0291-C0DB959BA6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5A64BD4-99AC-461C-84AC-087711A07720}" type="slidenum">
              <a:rPr lang="de-DE" altLang="zh-CN" smtClean="0"/>
              <a:pPr/>
              <a:t>61</a:t>
            </a:fld>
            <a:endParaRPr lang="de-DE"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讲师说明：SCAMPER不是七个必须依次完成的步骤，而是一组可选择的变换动作。建议每组抽取两到三个动作快速生成方案，再回到目标与约束筛选。</a:t>
            </a:r>
          </a:p>
          <a:p>
            <a:endParaRPr/>
          </a:p>
          <a:p>
            <a:r>
              <a:t>[Sources]</a:t>
            </a:r>
          </a:p>
          <a:p>
            <a:r>
              <a:t>- 用户提供的SCAMPER参考PDF 2f799e43-58d5-4397-9169-9045fc0dc080.pdf。</a:t>
            </a:r>
          </a:p>
          <a:p>
            <a:r>
              <a:t>- SCAMPER英文名称与提问内容依据附件整理。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课堂使用建议：1）学员先选择一个真实任务或已有普通方案；2）用5W与HOW快速写出不同变化位置，并圈出一个优先焦点；3）在SCAMPER中勾选2—3个动作；4）每个动作至少生成一个想法；5）此页只负责发散，不在生成过程中批判。完成后再进入目标改善与约束守住的双检验。</a:t>
            </a:r>
          </a:p>
          <a:p>
            <a:endParaRPr/>
          </a:p>
          <a:p>
            <a:r>
              <a:t>[Sources]</a:t>
            </a:r>
          </a:p>
          <a:p>
            <a:r>
              <a:t>- 练习结构依据前序《创造对策_5W提问与SCAMPER_四页教学PPT》延伸设计。</a:t>
            </a:r>
          </a:p>
          <a:p>
            <a:r>
              <a:t>- 5W与SCAMPER名称依据用户提供附件整理，无外部素材。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课堂提示：先让学员填写现有任务、改善目标、必须约束和可利用资源，再把整段提示词复制给AI。第一轮只看想法数量与差异，不评价；第二轮再做目标和约束双检验。</a:t>
            </a:r>
          </a:p>
          <a:p>
            <a:endParaRPr dirty="0"/>
          </a:p>
          <a:p>
            <a:r>
              <a:rPr dirty="0" err="1"/>
              <a:t>可复制提示词</a:t>
            </a:r>
            <a:r>
              <a:rPr dirty="0"/>
              <a:t>：</a:t>
            </a:r>
          </a:p>
          <a:p>
            <a:r>
              <a:rPr dirty="0"/>
              <a:t>请扮演“创新对策引导师”。围绕我提供的现有任务，用5W（含How）拆出可改变焦点，再用SCAMPER生成候选想法。你的职责是扩展方案空间，不替我做最终决策。</a:t>
            </a:r>
          </a:p>
          <a:p>
            <a:endParaRPr dirty="0"/>
          </a:p>
          <a:p>
            <a:r>
              <a:rPr dirty="0"/>
              <a:t>【</a:t>
            </a:r>
            <a:r>
              <a:rPr dirty="0" err="1"/>
              <a:t>输入</a:t>
            </a:r>
            <a:r>
              <a:rPr dirty="0"/>
              <a:t>】</a:t>
            </a:r>
          </a:p>
          <a:p>
            <a:r>
              <a:rPr dirty="0" err="1"/>
              <a:t>现有任务</a:t>
            </a:r>
            <a:r>
              <a:rPr dirty="0"/>
              <a:t>/</a:t>
            </a:r>
            <a:r>
              <a:rPr dirty="0" err="1"/>
              <a:t>普通方案</a:t>
            </a:r>
            <a:r>
              <a:rPr dirty="0"/>
              <a:t>：【</a:t>
            </a:r>
            <a:r>
              <a:rPr dirty="0" err="1"/>
              <a:t>填写</a:t>
            </a:r>
            <a:r>
              <a:rPr dirty="0"/>
              <a:t>】</a:t>
            </a:r>
          </a:p>
          <a:p>
            <a:r>
              <a:rPr dirty="0" err="1"/>
              <a:t>希望改善的目标</a:t>
            </a:r>
            <a:r>
              <a:rPr dirty="0"/>
              <a:t>：【</a:t>
            </a:r>
            <a:r>
              <a:rPr dirty="0" err="1"/>
              <a:t>填写</a:t>
            </a:r>
            <a:r>
              <a:rPr dirty="0"/>
              <a:t>】</a:t>
            </a:r>
          </a:p>
          <a:p>
            <a:r>
              <a:rPr dirty="0" err="1"/>
              <a:t>必须守住的约束</a:t>
            </a:r>
            <a:r>
              <a:rPr dirty="0"/>
              <a:t>：【</a:t>
            </a:r>
            <a:r>
              <a:rPr dirty="0" err="1"/>
              <a:t>填写</a:t>
            </a:r>
            <a:r>
              <a:rPr dirty="0"/>
              <a:t>】</a:t>
            </a:r>
          </a:p>
          <a:p>
            <a:r>
              <a:rPr dirty="0" err="1"/>
              <a:t>可利用的资源</a:t>
            </a:r>
            <a:r>
              <a:rPr dirty="0"/>
              <a:t>/</a:t>
            </a:r>
            <a:r>
              <a:rPr dirty="0" err="1"/>
              <a:t>补充背景</a:t>
            </a:r>
            <a:r>
              <a:rPr dirty="0"/>
              <a:t>：【</a:t>
            </a:r>
            <a:r>
              <a:rPr dirty="0" err="1"/>
              <a:t>填写</a:t>
            </a:r>
            <a:r>
              <a:rPr dirty="0"/>
              <a:t>】</a:t>
            </a:r>
          </a:p>
          <a:p>
            <a:endParaRPr dirty="0"/>
          </a:p>
          <a:p>
            <a:r>
              <a:rPr dirty="0"/>
              <a:t>【</a:t>
            </a:r>
            <a:r>
              <a:rPr dirty="0" err="1"/>
              <a:t>步骤</a:t>
            </a:r>
            <a:r>
              <a:rPr dirty="0"/>
              <a:t>】</a:t>
            </a:r>
          </a:p>
          <a:p>
            <a:r>
              <a:rPr dirty="0"/>
              <a:t>1. 5W聚焦：分别从Why、What、Where、When、Who、How提出1个挑战问题；根据目标与约束，选出最值得改变的2个焦点并说明理由。</a:t>
            </a:r>
          </a:p>
          <a:p>
            <a:r>
              <a:rPr dirty="0"/>
              <a:t>2. </a:t>
            </a:r>
            <a:r>
              <a:rPr dirty="0" err="1"/>
              <a:t>SCAMPER发散：围绕每个焦点，从S替代、C结合、A调整</a:t>
            </a:r>
            <a:r>
              <a:rPr dirty="0"/>
              <a:t>/借用、M修改、P他用、E取消、R翻转中至少选4种动作，每种动作提出1—2个不同想法。</a:t>
            </a:r>
          </a:p>
          <a:p>
            <a:r>
              <a:rPr dirty="0"/>
              <a:t>3. 候选构想：先完整列出至少10个想法，发散阶段不打分、不否定、不合并。</a:t>
            </a:r>
          </a:p>
          <a:p>
            <a:r>
              <a:rPr dirty="0"/>
              <a:t>4. </a:t>
            </a:r>
            <a:r>
              <a:rPr dirty="0" err="1"/>
              <a:t>双检验：发散结束后，检查每个想法是否推动目标、是否守住约束；不符合的标明需要调整，不直接删除</a:t>
            </a:r>
            <a:r>
              <a:rPr dirty="0"/>
              <a:t>。</a:t>
            </a:r>
          </a:p>
          <a:p>
            <a:r>
              <a:rPr dirty="0"/>
              <a:t>5. 再迭代：选出3个最值得继续验证的想法，并分别提出1个下一轮变化问题。</a:t>
            </a:r>
          </a:p>
          <a:p>
            <a:endParaRPr dirty="0"/>
          </a:p>
          <a:p>
            <a:r>
              <a:rPr dirty="0"/>
              <a:t>【</a:t>
            </a:r>
            <a:r>
              <a:rPr dirty="0" err="1"/>
              <a:t>输出</a:t>
            </a:r>
            <a:r>
              <a:rPr dirty="0"/>
              <a:t>】</a:t>
            </a:r>
          </a:p>
          <a:p>
            <a:r>
              <a:rPr dirty="0"/>
              <a:t>表格列：编号｜5W焦点｜SCAMPER动作｜候选想法｜改善机制｜可能触碰的约束。</a:t>
            </a:r>
          </a:p>
          <a:p>
            <a:r>
              <a:rPr dirty="0"/>
              <a:t>结尾输出：3个优先验证想法＋选择理由＋需要补充的证据。</a:t>
            </a:r>
          </a:p>
          <a:p>
            <a:r>
              <a:rPr dirty="0"/>
              <a:t>如果输入信息不足，先问我最多3个澄清问题；不要直接给唯一答案。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脑力激荡，鼓励参与者自由提出意见。桥水基金内部的“可信度加权决策法”</a:t>
            </a:r>
            <a:endParaRPr lang="en-US" altLang="zh-CN"/>
          </a:p>
          <a:p>
            <a:r>
              <a:rPr lang="zh-CN" altLang="en-US"/>
              <a:t>比如：怎么做才能解决订单减少的问题，又人建议聘请外部顾问帮助规划策略。这只能是协助大家讨论解答的一个手段，如果是“想得到解答，用什么手法最好？”那么聘请顾问就能成为方案之一，而像其它“在公司内部成立项目小组”，“征求全社员的创意”，都可以列为替代方案。</a:t>
            </a:r>
            <a:endParaRPr lang="en-US" altLang="zh-CN"/>
          </a:p>
          <a:p>
            <a:r>
              <a:rPr lang="zh-CN" altLang="en-US"/>
              <a:t>要考虑方案是否符合绝不能退让的条件，并且需要立即删除不符合条件的方案。</a:t>
            </a:r>
            <a:endParaRPr lang="en-US" altLang="zh-CN"/>
          </a:p>
          <a:p>
            <a:r>
              <a:rPr lang="zh-CN" altLang="en-US"/>
              <a:t>不要忘记为方案进行负面评价，也就是说要考虑它的副作用。要考虑方案会不会产生预料之外的不良状态，假定发生不良状态，可以先列出促使潜在不良状态发生的诱因，并思考应对策略。</a:t>
            </a:r>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76</a:t>
            </a:fld>
            <a:endParaRPr lang="de-DE" altLang="zh-CN"/>
          </a:p>
        </p:txBody>
      </p:sp>
    </p:spTree>
    <p:extLst>
      <p:ext uri="{BB962C8B-B14F-4D97-AF65-F5344CB8AC3E}">
        <p14:creationId xmlns:p14="http://schemas.microsoft.com/office/powerpoint/2010/main" val="1911752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80</a:t>
            </a:fld>
            <a:endParaRPr lang="de-DE" altLang="zh-CN"/>
          </a:p>
        </p:txBody>
      </p:sp>
    </p:spTree>
    <p:extLst>
      <p:ext uri="{BB962C8B-B14F-4D97-AF65-F5344CB8AC3E}">
        <p14:creationId xmlns:p14="http://schemas.microsoft.com/office/powerpoint/2010/main" val="1910643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不管执行者的行动多么正确、多么优异，如果欠缺执行能力，就无法解决问题。如果没有办法弥补执行能力，就要考虑缩减行动。</a:t>
            </a:r>
            <a:endParaRPr lang="en-US" altLang="zh-CN"/>
          </a:p>
          <a:p>
            <a:r>
              <a:rPr lang="zh-CN" altLang="en-US"/>
              <a:t>另外还有一点要提醒的是，重视沟通，因为沟通会影响到计划的执行</a:t>
            </a:r>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82</a:t>
            </a:fld>
            <a:endParaRPr lang="de-DE" altLang="zh-CN"/>
          </a:p>
        </p:txBody>
      </p:sp>
    </p:spTree>
    <p:extLst>
      <p:ext uri="{BB962C8B-B14F-4D97-AF65-F5344CB8AC3E}">
        <p14:creationId xmlns:p14="http://schemas.microsoft.com/office/powerpoint/2010/main" val="2254850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22493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70AA8B-0D1A-41E1-97C1-75EF6F842EF4}" type="slidenum">
              <a:rPr lang="de-DE" altLang="zh-CN" smtClean="0"/>
              <a:pPr>
                <a:defRPr/>
              </a:pPr>
              <a:t>95</a:t>
            </a:fld>
            <a:endParaRPr lang="de-DE" altLang="zh-CN"/>
          </a:p>
        </p:txBody>
      </p:sp>
    </p:spTree>
    <p:extLst>
      <p:ext uri="{BB962C8B-B14F-4D97-AF65-F5344CB8AC3E}">
        <p14:creationId xmlns:p14="http://schemas.microsoft.com/office/powerpoint/2010/main" val="1283989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a:extLst>
              <a:ext uri="{FF2B5EF4-FFF2-40B4-BE49-F238E27FC236}">
                <a16:creationId xmlns:a16="http://schemas.microsoft.com/office/drawing/2014/main" id="{421678CF-7F00-459B-BC5D-F6CB798E0C7F}"/>
              </a:ext>
            </a:extLst>
          </p:cNvPr>
          <p:cNvSpPr>
            <a:spLocks noGrp="1" noRot="1" noChangeAspect="1" noChangeArrowheads="1" noTextEdit="1"/>
          </p:cNvSpPr>
          <p:nvPr>
            <p:ph type="sldImg"/>
          </p:nvPr>
        </p:nvSpPr>
        <p:spPr>
          <a:ln/>
        </p:spPr>
      </p:sp>
      <p:sp>
        <p:nvSpPr>
          <p:cNvPr id="137219" name="备注占位符 2">
            <a:extLst>
              <a:ext uri="{FF2B5EF4-FFF2-40B4-BE49-F238E27FC236}">
                <a16:creationId xmlns:a16="http://schemas.microsoft.com/office/drawing/2014/main" id="{3D40F856-13ED-4190-B44A-D4094416A6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7220" name="灯片编号占位符 3">
            <a:extLst>
              <a:ext uri="{FF2B5EF4-FFF2-40B4-BE49-F238E27FC236}">
                <a16:creationId xmlns:a16="http://schemas.microsoft.com/office/drawing/2014/main" id="{BAAC952F-21B6-4609-9E2A-0B4F12F44E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D2E5B98-E318-4561-A6A1-33CB7EFFEC47}" type="slidenum">
              <a:rPr lang="de-DE" altLang="zh-CN" smtClean="0"/>
              <a:pPr/>
              <a:t>98</a:t>
            </a:fld>
            <a:endParaRPr lang="de-DE"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jp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2.svg"/><Relationship Id="rId1" Type="http://schemas.openxmlformats.org/officeDocument/2006/relationships/slideMaster" Target="../slideMasters/slideMaster2.xml"/><Relationship Id="rId4" Type="http://schemas.openxmlformats.org/officeDocument/2006/relationships/image" Target="../media/image1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3" name="Picture 8" descr="iStock_000002036829Medium">
            <a:extLst>
              <a:ext uri="{FF2B5EF4-FFF2-40B4-BE49-F238E27FC236}">
                <a16:creationId xmlns:a16="http://schemas.microsoft.com/office/drawing/2014/main" id="{C1BA2C76-9A16-44AA-AFB1-3EEDA34928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50" y="-9525"/>
            <a:ext cx="12714288" cy="682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0" name="Rectangle 2"/>
          <p:cNvSpPr>
            <a:spLocks noGrp="1" noChangeArrowheads="1"/>
          </p:cNvSpPr>
          <p:nvPr>
            <p:ph type="ctrTitle"/>
          </p:nvPr>
        </p:nvSpPr>
        <p:spPr>
          <a:xfrm>
            <a:off x="6083154" y="2932241"/>
            <a:ext cx="5483487" cy="939800"/>
          </a:xfrm>
        </p:spPr>
        <p:txBody>
          <a:bodyPr anchor="t"/>
          <a:lstStyle>
            <a:lvl1pPr>
              <a:tabLst>
                <a:tab pos="2330170" algn="l"/>
              </a:tabLst>
              <a:defRPr sz="32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Tree>
    <p:extLst>
      <p:ext uri="{BB962C8B-B14F-4D97-AF65-F5344CB8AC3E}">
        <p14:creationId xmlns:p14="http://schemas.microsoft.com/office/powerpoint/2010/main" val="342009971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图片 10">
            <a:extLst>
              <a:ext uri="{FF2B5EF4-FFF2-40B4-BE49-F238E27FC236}">
                <a16:creationId xmlns:a16="http://schemas.microsoft.com/office/drawing/2014/main" id="{E8816BF7-4B50-4BB0-94F2-739F0E7033A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6833" r="-2"/>
          <a:stretch>
            <a:fillRect/>
          </a:stretch>
        </p:blipFill>
        <p:spPr bwMode="auto">
          <a:xfrm>
            <a:off x="-17463" y="0"/>
            <a:ext cx="3413126"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 36">
            <a:extLst>
              <a:ext uri="{FF2B5EF4-FFF2-40B4-BE49-F238E27FC236}">
                <a16:creationId xmlns:a16="http://schemas.microsoft.com/office/drawing/2014/main" id="{1063DC35-DC78-4C4C-802A-8936143244C5}"/>
              </a:ext>
            </a:extLst>
          </p:cNvPr>
          <p:cNvGrpSpPr>
            <a:grpSpLocks noChangeAspect="1"/>
          </p:cNvGrpSpPr>
          <p:nvPr userDrawn="1"/>
        </p:nvGrpSpPr>
        <p:grpSpPr bwMode="auto">
          <a:xfrm>
            <a:off x="1296985" y="1436688"/>
            <a:ext cx="1573213" cy="1573212"/>
            <a:chOff x="6746601" y="-1047698"/>
            <a:chExt cx="504000" cy="504000"/>
          </a:xfrm>
        </p:grpSpPr>
        <p:sp>
          <p:nvSpPr>
            <p:cNvPr id="6" name="Oval 29">
              <a:extLst>
                <a:ext uri="{FF2B5EF4-FFF2-40B4-BE49-F238E27FC236}">
                  <a16:creationId xmlns:a16="http://schemas.microsoft.com/office/drawing/2014/main" id="{6CE291E3-0CF1-43B5-BE86-A1AEBFEE18A5}"/>
                </a:ext>
              </a:extLst>
            </p:cNvPr>
            <p:cNvSpPr>
              <a:spLocks noChangeAspect="1"/>
            </p:cNvSpPr>
            <p:nvPr userDrawn="1"/>
          </p:nvSpPr>
          <p:spPr>
            <a:xfrm>
              <a:off x="6746601" y="-1047698"/>
              <a:ext cx="504000" cy="504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00" dirty="0">
                <a:solidFill>
                  <a:srgbClr val="FFFFFF"/>
                </a:solidFill>
                <a:latin typeface="Source Sans Pro Light" charset="0"/>
                <a:ea typeface="黑体" pitchFamily="49" charset="-122"/>
              </a:endParaRPr>
            </a:p>
          </p:txBody>
        </p:sp>
        <p:grpSp>
          <p:nvGrpSpPr>
            <p:cNvPr id="7" name="组 27">
              <a:extLst>
                <a:ext uri="{FF2B5EF4-FFF2-40B4-BE49-F238E27FC236}">
                  <a16:creationId xmlns:a16="http://schemas.microsoft.com/office/drawing/2014/main" id="{48FD1E07-E030-466D-9AFA-B657C8D87BC3}"/>
                </a:ext>
              </a:extLst>
            </p:cNvPr>
            <p:cNvGrpSpPr/>
            <p:nvPr/>
          </p:nvGrpSpPr>
          <p:grpSpPr>
            <a:xfrm>
              <a:off x="6836352" y="-933887"/>
              <a:ext cx="295003" cy="276378"/>
              <a:chOff x="4020223" y="2790429"/>
              <a:chExt cx="366676" cy="343525"/>
            </a:xfrm>
            <a:solidFill>
              <a:schemeClr val="bg1"/>
            </a:solidFill>
          </p:grpSpPr>
          <p:sp>
            <p:nvSpPr>
              <p:cNvPr id="8" name="AutoShape 110">
                <a:extLst>
                  <a:ext uri="{FF2B5EF4-FFF2-40B4-BE49-F238E27FC236}">
                    <a16:creationId xmlns:a16="http://schemas.microsoft.com/office/drawing/2014/main" id="{D1DF17C2-8CB4-40AA-B01B-40F7DFECDE8C}"/>
                  </a:ext>
                </a:extLst>
              </p:cNvPr>
              <p:cNvSpPr>
                <a:spLocks/>
              </p:cNvSpPr>
              <p:nvPr/>
            </p:nvSpPr>
            <p:spPr bwMode="auto">
              <a:xfrm>
                <a:off x="4066529" y="2836108"/>
                <a:ext cx="274069" cy="1833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9" name="AutoShape 111">
                <a:extLst>
                  <a:ext uri="{FF2B5EF4-FFF2-40B4-BE49-F238E27FC236}">
                    <a16:creationId xmlns:a16="http://schemas.microsoft.com/office/drawing/2014/main" id="{C925D1C7-0E90-4725-AEEF-C179B558D11A}"/>
                  </a:ext>
                </a:extLst>
              </p:cNvPr>
              <p:cNvSpPr>
                <a:spLocks/>
              </p:cNvSpPr>
              <p:nvPr/>
            </p:nvSpPr>
            <p:spPr bwMode="auto">
              <a:xfrm>
                <a:off x="4020223" y="2790429"/>
                <a:ext cx="366676" cy="343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38100" tIns="38100" rIns="38100" bIns="38100" anchor="ctr"/>
              <a:lstStyle/>
              <a:p>
                <a:pPr defTabSz="457200">
                  <a:defRPr/>
                </a:pPr>
                <a:endParaRPr lang="en-US" sz="3000" dirty="0">
                  <a:solidFill>
                    <a:srgbClr val="FFFFFF"/>
                  </a:solidFill>
                  <a:effectLst>
                    <a:outerShdw blurRad="38100" dist="38100" dir="2700000" algn="tl">
                      <a:srgbClr val="000000"/>
                    </a:outerShdw>
                  </a:effectLst>
                  <a:ea typeface="黑体" pitchFamily="49" charset="-122"/>
                </a:endParaRPr>
              </a:p>
            </p:txBody>
          </p:sp>
        </p:grpSp>
      </p:grpSp>
      <p:sp>
        <p:nvSpPr>
          <p:cNvPr id="10" name="矩形 9">
            <a:extLst>
              <a:ext uri="{FF2B5EF4-FFF2-40B4-BE49-F238E27FC236}">
                <a16:creationId xmlns:a16="http://schemas.microsoft.com/office/drawing/2014/main" id="{E4C30838-9A4E-4945-9AD0-0AE1289B6561}"/>
              </a:ext>
            </a:extLst>
          </p:cNvPr>
          <p:cNvSpPr/>
          <p:nvPr userDrawn="1"/>
        </p:nvSpPr>
        <p:spPr>
          <a:xfrm>
            <a:off x="3611563" y="1255713"/>
            <a:ext cx="2376487" cy="6334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rgbClr val="FFFFFF"/>
                </a:solidFill>
                <a:latin typeface="微软雅黑" panose="020B0503020204020204" pitchFamily="34" charset="-122"/>
                <a:ea typeface="微软雅黑" panose="020B0503020204020204" pitchFamily="34" charset="-122"/>
              </a:rPr>
              <a:t>视频</a:t>
            </a:r>
          </a:p>
        </p:txBody>
      </p:sp>
      <p:sp>
        <p:nvSpPr>
          <p:cNvPr id="11" name="矩形 10">
            <a:extLst>
              <a:ext uri="{FF2B5EF4-FFF2-40B4-BE49-F238E27FC236}">
                <a16:creationId xmlns:a16="http://schemas.microsoft.com/office/drawing/2014/main" id="{D89F32BE-CFB3-4AF9-80B7-658078EE50A6}"/>
              </a:ext>
            </a:extLst>
          </p:cNvPr>
          <p:cNvSpPr/>
          <p:nvPr userDrawn="1"/>
        </p:nvSpPr>
        <p:spPr>
          <a:xfrm>
            <a:off x="6096000" y="1255713"/>
            <a:ext cx="684213" cy="6334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a:solidFill>
                  <a:srgbClr val="FFFFFF"/>
                </a:solidFill>
                <a:ea typeface="黑体" pitchFamily="49" charset="-122"/>
              </a:rPr>
              <a:t>mins</a:t>
            </a:r>
            <a:endParaRPr kumimoji="1" lang="zh-CN" altLang="en-US">
              <a:solidFill>
                <a:srgbClr val="FFFFFF"/>
              </a:solidFill>
              <a:ea typeface="黑体" pitchFamily="49" charset="-122"/>
            </a:endParaRPr>
          </a:p>
        </p:txBody>
      </p:sp>
      <p:sp>
        <p:nvSpPr>
          <p:cNvPr id="145410" name="Rectangle 2"/>
          <p:cNvSpPr>
            <a:spLocks noGrp="1" noChangeArrowheads="1"/>
          </p:cNvSpPr>
          <p:nvPr>
            <p:ph type="ctrTitle"/>
          </p:nvPr>
        </p:nvSpPr>
        <p:spPr>
          <a:xfrm>
            <a:off x="3791744" y="2292344"/>
            <a:ext cx="9191899" cy="939800"/>
          </a:xfrm>
        </p:spPr>
        <p:txBody>
          <a:bodyPr anchor="t"/>
          <a:lstStyle>
            <a:lvl1pPr>
              <a:tabLst>
                <a:tab pos="2330170" algn="l"/>
              </a:tabLst>
              <a:defRPr sz="24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
        <p:nvSpPr>
          <p:cNvPr id="145411" name="Rectangle 3"/>
          <p:cNvSpPr>
            <a:spLocks noGrp="1" noChangeArrowheads="1"/>
          </p:cNvSpPr>
          <p:nvPr>
            <p:ph type="subTitle" idx="1"/>
          </p:nvPr>
        </p:nvSpPr>
        <p:spPr>
          <a:xfrm>
            <a:off x="1007533" y="333377"/>
            <a:ext cx="10560051" cy="276225"/>
          </a:xfrm>
        </p:spPr>
        <p:txBody>
          <a:bodyPr/>
          <a:lstStyle>
            <a:lvl1pPr>
              <a:spcBef>
                <a:spcPct val="0"/>
              </a:spcBef>
              <a:defRPr sz="1000" b="1">
                <a:solidFill>
                  <a:schemeClr val="bg2"/>
                </a:solidFill>
              </a:defRPr>
            </a:lvl1pPr>
          </a:lstStyle>
          <a:p>
            <a:r>
              <a:rPr lang="de-DE"/>
              <a:t>CLICK HERE TO EDIT DESCRIPTOR</a:t>
            </a:r>
          </a:p>
        </p:txBody>
      </p:sp>
      <p:sp>
        <p:nvSpPr>
          <p:cNvPr id="12" name="Rectangle 5">
            <a:extLst>
              <a:ext uri="{FF2B5EF4-FFF2-40B4-BE49-F238E27FC236}">
                <a16:creationId xmlns:a16="http://schemas.microsoft.com/office/drawing/2014/main" id="{19E57134-8977-4366-BBEE-A53183E62BA8}"/>
              </a:ext>
            </a:extLst>
          </p:cNvPr>
          <p:cNvSpPr>
            <a:spLocks noGrp="1" noChangeArrowheads="1"/>
          </p:cNvSpPr>
          <p:nvPr>
            <p:ph type="ftr" sz="quarter" idx="10"/>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13" name="Rectangle 6">
            <a:extLst>
              <a:ext uri="{FF2B5EF4-FFF2-40B4-BE49-F238E27FC236}">
                <a16:creationId xmlns:a16="http://schemas.microsoft.com/office/drawing/2014/main" id="{C66E0C70-951A-4584-8645-92F99A360799}"/>
              </a:ext>
            </a:extLst>
          </p:cNvPr>
          <p:cNvSpPr>
            <a:spLocks noGrp="1" noChangeArrowheads="1"/>
          </p:cNvSpPr>
          <p:nvPr>
            <p:ph type="sldNum" sz="quarter" idx="11"/>
          </p:nvPr>
        </p:nvSpPr>
        <p:spPr/>
        <p:txBody>
          <a:bodyPr/>
          <a:lstStyle>
            <a:lvl1pPr eaLnBrk="1" hangingPunct="1">
              <a:defRPr sz="1000" b="1"/>
            </a:lvl1pPr>
          </a:lstStyle>
          <a:p>
            <a:pPr>
              <a:defRPr/>
            </a:pPr>
            <a:fld id="{3CC158BA-5002-4DAF-89D5-A48607662DC4}" type="slidenum">
              <a:rPr lang="de-DE" altLang="zh-CN"/>
              <a:pPr>
                <a:defRPr/>
              </a:pPr>
              <a:t>‹#›</a:t>
            </a:fld>
            <a:endParaRPr lang="de-DE" altLang="zh-CN"/>
          </a:p>
        </p:txBody>
      </p:sp>
    </p:spTree>
    <p:extLst>
      <p:ext uri="{BB962C8B-B14F-4D97-AF65-F5344CB8AC3E}">
        <p14:creationId xmlns:p14="http://schemas.microsoft.com/office/powerpoint/2010/main" val="3706852396"/>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图片 10">
            <a:extLst>
              <a:ext uri="{FF2B5EF4-FFF2-40B4-BE49-F238E27FC236}">
                <a16:creationId xmlns:a16="http://schemas.microsoft.com/office/drawing/2014/main" id="{1BA2BBFB-0D70-4839-99DB-7EC28CE3CE3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6833" r="-2"/>
          <a:stretch>
            <a:fillRect/>
          </a:stretch>
        </p:blipFill>
        <p:spPr bwMode="auto">
          <a:xfrm>
            <a:off x="-17463" y="0"/>
            <a:ext cx="3413126"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AA943A81-E0C0-45D6-96F9-9FEA1EF88386}"/>
              </a:ext>
            </a:extLst>
          </p:cNvPr>
          <p:cNvSpPr/>
          <p:nvPr userDrawn="1"/>
        </p:nvSpPr>
        <p:spPr>
          <a:xfrm>
            <a:off x="3611563" y="1255713"/>
            <a:ext cx="2376487" cy="6334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rgbClr val="FFFFFF"/>
                </a:solidFill>
                <a:latin typeface="微软雅黑" panose="020B0503020204020204" pitchFamily="34" charset="-122"/>
                <a:ea typeface="微软雅黑" panose="020B0503020204020204" pitchFamily="34" charset="-122"/>
              </a:rPr>
              <a:t>角色扮演</a:t>
            </a:r>
          </a:p>
        </p:txBody>
      </p:sp>
      <p:sp>
        <p:nvSpPr>
          <p:cNvPr id="6" name="矩形 5">
            <a:extLst>
              <a:ext uri="{FF2B5EF4-FFF2-40B4-BE49-F238E27FC236}">
                <a16:creationId xmlns:a16="http://schemas.microsoft.com/office/drawing/2014/main" id="{B23CB448-B850-4871-8FD5-127B24B8F4AC}"/>
              </a:ext>
            </a:extLst>
          </p:cNvPr>
          <p:cNvSpPr/>
          <p:nvPr userDrawn="1"/>
        </p:nvSpPr>
        <p:spPr>
          <a:xfrm>
            <a:off x="6096000" y="1255713"/>
            <a:ext cx="684213" cy="6334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a:solidFill>
                  <a:srgbClr val="FFFFFF"/>
                </a:solidFill>
                <a:ea typeface="黑体" pitchFamily="49" charset="-122"/>
              </a:rPr>
              <a:t>mins</a:t>
            </a:r>
            <a:endParaRPr kumimoji="1" lang="zh-CN" altLang="en-US">
              <a:solidFill>
                <a:srgbClr val="FFFFFF"/>
              </a:solidFill>
              <a:ea typeface="黑体" pitchFamily="49" charset="-122"/>
            </a:endParaRPr>
          </a:p>
        </p:txBody>
      </p:sp>
      <p:sp>
        <p:nvSpPr>
          <p:cNvPr id="8" name="Oval 29">
            <a:extLst>
              <a:ext uri="{FF2B5EF4-FFF2-40B4-BE49-F238E27FC236}">
                <a16:creationId xmlns:a16="http://schemas.microsoft.com/office/drawing/2014/main" id="{425CD974-DF08-4F28-B1CA-B532BC556498}"/>
              </a:ext>
            </a:extLst>
          </p:cNvPr>
          <p:cNvSpPr>
            <a:spLocks noChangeAspect="1"/>
          </p:cNvSpPr>
          <p:nvPr userDrawn="1"/>
        </p:nvSpPr>
        <p:spPr bwMode="auto">
          <a:xfrm>
            <a:off x="998538" y="1549400"/>
            <a:ext cx="1573212" cy="157321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00" dirty="0">
              <a:solidFill>
                <a:srgbClr val="FFFFFF"/>
              </a:solidFill>
              <a:latin typeface="Source Sans Pro Light" charset="0"/>
              <a:ea typeface="黑体" pitchFamily="49" charset="-122"/>
            </a:endParaRPr>
          </a:p>
        </p:txBody>
      </p:sp>
      <p:grpSp>
        <p:nvGrpSpPr>
          <p:cNvPr id="9" name="组 1">
            <a:extLst>
              <a:ext uri="{FF2B5EF4-FFF2-40B4-BE49-F238E27FC236}">
                <a16:creationId xmlns:a16="http://schemas.microsoft.com/office/drawing/2014/main" id="{E602900C-7FF3-4ADA-9828-15D62BE232BA}"/>
              </a:ext>
            </a:extLst>
          </p:cNvPr>
          <p:cNvGrpSpPr/>
          <p:nvPr userDrawn="1"/>
        </p:nvGrpSpPr>
        <p:grpSpPr bwMode="auto">
          <a:xfrm>
            <a:off x="1189924" y="1827350"/>
            <a:ext cx="1275557" cy="911543"/>
            <a:chOff x="5575688" y="-831730"/>
            <a:chExt cx="504330" cy="360406"/>
          </a:xfrm>
          <a:solidFill>
            <a:schemeClr val="bg1"/>
          </a:solidFill>
        </p:grpSpPr>
        <p:sp>
          <p:nvSpPr>
            <p:cNvPr id="10" name="AutoShape 130">
              <a:extLst>
                <a:ext uri="{FF2B5EF4-FFF2-40B4-BE49-F238E27FC236}">
                  <a16:creationId xmlns:a16="http://schemas.microsoft.com/office/drawing/2014/main" id="{84A7BF92-E473-44E5-A959-76CB400142E0}"/>
                </a:ext>
              </a:extLst>
            </p:cNvPr>
            <p:cNvSpPr>
              <a:spLocks/>
            </p:cNvSpPr>
            <p:nvPr/>
          </p:nvSpPr>
          <p:spPr bwMode="auto">
            <a:xfrm>
              <a:off x="5575688" y="-778995"/>
              <a:ext cx="307672" cy="307671"/>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1" name="AutoShape 130">
              <a:extLst>
                <a:ext uri="{FF2B5EF4-FFF2-40B4-BE49-F238E27FC236}">
                  <a16:creationId xmlns:a16="http://schemas.microsoft.com/office/drawing/2014/main" id="{37469249-5670-430A-B836-6191C1FC659A}"/>
                </a:ext>
              </a:extLst>
            </p:cNvPr>
            <p:cNvSpPr>
              <a:spLocks/>
            </p:cNvSpPr>
            <p:nvPr/>
          </p:nvSpPr>
          <p:spPr bwMode="auto">
            <a:xfrm>
              <a:off x="5772346" y="-831730"/>
              <a:ext cx="307672" cy="307671"/>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grpSp>
      <p:sp>
        <p:nvSpPr>
          <p:cNvPr id="145410" name="Rectangle 2"/>
          <p:cNvSpPr>
            <a:spLocks noGrp="1" noChangeArrowheads="1"/>
          </p:cNvSpPr>
          <p:nvPr userDrawn="1">
            <p:ph type="ctrTitle"/>
          </p:nvPr>
        </p:nvSpPr>
        <p:spPr>
          <a:xfrm>
            <a:off x="3791744" y="2292344"/>
            <a:ext cx="9191899" cy="939800"/>
          </a:xfrm>
        </p:spPr>
        <p:txBody>
          <a:bodyPr anchor="t"/>
          <a:lstStyle>
            <a:lvl1pPr>
              <a:tabLst>
                <a:tab pos="2330170" algn="l"/>
              </a:tabLst>
              <a:defRPr sz="24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
        <p:nvSpPr>
          <p:cNvPr id="145411" name="Rectangle 3"/>
          <p:cNvSpPr>
            <a:spLocks noGrp="1" noChangeArrowheads="1"/>
          </p:cNvSpPr>
          <p:nvPr userDrawn="1">
            <p:ph type="subTitle" idx="1"/>
          </p:nvPr>
        </p:nvSpPr>
        <p:spPr>
          <a:xfrm>
            <a:off x="1007533" y="333377"/>
            <a:ext cx="10560051" cy="276225"/>
          </a:xfrm>
        </p:spPr>
        <p:txBody>
          <a:bodyPr/>
          <a:lstStyle>
            <a:lvl1pPr>
              <a:spcBef>
                <a:spcPct val="0"/>
              </a:spcBef>
              <a:defRPr sz="1000" b="1">
                <a:solidFill>
                  <a:schemeClr val="bg2"/>
                </a:solidFill>
              </a:defRPr>
            </a:lvl1pPr>
          </a:lstStyle>
          <a:p>
            <a:r>
              <a:rPr lang="de-DE"/>
              <a:t>CLICK HERE TO EDIT DESCRIPTOR</a:t>
            </a:r>
          </a:p>
        </p:txBody>
      </p:sp>
      <p:sp>
        <p:nvSpPr>
          <p:cNvPr id="12" name="Rectangle 5">
            <a:extLst>
              <a:ext uri="{FF2B5EF4-FFF2-40B4-BE49-F238E27FC236}">
                <a16:creationId xmlns:a16="http://schemas.microsoft.com/office/drawing/2014/main" id="{FAD257DA-4E17-4FFC-B8BC-8F82857F0AC3}"/>
              </a:ext>
            </a:extLst>
          </p:cNvPr>
          <p:cNvSpPr>
            <a:spLocks noGrp="1" noChangeArrowheads="1"/>
          </p:cNvSpPr>
          <p:nvPr userDrawn="1">
            <p:ph type="ftr" sz="quarter" idx="10"/>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13" name="Rectangle 6">
            <a:extLst>
              <a:ext uri="{FF2B5EF4-FFF2-40B4-BE49-F238E27FC236}">
                <a16:creationId xmlns:a16="http://schemas.microsoft.com/office/drawing/2014/main" id="{20421DA2-5401-4629-A918-70666DE2098E}"/>
              </a:ext>
            </a:extLst>
          </p:cNvPr>
          <p:cNvSpPr>
            <a:spLocks noGrp="1" noChangeArrowheads="1"/>
          </p:cNvSpPr>
          <p:nvPr userDrawn="1">
            <p:ph type="sldNum" sz="quarter" idx="11"/>
          </p:nvPr>
        </p:nvSpPr>
        <p:spPr/>
        <p:txBody>
          <a:bodyPr/>
          <a:lstStyle>
            <a:lvl1pPr eaLnBrk="1" hangingPunct="1">
              <a:defRPr sz="1000" b="1"/>
            </a:lvl1pPr>
          </a:lstStyle>
          <a:p>
            <a:pPr>
              <a:defRPr/>
            </a:pPr>
            <a:fld id="{661DEBD7-6F84-4059-BECB-84B09B8906B9}" type="slidenum">
              <a:rPr lang="de-DE" altLang="zh-CN"/>
              <a:pPr>
                <a:defRPr/>
              </a:pPr>
              <a:t>‹#›</a:t>
            </a:fld>
            <a:endParaRPr lang="de-DE" altLang="zh-CN"/>
          </a:p>
        </p:txBody>
      </p:sp>
    </p:spTree>
    <p:extLst>
      <p:ext uri="{BB962C8B-B14F-4D97-AF65-F5344CB8AC3E}">
        <p14:creationId xmlns:p14="http://schemas.microsoft.com/office/powerpoint/2010/main" val="2118506183"/>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2_Title Slide">
    <p:spTree>
      <p:nvGrpSpPr>
        <p:cNvPr id="1" name=""/>
        <p:cNvGrpSpPr/>
        <p:nvPr/>
      </p:nvGrpSpPr>
      <p:grpSpPr>
        <a:xfrm>
          <a:off x="0" y="0"/>
          <a:ext cx="0" cy="0"/>
          <a:chOff x="0" y="0"/>
          <a:chExt cx="0" cy="0"/>
        </a:xfrm>
      </p:grpSpPr>
      <p:pic>
        <p:nvPicPr>
          <p:cNvPr id="4" name="图片 10">
            <a:extLst>
              <a:ext uri="{FF2B5EF4-FFF2-40B4-BE49-F238E27FC236}">
                <a16:creationId xmlns:a16="http://schemas.microsoft.com/office/drawing/2014/main" id="{6D5947B6-464A-4267-BC5C-CECCB032214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6833" r="-2"/>
          <a:stretch>
            <a:fillRect/>
          </a:stretch>
        </p:blipFill>
        <p:spPr bwMode="auto">
          <a:xfrm>
            <a:off x="-17463" y="0"/>
            <a:ext cx="3413126"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40242202-8BF7-4A85-B48D-95D51D691987}"/>
              </a:ext>
            </a:extLst>
          </p:cNvPr>
          <p:cNvSpPr/>
          <p:nvPr userDrawn="1"/>
        </p:nvSpPr>
        <p:spPr>
          <a:xfrm>
            <a:off x="3611563" y="1255713"/>
            <a:ext cx="2376487" cy="6334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rgbClr val="FFFFFF"/>
                </a:solidFill>
                <a:latin typeface="微软雅黑" panose="020B0503020204020204" pitchFamily="34" charset="-122"/>
                <a:ea typeface="微软雅黑" panose="020B0503020204020204" pitchFamily="34" charset="-122"/>
              </a:rPr>
              <a:t>案例</a:t>
            </a:r>
          </a:p>
        </p:txBody>
      </p:sp>
      <p:sp>
        <p:nvSpPr>
          <p:cNvPr id="6" name="矩形 5">
            <a:extLst>
              <a:ext uri="{FF2B5EF4-FFF2-40B4-BE49-F238E27FC236}">
                <a16:creationId xmlns:a16="http://schemas.microsoft.com/office/drawing/2014/main" id="{819984AF-AD01-4406-BC39-704046A33C95}"/>
              </a:ext>
            </a:extLst>
          </p:cNvPr>
          <p:cNvSpPr/>
          <p:nvPr userDrawn="1"/>
        </p:nvSpPr>
        <p:spPr>
          <a:xfrm>
            <a:off x="6096000" y="1255713"/>
            <a:ext cx="684213" cy="6334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a:solidFill>
                  <a:srgbClr val="FFFFFF"/>
                </a:solidFill>
                <a:ea typeface="黑体" pitchFamily="49" charset="-122"/>
              </a:rPr>
              <a:t>mins</a:t>
            </a:r>
            <a:endParaRPr kumimoji="1" lang="zh-CN" altLang="en-US">
              <a:solidFill>
                <a:srgbClr val="FFFFFF"/>
              </a:solidFill>
              <a:ea typeface="黑体" pitchFamily="49" charset="-122"/>
            </a:endParaRPr>
          </a:p>
        </p:txBody>
      </p:sp>
      <p:sp>
        <p:nvSpPr>
          <p:cNvPr id="8" name="Oval 29">
            <a:extLst>
              <a:ext uri="{FF2B5EF4-FFF2-40B4-BE49-F238E27FC236}">
                <a16:creationId xmlns:a16="http://schemas.microsoft.com/office/drawing/2014/main" id="{E9402B1E-C8FA-4B6D-A1DE-AA5A11C4FE6B}"/>
              </a:ext>
            </a:extLst>
          </p:cNvPr>
          <p:cNvSpPr>
            <a:spLocks noChangeAspect="1"/>
          </p:cNvSpPr>
          <p:nvPr userDrawn="1"/>
        </p:nvSpPr>
        <p:spPr bwMode="auto">
          <a:xfrm>
            <a:off x="1096963" y="1220788"/>
            <a:ext cx="1573212" cy="157321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00">
              <a:solidFill>
                <a:srgbClr val="FFFFFF"/>
              </a:solidFill>
              <a:latin typeface="Source Sans Pro Light" charset="0"/>
              <a:ea typeface="黑体" pitchFamily="49" charset="-122"/>
            </a:endParaRPr>
          </a:p>
        </p:txBody>
      </p:sp>
      <p:grpSp>
        <p:nvGrpSpPr>
          <p:cNvPr id="9" name="组 16">
            <a:extLst>
              <a:ext uri="{FF2B5EF4-FFF2-40B4-BE49-F238E27FC236}">
                <a16:creationId xmlns:a16="http://schemas.microsoft.com/office/drawing/2014/main" id="{A0223A35-BAF6-4680-BB01-AB9F2F76F319}"/>
              </a:ext>
            </a:extLst>
          </p:cNvPr>
          <p:cNvGrpSpPr/>
          <p:nvPr/>
        </p:nvGrpSpPr>
        <p:grpSpPr bwMode="auto">
          <a:xfrm>
            <a:off x="1407769" y="1560873"/>
            <a:ext cx="951603" cy="893041"/>
            <a:chOff x="7730164" y="1298694"/>
            <a:chExt cx="366051" cy="343525"/>
          </a:xfrm>
          <a:solidFill>
            <a:schemeClr val="bg1"/>
          </a:solidFill>
        </p:grpSpPr>
        <p:sp>
          <p:nvSpPr>
            <p:cNvPr id="10" name="AutoShape 69">
              <a:extLst>
                <a:ext uri="{FF2B5EF4-FFF2-40B4-BE49-F238E27FC236}">
                  <a16:creationId xmlns:a16="http://schemas.microsoft.com/office/drawing/2014/main" id="{8D38FF1C-9E94-4A94-B155-A82967486731}"/>
                </a:ext>
              </a:extLst>
            </p:cNvPr>
            <p:cNvSpPr>
              <a:spLocks/>
            </p:cNvSpPr>
            <p:nvPr/>
          </p:nvSpPr>
          <p:spPr bwMode="auto">
            <a:xfrm>
              <a:off x="7730164" y="1298694"/>
              <a:ext cx="366051" cy="343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223" y="5760"/>
                  </a:moveTo>
                  <a:lnTo>
                    <a:pt x="17548" y="5760"/>
                  </a:lnTo>
                  <a:cubicBezTo>
                    <a:pt x="16804" y="5760"/>
                    <a:pt x="16198" y="5114"/>
                    <a:pt x="16198" y="4320"/>
                  </a:cubicBezTo>
                  <a:lnTo>
                    <a:pt x="16200" y="4320"/>
                  </a:lnTo>
                  <a:lnTo>
                    <a:pt x="16200" y="1440"/>
                  </a:lnTo>
                  <a:lnTo>
                    <a:pt x="20250" y="5760"/>
                  </a:lnTo>
                  <a:cubicBezTo>
                    <a:pt x="20250" y="5760"/>
                    <a:pt x="18223" y="5760"/>
                    <a:pt x="18223" y="5760"/>
                  </a:cubicBezTo>
                  <a:close/>
                  <a:moveTo>
                    <a:pt x="20250" y="19440"/>
                  </a:moveTo>
                  <a:cubicBezTo>
                    <a:pt x="20250" y="19837"/>
                    <a:pt x="19948" y="20160"/>
                    <a:pt x="19575" y="20160"/>
                  </a:cubicBezTo>
                  <a:lnTo>
                    <a:pt x="2024" y="20160"/>
                  </a:lnTo>
                  <a:cubicBezTo>
                    <a:pt x="1651" y="20160"/>
                    <a:pt x="1349" y="19837"/>
                    <a:pt x="1349" y="19440"/>
                  </a:cubicBezTo>
                  <a:lnTo>
                    <a:pt x="1349" y="2160"/>
                  </a:lnTo>
                  <a:cubicBezTo>
                    <a:pt x="1349" y="1762"/>
                    <a:pt x="1651" y="1440"/>
                    <a:pt x="2024" y="1440"/>
                  </a:cubicBezTo>
                  <a:lnTo>
                    <a:pt x="15525" y="1440"/>
                  </a:lnTo>
                  <a:lnTo>
                    <a:pt x="15525" y="4320"/>
                  </a:lnTo>
                  <a:lnTo>
                    <a:pt x="15523" y="4320"/>
                  </a:lnTo>
                  <a:cubicBezTo>
                    <a:pt x="15523" y="5513"/>
                    <a:pt x="16430" y="6480"/>
                    <a:pt x="17548" y="6480"/>
                  </a:cubicBezTo>
                  <a:lnTo>
                    <a:pt x="18223" y="6480"/>
                  </a:lnTo>
                  <a:lnTo>
                    <a:pt x="20250" y="6480"/>
                  </a:lnTo>
                  <a:cubicBezTo>
                    <a:pt x="20250" y="6480"/>
                    <a:pt x="20250" y="19440"/>
                    <a:pt x="20250" y="19440"/>
                  </a:cubicBezTo>
                  <a:close/>
                  <a:moveTo>
                    <a:pt x="21204" y="4741"/>
                  </a:moveTo>
                  <a:lnTo>
                    <a:pt x="17154" y="421"/>
                  </a:lnTo>
                  <a:cubicBezTo>
                    <a:pt x="16901" y="151"/>
                    <a:pt x="16557" y="0"/>
                    <a:pt x="16200" y="0"/>
                  </a:cubicBezTo>
                  <a:lnTo>
                    <a:pt x="2024" y="0"/>
                  </a:lnTo>
                  <a:cubicBezTo>
                    <a:pt x="908" y="0"/>
                    <a:pt x="0" y="968"/>
                    <a:pt x="0" y="2160"/>
                  </a:cubicBezTo>
                  <a:lnTo>
                    <a:pt x="0" y="19440"/>
                  </a:lnTo>
                  <a:cubicBezTo>
                    <a:pt x="0" y="20631"/>
                    <a:pt x="908" y="21600"/>
                    <a:pt x="2024" y="21600"/>
                  </a:cubicBezTo>
                  <a:lnTo>
                    <a:pt x="19575" y="21600"/>
                  </a:lnTo>
                  <a:cubicBezTo>
                    <a:pt x="20691" y="21600"/>
                    <a:pt x="21599" y="20631"/>
                    <a:pt x="21599" y="19440"/>
                  </a:cubicBezTo>
                  <a:lnTo>
                    <a:pt x="21599" y="5760"/>
                  </a:lnTo>
                  <a:cubicBezTo>
                    <a:pt x="21599" y="5378"/>
                    <a:pt x="21457" y="5011"/>
                    <a:pt x="21204" y="4741"/>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1" name="AutoShape 70">
              <a:extLst>
                <a:ext uri="{FF2B5EF4-FFF2-40B4-BE49-F238E27FC236}">
                  <a16:creationId xmlns:a16="http://schemas.microsoft.com/office/drawing/2014/main" id="{AF734A4A-502D-42A0-850D-320C31D37349}"/>
                </a:ext>
              </a:extLst>
            </p:cNvPr>
            <p:cNvSpPr>
              <a:spLocks/>
            </p:cNvSpPr>
            <p:nvPr/>
          </p:nvSpPr>
          <p:spPr bwMode="auto">
            <a:xfrm>
              <a:off x="7901611" y="1366899"/>
              <a:ext cx="68830" cy="11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2" name="AutoShape 71">
              <a:extLst>
                <a:ext uri="{FF2B5EF4-FFF2-40B4-BE49-F238E27FC236}">
                  <a16:creationId xmlns:a16="http://schemas.microsoft.com/office/drawing/2014/main" id="{0CC28560-9E15-4C65-BACD-05DD6321FC59}"/>
                </a:ext>
              </a:extLst>
            </p:cNvPr>
            <p:cNvSpPr>
              <a:spLocks/>
            </p:cNvSpPr>
            <p:nvPr/>
          </p:nvSpPr>
          <p:spPr bwMode="auto">
            <a:xfrm>
              <a:off x="7901611" y="1401314"/>
              <a:ext cx="68830" cy="11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3" name="AutoShape 72">
              <a:extLst>
                <a:ext uri="{FF2B5EF4-FFF2-40B4-BE49-F238E27FC236}">
                  <a16:creationId xmlns:a16="http://schemas.microsoft.com/office/drawing/2014/main" id="{27444607-B6D7-42F8-9BBB-B08784470807}"/>
                </a:ext>
              </a:extLst>
            </p:cNvPr>
            <p:cNvSpPr>
              <a:spLocks/>
            </p:cNvSpPr>
            <p:nvPr/>
          </p:nvSpPr>
          <p:spPr bwMode="auto">
            <a:xfrm>
              <a:off x="7901611" y="1435729"/>
              <a:ext cx="148923" cy="11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369" y="21599"/>
                    <a:pt x="830" y="21599"/>
                  </a:cubicBezTo>
                  <a:lnTo>
                    <a:pt x="20769" y="21599"/>
                  </a:lnTo>
                  <a:cubicBezTo>
                    <a:pt x="21226" y="21599"/>
                    <a:pt x="21600" y="16769"/>
                    <a:pt x="21600" y="10800"/>
                  </a:cubicBezTo>
                  <a:cubicBezTo>
                    <a:pt x="21600" y="4830"/>
                    <a:pt x="21226" y="0"/>
                    <a:pt x="20769" y="0"/>
                  </a:cubicBezTo>
                  <a:lnTo>
                    <a:pt x="830" y="0"/>
                  </a:lnTo>
                  <a:cubicBezTo>
                    <a:pt x="369" y="0"/>
                    <a:pt x="0" y="4830"/>
                    <a:pt x="0" y="10800"/>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4" name="AutoShape 73">
              <a:extLst>
                <a:ext uri="{FF2B5EF4-FFF2-40B4-BE49-F238E27FC236}">
                  <a16:creationId xmlns:a16="http://schemas.microsoft.com/office/drawing/2014/main" id="{E5DD4596-F5A7-4526-8508-4D9B05A4FA18}"/>
                </a:ext>
              </a:extLst>
            </p:cNvPr>
            <p:cNvSpPr>
              <a:spLocks/>
            </p:cNvSpPr>
            <p:nvPr/>
          </p:nvSpPr>
          <p:spPr bwMode="auto">
            <a:xfrm>
              <a:off x="7775840" y="1504560"/>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5" name="AutoShape 74">
              <a:extLst>
                <a:ext uri="{FF2B5EF4-FFF2-40B4-BE49-F238E27FC236}">
                  <a16:creationId xmlns:a16="http://schemas.microsoft.com/office/drawing/2014/main" id="{E469B17C-80B2-436E-9123-3206F42ACEB8}"/>
                </a:ext>
              </a:extLst>
            </p:cNvPr>
            <p:cNvSpPr>
              <a:spLocks/>
            </p:cNvSpPr>
            <p:nvPr/>
          </p:nvSpPr>
          <p:spPr bwMode="auto">
            <a:xfrm>
              <a:off x="7775840" y="1538974"/>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6" name="AutoShape 75">
              <a:extLst>
                <a:ext uri="{FF2B5EF4-FFF2-40B4-BE49-F238E27FC236}">
                  <a16:creationId xmlns:a16="http://schemas.microsoft.com/office/drawing/2014/main" id="{3256194A-D32C-48B7-9C46-4D6CD9643879}"/>
                </a:ext>
              </a:extLst>
            </p:cNvPr>
            <p:cNvSpPr>
              <a:spLocks/>
            </p:cNvSpPr>
            <p:nvPr/>
          </p:nvSpPr>
          <p:spPr bwMode="auto">
            <a:xfrm>
              <a:off x="7775840" y="1573390"/>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7" name="AutoShape 76">
              <a:extLst>
                <a:ext uri="{FF2B5EF4-FFF2-40B4-BE49-F238E27FC236}">
                  <a16:creationId xmlns:a16="http://schemas.microsoft.com/office/drawing/2014/main" id="{6C598BFC-AC4F-4D7F-8AEA-773E8DAC3EBE}"/>
                </a:ext>
              </a:extLst>
            </p:cNvPr>
            <p:cNvSpPr>
              <a:spLocks/>
            </p:cNvSpPr>
            <p:nvPr/>
          </p:nvSpPr>
          <p:spPr bwMode="auto">
            <a:xfrm>
              <a:off x="7775840" y="1470143"/>
              <a:ext cx="274694" cy="11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69"/>
                    <a:pt x="201" y="21599"/>
                    <a:pt x="449" y="21599"/>
                  </a:cubicBezTo>
                  <a:lnTo>
                    <a:pt x="21150" y="21599"/>
                  </a:lnTo>
                  <a:cubicBezTo>
                    <a:pt x="21397" y="21599"/>
                    <a:pt x="21599" y="16769"/>
                    <a:pt x="21599" y="10800"/>
                  </a:cubicBezTo>
                  <a:cubicBezTo>
                    <a:pt x="21599" y="4830"/>
                    <a:pt x="21397" y="0"/>
                    <a:pt x="21150" y="0"/>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sp>
          <p:nvSpPr>
            <p:cNvPr id="18" name="AutoShape 77">
              <a:extLst>
                <a:ext uri="{FF2B5EF4-FFF2-40B4-BE49-F238E27FC236}">
                  <a16:creationId xmlns:a16="http://schemas.microsoft.com/office/drawing/2014/main" id="{620ACC55-6E86-4330-80B5-3DAFBB939A9E}"/>
                </a:ext>
              </a:extLst>
            </p:cNvPr>
            <p:cNvSpPr>
              <a:spLocks/>
            </p:cNvSpPr>
            <p:nvPr/>
          </p:nvSpPr>
          <p:spPr bwMode="auto">
            <a:xfrm>
              <a:off x="7775842" y="1355635"/>
              <a:ext cx="103245"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5400"/>
                  </a:moveTo>
                  <a:lnTo>
                    <a:pt x="16800" y="5400"/>
                  </a:lnTo>
                  <a:lnTo>
                    <a:pt x="16800" y="16200"/>
                  </a:lnTo>
                  <a:lnTo>
                    <a:pt x="4799" y="16200"/>
                  </a:lnTo>
                  <a:cubicBezTo>
                    <a:pt x="4799" y="16200"/>
                    <a:pt x="4799" y="5400"/>
                    <a:pt x="4799" y="5400"/>
                  </a:cubicBezTo>
                  <a:close/>
                  <a:moveTo>
                    <a:pt x="2399" y="21599"/>
                  </a:moveTo>
                  <a:lnTo>
                    <a:pt x="19200" y="21599"/>
                  </a:lnTo>
                  <a:cubicBezTo>
                    <a:pt x="20526" y="21599"/>
                    <a:pt x="21599" y="20392"/>
                    <a:pt x="21599" y="18900"/>
                  </a:cubicBezTo>
                  <a:lnTo>
                    <a:pt x="21599" y="2700"/>
                  </a:lnTo>
                  <a:cubicBezTo>
                    <a:pt x="21599" y="1207"/>
                    <a:pt x="20526" y="0"/>
                    <a:pt x="19200" y="0"/>
                  </a:cubicBezTo>
                  <a:lnTo>
                    <a:pt x="2399" y="0"/>
                  </a:lnTo>
                  <a:cubicBezTo>
                    <a:pt x="1073" y="0"/>
                    <a:pt x="0" y="1207"/>
                    <a:pt x="0" y="2700"/>
                  </a:cubicBezTo>
                  <a:lnTo>
                    <a:pt x="0" y="18900"/>
                  </a:lnTo>
                  <a:cubicBezTo>
                    <a:pt x="0" y="20392"/>
                    <a:pt x="1073" y="21599"/>
                    <a:pt x="2399" y="21599"/>
                  </a:cubicBezTo>
                </a:path>
              </a:pathLst>
            </a:custGeom>
            <a:grpFill/>
            <a:ln>
              <a:noFill/>
            </a:ln>
            <a:effec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a typeface="黑体" pitchFamily="49" charset="-122"/>
              </a:endParaRPr>
            </a:p>
          </p:txBody>
        </p:sp>
      </p:grpSp>
      <p:sp>
        <p:nvSpPr>
          <p:cNvPr id="145410" name="Rectangle 2"/>
          <p:cNvSpPr>
            <a:spLocks noGrp="1" noChangeArrowheads="1"/>
          </p:cNvSpPr>
          <p:nvPr userDrawn="1">
            <p:ph type="ctrTitle"/>
          </p:nvPr>
        </p:nvSpPr>
        <p:spPr>
          <a:xfrm>
            <a:off x="3791744" y="2292344"/>
            <a:ext cx="9191899" cy="939800"/>
          </a:xfrm>
        </p:spPr>
        <p:txBody>
          <a:bodyPr anchor="t"/>
          <a:lstStyle>
            <a:lvl1pPr>
              <a:tabLst>
                <a:tab pos="2330170" algn="l"/>
              </a:tabLst>
              <a:defRPr sz="24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
        <p:nvSpPr>
          <p:cNvPr id="145411" name="Rectangle 3"/>
          <p:cNvSpPr>
            <a:spLocks noGrp="1" noChangeArrowheads="1"/>
          </p:cNvSpPr>
          <p:nvPr userDrawn="1">
            <p:ph type="subTitle" idx="1"/>
          </p:nvPr>
        </p:nvSpPr>
        <p:spPr>
          <a:xfrm>
            <a:off x="1007533" y="333377"/>
            <a:ext cx="10560051" cy="276225"/>
          </a:xfrm>
        </p:spPr>
        <p:txBody>
          <a:bodyPr/>
          <a:lstStyle>
            <a:lvl1pPr>
              <a:spcBef>
                <a:spcPct val="0"/>
              </a:spcBef>
              <a:defRPr sz="1000" b="1">
                <a:solidFill>
                  <a:schemeClr val="bg2"/>
                </a:solidFill>
              </a:defRPr>
            </a:lvl1pPr>
          </a:lstStyle>
          <a:p>
            <a:r>
              <a:rPr lang="de-DE"/>
              <a:t>CLICK HERE TO EDIT DESCRIPTOR</a:t>
            </a:r>
          </a:p>
        </p:txBody>
      </p:sp>
      <p:sp>
        <p:nvSpPr>
          <p:cNvPr id="19" name="Rectangle 5">
            <a:extLst>
              <a:ext uri="{FF2B5EF4-FFF2-40B4-BE49-F238E27FC236}">
                <a16:creationId xmlns:a16="http://schemas.microsoft.com/office/drawing/2014/main" id="{1574EA15-EBE4-421D-9D48-FEE381B07C1E}"/>
              </a:ext>
            </a:extLst>
          </p:cNvPr>
          <p:cNvSpPr>
            <a:spLocks noGrp="1" noChangeArrowheads="1"/>
          </p:cNvSpPr>
          <p:nvPr userDrawn="1">
            <p:ph type="ftr" sz="quarter" idx="10"/>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20" name="Rectangle 6">
            <a:extLst>
              <a:ext uri="{FF2B5EF4-FFF2-40B4-BE49-F238E27FC236}">
                <a16:creationId xmlns:a16="http://schemas.microsoft.com/office/drawing/2014/main" id="{198841B8-195F-46D5-AFCF-BC793B15D0D0}"/>
              </a:ext>
            </a:extLst>
          </p:cNvPr>
          <p:cNvSpPr>
            <a:spLocks noGrp="1" noChangeArrowheads="1"/>
          </p:cNvSpPr>
          <p:nvPr userDrawn="1">
            <p:ph type="sldNum" sz="quarter" idx="11"/>
          </p:nvPr>
        </p:nvSpPr>
        <p:spPr/>
        <p:txBody>
          <a:bodyPr/>
          <a:lstStyle>
            <a:lvl1pPr eaLnBrk="1" hangingPunct="1">
              <a:defRPr sz="1000" b="1"/>
            </a:lvl1pPr>
          </a:lstStyle>
          <a:p>
            <a:pPr>
              <a:defRPr/>
            </a:pPr>
            <a:fld id="{B3E1ACF5-AA63-423A-B2CF-064EF9455300}" type="slidenum">
              <a:rPr lang="de-DE" altLang="zh-CN"/>
              <a:pPr>
                <a:defRPr/>
              </a:pPr>
              <a:t>‹#›</a:t>
            </a:fld>
            <a:endParaRPr lang="de-DE" altLang="zh-CN"/>
          </a:p>
        </p:txBody>
      </p:sp>
    </p:spTree>
    <p:extLst>
      <p:ext uri="{BB962C8B-B14F-4D97-AF65-F5344CB8AC3E}">
        <p14:creationId xmlns:p14="http://schemas.microsoft.com/office/powerpoint/2010/main" val="3711045377"/>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3_Title Slide">
    <p:spTree>
      <p:nvGrpSpPr>
        <p:cNvPr id="1" name=""/>
        <p:cNvGrpSpPr/>
        <p:nvPr/>
      </p:nvGrpSpPr>
      <p:grpSpPr>
        <a:xfrm>
          <a:off x="0" y="0"/>
          <a:ext cx="0" cy="0"/>
          <a:chOff x="0" y="0"/>
          <a:chExt cx="0" cy="0"/>
        </a:xfrm>
      </p:grpSpPr>
      <p:pic>
        <p:nvPicPr>
          <p:cNvPr id="4" name="图片 10">
            <a:extLst>
              <a:ext uri="{FF2B5EF4-FFF2-40B4-BE49-F238E27FC236}">
                <a16:creationId xmlns:a16="http://schemas.microsoft.com/office/drawing/2014/main" id="{BEC328B4-42ED-47A6-B1FD-7532D0AE6A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6833" r="-2"/>
          <a:stretch>
            <a:fillRect/>
          </a:stretch>
        </p:blipFill>
        <p:spPr bwMode="auto">
          <a:xfrm>
            <a:off x="-17463" y="0"/>
            <a:ext cx="3413126"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44A0B681-4E46-4842-86FC-EA1F80006BF4}"/>
              </a:ext>
            </a:extLst>
          </p:cNvPr>
          <p:cNvSpPr/>
          <p:nvPr userDrawn="1"/>
        </p:nvSpPr>
        <p:spPr>
          <a:xfrm>
            <a:off x="3611563" y="1255713"/>
            <a:ext cx="2376487" cy="6334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rgbClr val="FFFFFF"/>
                </a:solidFill>
                <a:latin typeface="微软雅黑" panose="020B0503020204020204" pitchFamily="34" charset="-122"/>
                <a:ea typeface="微软雅黑" panose="020B0503020204020204" pitchFamily="34" charset="-122"/>
              </a:rPr>
              <a:t>游戏</a:t>
            </a:r>
          </a:p>
        </p:txBody>
      </p:sp>
      <p:sp>
        <p:nvSpPr>
          <p:cNvPr id="6" name="矩形 5">
            <a:extLst>
              <a:ext uri="{FF2B5EF4-FFF2-40B4-BE49-F238E27FC236}">
                <a16:creationId xmlns:a16="http://schemas.microsoft.com/office/drawing/2014/main" id="{DC1888D6-CA51-4428-B4F3-6F04909B1CF5}"/>
              </a:ext>
            </a:extLst>
          </p:cNvPr>
          <p:cNvSpPr/>
          <p:nvPr userDrawn="1"/>
        </p:nvSpPr>
        <p:spPr>
          <a:xfrm>
            <a:off x="6096000" y="1255713"/>
            <a:ext cx="684213" cy="6334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a:solidFill>
                  <a:srgbClr val="FFFFFF"/>
                </a:solidFill>
                <a:ea typeface="黑体" pitchFamily="49" charset="-122"/>
              </a:rPr>
              <a:t>mins</a:t>
            </a:r>
            <a:endParaRPr kumimoji="1" lang="zh-CN" altLang="en-US">
              <a:solidFill>
                <a:srgbClr val="FFFFFF"/>
              </a:solidFill>
              <a:ea typeface="黑体" pitchFamily="49" charset="-122"/>
            </a:endParaRPr>
          </a:p>
        </p:txBody>
      </p:sp>
      <p:sp>
        <p:nvSpPr>
          <p:cNvPr id="8" name="Oval 29">
            <a:extLst>
              <a:ext uri="{FF2B5EF4-FFF2-40B4-BE49-F238E27FC236}">
                <a16:creationId xmlns:a16="http://schemas.microsoft.com/office/drawing/2014/main" id="{48F6E686-C3F6-42BC-9B8F-09266AC89F11}"/>
              </a:ext>
            </a:extLst>
          </p:cNvPr>
          <p:cNvSpPr>
            <a:spLocks noChangeAspect="1"/>
          </p:cNvSpPr>
          <p:nvPr userDrawn="1"/>
        </p:nvSpPr>
        <p:spPr bwMode="auto">
          <a:xfrm>
            <a:off x="1008063" y="1101725"/>
            <a:ext cx="1573212" cy="157321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00">
              <a:solidFill>
                <a:srgbClr val="FFFFFF"/>
              </a:solidFill>
              <a:latin typeface="Source Sans Pro Light" charset="0"/>
              <a:ea typeface="黑体" pitchFamily="49" charset="-122"/>
            </a:endParaRPr>
          </a:p>
        </p:txBody>
      </p:sp>
      <p:sp>
        <p:nvSpPr>
          <p:cNvPr id="9" name="AutoShape 59">
            <a:extLst>
              <a:ext uri="{FF2B5EF4-FFF2-40B4-BE49-F238E27FC236}">
                <a16:creationId xmlns:a16="http://schemas.microsoft.com/office/drawing/2014/main" id="{D8EE63B5-673E-48C1-B87B-8C492ED3779D}"/>
              </a:ext>
            </a:extLst>
          </p:cNvPr>
          <p:cNvSpPr>
            <a:spLocks/>
          </p:cNvSpPr>
          <p:nvPr/>
        </p:nvSpPr>
        <p:spPr bwMode="auto">
          <a:xfrm>
            <a:off x="1292224" y="1468437"/>
            <a:ext cx="879475" cy="87788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38100" tIns="38100" rIns="38100" bIns="38100" anchor="ctr"/>
          <a:lstStyle/>
          <a:p>
            <a:pPr defTabSz="457200">
              <a:defRPr/>
            </a:pPr>
            <a:endParaRPr lang="en-US" sz="3000">
              <a:solidFill>
                <a:srgbClr val="000000"/>
              </a:solidFill>
              <a:effectLst>
                <a:outerShdw blurRad="38100" dist="38100" dir="2700000" algn="tl">
                  <a:srgbClr val="000000"/>
                </a:outerShdw>
              </a:effectLst>
              <a:ea typeface="黑体" pitchFamily="49" charset="-122"/>
            </a:endParaRPr>
          </a:p>
        </p:txBody>
      </p:sp>
      <p:sp>
        <p:nvSpPr>
          <p:cNvPr id="145410" name="Rectangle 2"/>
          <p:cNvSpPr>
            <a:spLocks noGrp="1" noChangeArrowheads="1"/>
          </p:cNvSpPr>
          <p:nvPr userDrawn="1">
            <p:ph type="ctrTitle"/>
          </p:nvPr>
        </p:nvSpPr>
        <p:spPr>
          <a:xfrm>
            <a:off x="3791744" y="2292344"/>
            <a:ext cx="9191899" cy="939800"/>
          </a:xfrm>
        </p:spPr>
        <p:txBody>
          <a:bodyPr anchor="t"/>
          <a:lstStyle>
            <a:lvl1pPr>
              <a:tabLst>
                <a:tab pos="2330170" algn="l"/>
              </a:tabLst>
              <a:defRPr sz="24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
        <p:nvSpPr>
          <p:cNvPr id="145411" name="Rectangle 3"/>
          <p:cNvSpPr>
            <a:spLocks noGrp="1" noChangeArrowheads="1"/>
          </p:cNvSpPr>
          <p:nvPr userDrawn="1">
            <p:ph type="subTitle" idx="1"/>
          </p:nvPr>
        </p:nvSpPr>
        <p:spPr>
          <a:xfrm>
            <a:off x="1007533" y="333377"/>
            <a:ext cx="10560051" cy="276225"/>
          </a:xfrm>
        </p:spPr>
        <p:txBody>
          <a:bodyPr/>
          <a:lstStyle>
            <a:lvl1pPr>
              <a:spcBef>
                <a:spcPct val="0"/>
              </a:spcBef>
              <a:defRPr sz="1000" b="1">
                <a:solidFill>
                  <a:schemeClr val="bg2"/>
                </a:solidFill>
              </a:defRPr>
            </a:lvl1pPr>
          </a:lstStyle>
          <a:p>
            <a:r>
              <a:rPr lang="de-DE"/>
              <a:t>CLICK HERE TO EDIT DESCRIPTOR</a:t>
            </a:r>
          </a:p>
        </p:txBody>
      </p:sp>
      <p:sp>
        <p:nvSpPr>
          <p:cNvPr id="10" name="Rectangle 5">
            <a:extLst>
              <a:ext uri="{FF2B5EF4-FFF2-40B4-BE49-F238E27FC236}">
                <a16:creationId xmlns:a16="http://schemas.microsoft.com/office/drawing/2014/main" id="{853278E6-A2C1-4DE8-9CA1-3E53E7EE9B65}"/>
              </a:ext>
            </a:extLst>
          </p:cNvPr>
          <p:cNvSpPr>
            <a:spLocks noGrp="1" noChangeArrowheads="1"/>
          </p:cNvSpPr>
          <p:nvPr userDrawn="1">
            <p:ph type="ftr" sz="quarter" idx="10"/>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11" name="Rectangle 6">
            <a:extLst>
              <a:ext uri="{FF2B5EF4-FFF2-40B4-BE49-F238E27FC236}">
                <a16:creationId xmlns:a16="http://schemas.microsoft.com/office/drawing/2014/main" id="{FDF14D5E-15E4-4344-8A3F-DC8C35596828}"/>
              </a:ext>
            </a:extLst>
          </p:cNvPr>
          <p:cNvSpPr>
            <a:spLocks noGrp="1" noChangeArrowheads="1"/>
          </p:cNvSpPr>
          <p:nvPr userDrawn="1">
            <p:ph type="sldNum" sz="quarter" idx="11"/>
          </p:nvPr>
        </p:nvSpPr>
        <p:spPr/>
        <p:txBody>
          <a:bodyPr/>
          <a:lstStyle>
            <a:lvl1pPr eaLnBrk="1" hangingPunct="1">
              <a:defRPr sz="1000" b="1"/>
            </a:lvl1pPr>
          </a:lstStyle>
          <a:p>
            <a:pPr>
              <a:defRPr/>
            </a:pPr>
            <a:fld id="{DE4E8639-C533-4125-8219-71FDD49B3B3B}" type="slidenum">
              <a:rPr lang="de-DE" altLang="zh-CN"/>
              <a:pPr>
                <a:defRPr/>
              </a:pPr>
              <a:t>‹#›</a:t>
            </a:fld>
            <a:endParaRPr lang="de-DE" altLang="zh-CN"/>
          </a:p>
        </p:txBody>
      </p:sp>
    </p:spTree>
    <p:extLst>
      <p:ext uri="{BB962C8B-B14F-4D97-AF65-F5344CB8AC3E}">
        <p14:creationId xmlns:p14="http://schemas.microsoft.com/office/powerpoint/2010/main" val="843404590"/>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3" name="图片 10">
            <a:extLst>
              <a:ext uri="{FF2B5EF4-FFF2-40B4-BE49-F238E27FC236}">
                <a16:creationId xmlns:a16="http://schemas.microsoft.com/office/drawing/2014/main" id="{6EA60821-A54A-432F-B66E-D1AEEE8E27F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6833" r="-2"/>
          <a:stretch>
            <a:fillRect/>
          </a:stretch>
        </p:blipFill>
        <p:spPr bwMode="auto">
          <a:xfrm>
            <a:off x="-17463" y="0"/>
            <a:ext cx="3413126"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29">
            <a:extLst>
              <a:ext uri="{FF2B5EF4-FFF2-40B4-BE49-F238E27FC236}">
                <a16:creationId xmlns:a16="http://schemas.microsoft.com/office/drawing/2014/main" id="{380F88FB-836B-4DC9-91AC-B18B7100D469}"/>
              </a:ext>
            </a:extLst>
          </p:cNvPr>
          <p:cNvSpPr/>
          <p:nvPr/>
        </p:nvSpPr>
        <p:spPr bwMode="auto">
          <a:xfrm>
            <a:off x="3611563" y="3267075"/>
            <a:ext cx="434975" cy="43497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00" dirty="0">
              <a:solidFill>
                <a:srgbClr val="FFFFFF"/>
              </a:solidFill>
              <a:latin typeface="Source Sans Pro Light" charset="0"/>
              <a:ea typeface="黑体" pitchFamily="49" charset="-122"/>
            </a:endParaRPr>
          </a:p>
        </p:txBody>
      </p:sp>
      <p:sp>
        <p:nvSpPr>
          <p:cNvPr id="6" name="Shape 2554">
            <a:extLst>
              <a:ext uri="{FF2B5EF4-FFF2-40B4-BE49-F238E27FC236}">
                <a16:creationId xmlns:a16="http://schemas.microsoft.com/office/drawing/2014/main" id="{70F897E2-055E-44A9-8184-4D9F7278F239}"/>
              </a:ext>
            </a:extLst>
          </p:cNvPr>
          <p:cNvSpPr/>
          <p:nvPr/>
        </p:nvSpPr>
        <p:spPr bwMode="auto">
          <a:xfrm>
            <a:off x="3689146" y="3363736"/>
            <a:ext cx="274721" cy="249284"/>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rgbClr val="FEC716"/>
          </a:solidFill>
          <a:ln w="12700">
            <a:miter lim="400000"/>
          </a:ln>
        </p:spPr>
        <p:txBody>
          <a:bodyPr lIns="19045" tIns="19045" rIns="19045" bIns="19045" anchor="ctr"/>
          <a:lstStyle/>
          <a:p>
            <a:pPr defTabSz="2279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sp>
        <p:nvSpPr>
          <p:cNvPr id="7" name="矩形 6">
            <a:extLst>
              <a:ext uri="{FF2B5EF4-FFF2-40B4-BE49-F238E27FC236}">
                <a16:creationId xmlns:a16="http://schemas.microsoft.com/office/drawing/2014/main" id="{5DBBA8A2-BF81-43D0-94F1-86F1B5906F63}"/>
              </a:ext>
            </a:extLst>
          </p:cNvPr>
          <p:cNvSpPr/>
          <p:nvPr userDrawn="1"/>
        </p:nvSpPr>
        <p:spPr>
          <a:xfrm>
            <a:off x="3629025" y="1827213"/>
            <a:ext cx="2105025" cy="36036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rgbClr val="FFFFFF"/>
                </a:solidFill>
                <a:latin typeface="微软雅黑" panose="020B0503020204020204" pitchFamily="34" charset="-122"/>
                <a:ea typeface="微软雅黑" panose="020B0503020204020204" pitchFamily="34" charset="-122"/>
              </a:rPr>
              <a:t>学习活动</a:t>
            </a:r>
          </a:p>
        </p:txBody>
      </p:sp>
      <p:sp>
        <p:nvSpPr>
          <p:cNvPr id="145410" name="Rectangle 2"/>
          <p:cNvSpPr>
            <a:spLocks noGrp="1" noChangeArrowheads="1"/>
          </p:cNvSpPr>
          <p:nvPr userDrawn="1">
            <p:ph type="ctrTitle"/>
          </p:nvPr>
        </p:nvSpPr>
        <p:spPr>
          <a:xfrm>
            <a:off x="3791744" y="2292344"/>
            <a:ext cx="9191899" cy="939800"/>
          </a:xfrm>
        </p:spPr>
        <p:txBody>
          <a:bodyPr anchor="t"/>
          <a:lstStyle>
            <a:lvl1pPr>
              <a:tabLst>
                <a:tab pos="2330170" algn="l"/>
              </a:tabLst>
              <a:defRPr sz="24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
        <p:nvSpPr>
          <p:cNvPr id="8" name="Rectangle 5">
            <a:extLst>
              <a:ext uri="{FF2B5EF4-FFF2-40B4-BE49-F238E27FC236}">
                <a16:creationId xmlns:a16="http://schemas.microsoft.com/office/drawing/2014/main" id="{0941631D-7BD5-4B8F-8265-21FA66A63577}"/>
              </a:ext>
            </a:extLst>
          </p:cNvPr>
          <p:cNvSpPr>
            <a:spLocks noGrp="1" noChangeArrowheads="1"/>
          </p:cNvSpPr>
          <p:nvPr userDrawn="1">
            <p:ph type="ftr" sz="quarter" idx="10"/>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9" name="Rectangle 6">
            <a:extLst>
              <a:ext uri="{FF2B5EF4-FFF2-40B4-BE49-F238E27FC236}">
                <a16:creationId xmlns:a16="http://schemas.microsoft.com/office/drawing/2014/main" id="{B6B6631F-E1AA-447C-A8AA-2A11B767DC05}"/>
              </a:ext>
            </a:extLst>
          </p:cNvPr>
          <p:cNvSpPr>
            <a:spLocks noGrp="1" noChangeArrowheads="1"/>
          </p:cNvSpPr>
          <p:nvPr userDrawn="1">
            <p:ph type="sldNum" sz="quarter" idx="11"/>
          </p:nvPr>
        </p:nvSpPr>
        <p:spPr/>
        <p:txBody>
          <a:bodyPr/>
          <a:lstStyle>
            <a:lvl1pPr eaLnBrk="1" hangingPunct="1">
              <a:defRPr sz="1000" b="1"/>
            </a:lvl1pPr>
          </a:lstStyle>
          <a:p>
            <a:pPr>
              <a:defRPr/>
            </a:pPr>
            <a:fld id="{C5E9B3A2-D082-4024-82EE-0E4933B1D354}" type="slidenum">
              <a:rPr lang="de-DE" altLang="zh-CN"/>
              <a:pPr>
                <a:defRPr/>
              </a:pPr>
              <a:t>‹#›</a:t>
            </a:fld>
            <a:endParaRPr lang="de-DE" altLang="zh-CN"/>
          </a:p>
        </p:txBody>
      </p:sp>
    </p:spTree>
    <p:extLst>
      <p:ext uri="{BB962C8B-B14F-4D97-AF65-F5344CB8AC3E}">
        <p14:creationId xmlns:p14="http://schemas.microsoft.com/office/powerpoint/2010/main" val="147126371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3" name="图片 10">
            <a:extLst>
              <a:ext uri="{FF2B5EF4-FFF2-40B4-BE49-F238E27FC236}">
                <a16:creationId xmlns:a16="http://schemas.microsoft.com/office/drawing/2014/main" id="{205EE64E-9DE6-4AE0-B5D4-991A09EF99E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6833" r="-2"/>
          <a:stretch>
            <a:fillRect/>
          </a:stretch>
        </p:blipFill>
        <p:spPr bwMode="auto">
          <a:xfrm>
            <a:off x="-17463" y="0"/>
            <a:ext cx="3413126"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29">
            <a:extLst>
              <a:ext uri="{FF2B5EF4-FFF2-40B4-BE49-F238E27FC236}">
                <a16:creationId xmlns:a16="http://schemas.microsoft.com/office/drawing/2014/main" id="{A38DBBBD-FDA8-4DB2-9E84-CE8430E93AEC}"/>
              </a:ext>
            </a:extLst>
          </p:cNvPr>
          <p:cNvSpPr/>
          <p:nvPr/>
        </p:nvSpPr>
        <p:spPr bwMode="auto">
          <a:xfrm>
            <a:off x="3611563" y="3267075"/>
            <a:ext cx="434975" cy="43497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00">
              <a:solidFill>
                <a:srgbClr val="FFFFFF"/>
              </a:solidFill>
              <a:latin typeface="Source Sans Pro Light" charset="0"/>
              <a:ea typeface="黑体" pitchFamily="49" charset="-122"/>
            </a:endParaRPr>
          </a:p>
        </p:txBody>
      </p:sp>
      <p:sp>
        <p:nvSpPr>
          <p:cNvPr id="6" name="Shape 2554">
            <a:extLst>
              <a:ext uri="{FF2B5EF4-FFF2-40B4-BE49-F238E27FC236}">
                <a16:creationId xmlns:a16="http://schemas.microsoft.com/office/drawing/2014/main" id="{20CD6D4E-F3C5-437B-A749-DC55B03AF3FD}"/>
              </a:ext>
            </a:extLst>
          </p:cNvPr>
          <p:cNvSpPr/>
          <p:nvPr/>
        </p:nvSpPr>
        <p:spPr bwMode="auto">
          <a:xfrm>
            <a:off x="3689146" y="3363736"/>
            <a:ext cx="274721" cy="249284"/>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rgbClr val="FEC716"/>
          </a:solidFill>
          <a:ln w="12700">
            <a:miter lim="400000"/>
          </a:ln>
        </p:spPr>
        <p:txBody>
          <a:bodyPr lIns="19045" tIns="19045" rIns="19045" bIns="19045" anchor="ctr"/>
          <a:lstStyle/>
          <a:p>
            <a:pPr defTabSz="2279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sp>
        <p:nvSpPr>
          <p:cNvPr id="7" name="矩形 6">
            <a:extLst>
              <a:ext uri="{FF2B5EF4-FFF2-40B4-BE49-F238E27FC236}">
                <a16:creationId xmlns:a16="http://schemas.microsoft.com/office/drawing/2014/main" id="{4C081A27-014A-45CB-98BB-3EA9FA35B986}"/>
              </a:ext>
            </a:extLst>
          </p:cNvPr>
          <p:cNvSpPr/>
          <p:nvPr userDrawn="1"/>
        </p:nvSpPr>
        <p:spPr>
          <a:xfrm>
            <a:off x="3629025" y="1827213"/>
            <a:ext cx="2105025" cy="36036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rgbClr val="FFFFFF"/>
                </a:solidFill>
                <a:latin typeface="微软雅黑" panose="020B0503020204020204" pitchFamily="34" charset="-122"/>
                <a:ea typeface="微软雅黑" panose="020B0503020204020204" pitchFamily="34" charset="-122"/>
              </a:rPr>
              <a:t>小组讨论</a:t>
            </a:r>
          </a:p>
        </p:txBody>
      </p:sp>
      <p:sp>
        <p:nvSpPr>
          <p:cNvPr id="145410" name="Rectangle 2"/>
          <p:cNvSpPr>
            <a:spLocks noGrp="1" noChangeArrowheads="1"/>
          </p:cNvSpPr>
          <p:nvPr userDrawn="1">
            <p:ph type="ctrTitle"/>
          </p:nvPr>
        </p:nvSpPr>
        <p:spPr>
          <a:xfrm>
            <a:off x="3791744" y="2292344"/>
            <a:ext cx="9191899" cy="939800"/>
          </a:xfrm>
        </p:spPr>
        <p:txBody>
          <a:bodyPr anchor="t"/>
          <a:lstStyle>
            <a:lvl1pPr>
              <a:tabLst>
                <a:tab pos="2330170" algn="l"/>
              </a:tabLst>
              <a:defRPr sz="2400" b="1">
                <a:latin typeface="微软雅黑" panose="020B0503020204020204" pitchFamily="34" charset="-122"/>
                <a:ea typeface="微软雅黑" panose="020B0503020204020204" pitchFamily="34" charset="-122"/>
              </a:defRPr>
            </a:lvl1pPr>
          </a:lstStyle>
          <a:p>
            <a:r>
              <a:rPr lang="de-DE"/>
              <a:t>Click here to edit the title of your presentation</a:t>
            </a:r>
            <a:br>
              <a:rPr lang="de-DE"/>
            </a:br>
            <a:r>
              <a:rPr lang="de-DE"/>
              <a:t>(two rows maximum)</a:t>
            </a:r>
          </a:p>
        </p:txBody>
      </p:sp>
      <p:sp>
        <p:nvSpPr>
          <p:cNvPr id="8" name="Rectangle 5">
            <a:extLst>
              <a:ext uri="{FF2B5EF4-FFF2-40B4-BE49-F238E27FC236}">
                <a16:creationId xmlns:a16="http://schemas.microsoft.com/office/drawing/2014/main" id="{2F25BAC2-EE8C-4B78-AC41-E73F0F57369D}"/>
              </a:ext>
            </a:extLst>
          </p:cNvPr>
          <p:cNvSpPr>
            <a:spLocks noGrp="1" noChangeArrowheads="1"/>
          </p:cNvSpPr>
          <p:nvPr userDrawn="1">
            <p:ph type="ftr" sz="quarter" idx="10"/>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9" name="Rectangle 6">
            <a:extLst>
              <a:ext uri="{FF2B5EF4-FFF2-40B4-BE49-F238E27FC236}">
                <a16:creationId xmlns:a16="http://schemas.microsoft.com/office/drawing/2014/main" id="{ED80E56E-359D-49DF-8A87-A16F00299D93}"/>
              </a:ext>
            </a:extLst>
          </p:cNvPr>
          <p:cNvSpPr>
            <a:spLocks noGrp="1" noChangeArrowheads="1"/>
          </p:cNvSpPr>
          <p:nvPr userDrawn="1">
            <p:ph type="sldNum" sz="quarter" idx="11"/>
          </p:nvPr>
        </p:nvSpPr>
        <p:spPr/>
        <p:txBody>
          <a:bodyPr/>
          <a:lstStyle>
            <a:lvl1pPr eaLnBrk="1" hangingPunct="1">
              <a:defRPr sz="1000" b="1"/>
            </a:lvl1pPr>
          </a:lstStyle>
          <a:p>
            <a:pPr>
              <a:defRPr/>
            </a:pPr>
            <a:fld id="{AA14E739-1D64-4B0B-A462-358AE3114A29}" type="slidenum">
              <a:rPr lang="de-DE" altLang="zh-CN"/>
              <a:pPr>
                <a:defRPr/>
              </a:pPr>
              <a:t>‹#›</a:t>
            </a:fld>
            <a:endParaRPr lang="de-DE" altLang="zh-CN"/>
          </a:p>
        </p:txBody>
      </p:sp>
    </p:spTree>
    <p:extLst>
      <p:ext uri="{BB962C8B-B14F-4D97-AF65-F5344CB8AC3E}">
        <p14:creationId xmlns:p14="http://schemas.microsoft.com/office/powerpoint/2010/main" val="3340536551"/>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0" name="图片 18">
            <a:extLst>
              <a:ext uri="{FF2B5EF4-FFF2-40B4-BE49-F238E27FC236}">
                <a16:creationId xmlns:a16="http://schemas.microsoft.com/office/drawing/2014/main" id="{48451D65-B980-4F5A-8542-43FC0D0126F9}"/>
              </a:ext>
            </a:extLst>
          </p:cNvPr>
          <p:cNvPicPr>
            <a:picLocks noChangeAspect="1" noChangeArrowheads="1"/>
          </p:cNvPicPr>
          <p:nvPr userDrawn="1"/>
        </p:nvPicPr>
        <p:blipFill>
          <a:blip r:embed="rId2">
            <a:duotone>
              <a:schemeClr val="accent1">
                <a:shade val="45000"/>
                <a:satMod val="135000"/>
              </a:schemeClr>
              <a:prstClr val="white"/>
            </a:duotone>
          </a:blip>
          <a:srcRect/>
          <a:stretch>
            <a:fillRect/>
          </a:stretch>
        </p:blipFill>
        <p:spPr bwMode="auto">
          <a:xfrm rot="20975577">
            <a:off x="63819" y="2144440"/>
            <a:ext cx="5759450" cy="3421062"/>
          </a:xfrm>
          <a:prstGeom prst="rect">
            <a:avLst/>
          </a:prstGeom>
          <a:noFill/>
          <a:ln>
            <a:noFill/>
          </a:ln>
        </p:spPr>
      </p:pic>
      <p:sp>
        <p:nvSpPr>
          <p:cNvPr id="11" name="Line 8">
            <a:extLst>
              <a:ext uri="{FF2B5EF4-FFF2-40B4-BE49-F238E27FC236}">
                <a16:creationId xmlns:a16="http://schemas.microsoft.com/office/drawing/2014/main" id="{FC10A99F-AF5E-4051-82C6-D876F4AA912D}"/>
              </a:ext>
            </a:extLst>
          </p:cNvPr>
          <p:cNvSpPr>
            <a:spLocks noChangeShapeType="1"/>
          </p:cNvSpPr>
          <p:nvPr userDrawn="1"/>
        </p:nvSpPr>
        <p:spPr bwMode="auto">
          <a:xfrm flipV="1">
            <a:off x="623888" y="6092825"/>
            <a:ext cx="10944225"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lIns="91429" tIns="45715" rIns="91429" bIns="45715" anchor="ctr"/>
          <a:lstStyle/>
          <a:p>
            <a:endParaRPr lang="zh-CN" altLang="en-US"/>
          </a:p>
        </p:txBody>
      </p:sp>
      <p:pic>
        <p:nvPicPr>
          <p:cNvPr id="12" name="图片 19">
            <a:extLst>
              <a:ext uri="{FF2B5EF4-FFF2-40B4-BE49-F238E27FC236}">
                <a16:creationId xmlns:a16="http://schemas.microsoft.com/office/drawing/2014/main" id="{DF15CAD0-22F4-457E-8518-99DDB414722A}"/>
              </a:ext>
            </a:extLst>
          </p:cNvPr>
          <p:cNvPicPr>
            <a:picLocks noChangeAspect="1" noChangeArrowheads="1"/>
          </p:cNvPicPr>
          <p:nvPr userDrawn="1"/>
        </p:nvPicPr>
        <p:blipFill>
          <a:blip r:embed="rId3">
            <a:duotone>
              <a:schemeClr val="accent1">
                <a:shade val="45000"/>
                <a:satMod val="135000"/>
              </a:schemeClr>
              <a:prstClr val="white"/>
            </a:duotone>
          </a:blip>
          <a:srcRect l="13632" t="9293" r="6709" b="5219"/>
          <a:stretch>
            <a:fillRect/>
          </a:stretch>
        </p:blipFill>
        <p:spPr bwMode="auto">
          <a:xfrm>
            <a:off x="5559760" y="1073353"/>
            <a:ext cx="725488" cy="666750"/>
          </a:xfrm>
          <a:prstGeom prst="rect">
            <a:avLst/>
          </a:prstGeom>
          <a:noFill/>
          <a:ln>
            <a:noFill/>
          </a:ln>
        </p:spPr>
      </p:pic>
      <p:sp>
        <p:nvSpPr>
          <p:cNvPr id="13" name="文本框 21">
            <a:extLst>
              <a:ext uri="{FF2B5EF4-FFF2-40B4-BE49-F238E27FC236}">
                <a16:creationId xmlns:a16="http://schemas.microsoft.com/office/drawing/2014/main" id="{146D68F4-F3FF-4EB3-BE27-331E55F8EDF0}"/>
              </a:ext>
            </a:extLst>
          </p:cNvPr>
          <p:cNvSpPr txBox="1">
            <a:spLocks noChangeArrowheads="1"/>
          </p:cNvSpPr>
          <p:nvPr userDrawn="1"/>
        </p:nvSpPr>
        <p:spPr bwMode="auto">
          <a:xfrm>
            <a:off x="5559425" y="1085850"/>
            <a:ext cx="596900" cy="554038"/>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a:solidFill>
                  <a:schemeClr val="bg1"/>
                </a:solidFill>
                <a:latin typeface="Impact" panose="020B0806030902050204" pitchFamily="34" charset="0"/>
              </a:rPr>
              <a:t>1</a:t>
            </a:r>
            <a:endParaRPr lang="zh-CN" altLang="en-US" sz="3600">
              <a:solidFill>
                <a:schemeClr val="bg1"/>
              </a:solidFill>
              <a:latin typeface="Impact" panose="020B0806030902050204" pitchFamily="34" charset="0"/>
            </a:endParaRPr>
          </a:p>
        </p:txBody>
      </p:sp>
      <p:pic>
        <p:nvPicPr>
          <p:cNvPr id="14" name="图片 24">
            <a:extLst>
              <a:ext uri="{FF2B5EF4-FFF2-40B4-BE49-F238E27FC236}">
                <a16:creationId xmlns:a16="http://schemas.microsoft.com/office/drawing/2014/main" id="{0B369526-6DF4-4FFD-BC71-42E775141DEA}"/>
              </a:ext>
            </a:extLst>
          </p:cNvPr>
          <p:cNvPicPr>
            <a:picLocks noChangeAspect="1" noChangeArrowheads="1"/>
          </p:cNvPicPr>
          <p:nvPr userDrawn="1"/>
        </p:nvPicPr>
        <p:blipFill>
          <a:blip r:embed="rId3">
            <a:duotone>
              <a:schemeClr val="accent1">
                <a:shade val="45000"/>
                <a:satMod val="135000"/>
              </a:schemeClr>
              <a:prstClr val="white"/>
            </a:duotone>
          </a:blip>
          <a:srcRect l="13632" t="9293" r="6709" b="5219"/>
          <a:stretch>
            <a:fillRect/>
          </a:stretch>
        </p:blipFill>
        <p:spPr bwMode="auto">
          <a:xfrm>
            <a:off x="5559760" y="1750711"/>
            <a:ext cx="725488" cy="666750"/>
          </a:xfrm>
          <a:prstGeom prst="rect">
            <a:avLst/>
          </a:prstGeom>
          <a:noFill/>
          <a:ln>
            <a:noFill/>
          </a:ln>
        </p:spPr>
      </p:pic>
      <p:sp>
        <p:nvSpPr>
          <p:cNvPr id="15" name="文本框 26">
            <a:extLst>
              <a:ext uri="{FF2B5EF4-FFF2-40B4-BE49-F238E27FC236}">
                <a16:creationId xmlns:a16="http://schemas.microsoft.com/office/drawing/2014/main" id="{D66F66AC-782C-4F5D-95A2-BEAEBA4FDEB5}"/>
              </a:ext>
            </a:extLst>
          </p:cNvPr>
          <p:cNvSpPr txBox="1">
            <a:spLocks noChangeArrowheads="1"/>
          </p:cNvSpPr>
          <p:nvPr userDrawn="1"/>
        </p:nvSpPr>
        <p:spPr bwMode="auto">
          <a:xfrm>
            <a:off x="5559425" y="1763713"/>
            <a:ext cx="596900" cy="554037"/>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a:solidFill>
                  <a:schemeClr val="bg1"/>
                </a:solidFill>
                <a:latin typeface="Impact" panose="020B0806030902050204" pitchFamily="34" charset="0"/>
              </a:rPr>
              <a:t>2</a:t>
            </a:r>
            <a:endParaRPr lang="zh-CN" altLang="en-US" sz="3600">
              <a:solidFill>
                <a:schemeClr val="bg1"/>
              </a:solidFill>
              <a:latin typeface="Impact" panose="020B0806030902050204" pitchFamily="34" charset="0"/>
            </a:endParaRPr>
          </a:p>
        </p:txBody>
      </p:sp>
      <p:sp>
        <p:nvSpPr>
          <p:cNvPr id="16" name="文本框 15">
            <a:extLst>
              <a:ext uri="{FF2B5EF4-FFF2-40B4-BE49-F238E27FC236}">
                <a16:creationId xmlns:a16="http://schemas.microsoft.com/office/drawing/2014/main" id="{855FD559-6F9D-477E-85CA-3E44AAA6046A}"/>
              </a:ext>
            </a:extLst>
          </p:cNvPr>
          <p:cNvSpPr txBox="1">
            <a:spLocks noChangeArrowheads="1"/>
          </p:cNvSpPr>
          <p:nvPr userDrawn="1"/>
        </p:nvSpPr>
        <p:spPr bwMode="auto">
          <a:xfrm>
            <a:off x="9409113" y="1122363"/>
            <a:ext cx="596900" cy="554037"/>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a:solidFill>
                  <a:schemeClr val="bg1"/>
                </a:solidFill>
                <a:latin typeface="Impact" panose="020B0806030902050204" pitchFamily="34" charset="0"/>
              </a:rPr>
              <a:t>7</a:t>
            </a:r>
            <a:endParaRPr lang="zh-CN" altLang="en-US" sz="3600">
              <a:solidFill>
                <a:schemeClr val="bg1"/>
              </a:solidFill>
              <a:latin typeface="Impact" panose="020B0806030902050204" pitchFamily="34" charset="0"/>
            </a:endParaRPr>
          </a:p>
        </p:txBody>
      </p:sp>
      <p:pic>
        <p:nvPicPr>
          <p:cNvPr id="18" name="图片 24">
            <a:extLst>
              <a:ext uri="{FF2B5EF4-FFF2-40B4-BE49-F238E27FC236}">
                <a16:creationId xmlns:a16="http://schemas.microsoft.com/office/drawing/2014/main" id="{CF474842-28E5-437E-881A-EF45D56D5DB1}"/>
              </a:ext>
            </a:extLst>
          </p:cNvPr>
          <p:cNvPicPr>
            <a:picLocks noChangeAspect="1" noChangeArrowheads="1"/>
          </p:cNvPicPr>
          <p:nvPr userDrawn="1"/>
        </p:nvPicPr>
        <p:blipFill>
          <a:blip r:embed="rId3">
            <a:duotone>
              <a:schemeClr val="accent1">
                <a:shade val="45000"/>
                <a:satMod val="135000"/>
              </a:schemeClr>
              <a:prstClr val="white"/>
            </a:duotone>
          </a:blip>
          <a:srcRect l="13632" t="9293" r="6709" b="5219"/>
          <a:stretch>
            <a:fillRect/>
          </a:stretch>
        </p:blipFill>
        <p:spPr bwMode="auto">
          <a:xfrm>
            <a:off x="5559760" y="2474218"/>
            <a:ext cx="725488" cy="666750"/>
          </a:xfrm>
          <a:prstGeom prst="rect">
            <a:avLst/>
          </a:prstGeom>
          <a:noFill/>
          <a:ln>
            <a:noFill/>
          </a:ln>
        </p:spPr>
      </p:pic>
      <p:sp>
        <p:nvSpPr>
          <p:cNvPr id="19" name="文本框 26">
            <a:extLst>
              <a:ext uri="{FF2B5EF4-FFF2-40B4-BE49-F238E27FC236}">
                <a16:creationId xmlns:a16="http://schemas.microsoft.com/office/drawing/2014/main" id="{5AC0CF3A-4D63-42CA-88E3-19F3064818BF}"/>
              </a:ext>
            </a:extLst>
          </p:cNvPr>
          <p:cNvSpPr txBox="1">
            <a:spLocks noChangeArrowheads="1"/>
          </p:cNvSpPr>
          <p:nvPr userDrawn="1"/>
        </p:nvSpPr>
        <p:spPr bwMode="auto">
          <a:xfrm>
            <a:off x="5559425" y="2487613"/>
            <a:ext cx="596900" cy="554037"/>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a:solidFill>
                  <a:schemeClr val="bg1"/>
                </a:solidFill>
                <a:latin typeface="Impact" panose="020B0806030902050204" pitchFamily="34" charset="0"/>
              </a:rPr>
              <a:t>3</a:t>
            </a:r>
            <a:endParaRPr lang="zh-CN" altLang="en-US" sz="3600">
              <a:solidFill>
                <a:schemeClr val="bg1"/>
              </a:solidFill>
              <a:latin typeface="Impact" panose="020B0806030902050204" pitchFamily="34" charset="0"/>
            </a:endParaRPr>
          </a:p>
        </p:txBody>
      </p:sp>
      <p:pic>
        <p:nvPicPr>
          <p:cNvPr id="23" name="图片 24">
            <a:extLst>
              <a:ext uri="{FF2B5EF4-FFF2-40B4-BE49-F238E27FC236}">
                <a16:creationId xmlns:a16="http://schemas.microsoft.com/office/drawing/2014/main" id="{82A54963-0F5F-49DE-9B13-7537FDF49B6C}"/>
              </a:ext>
            </a:extLst>
          </p:cNvPr>
          <p:cNvPicPr>
            <a:picLocks noChangeAspect="1" noChangeArrowheads="1"/>
          </p:cNvPicPr>
          <p:nvPr userDrawn="1"/>
        </p:nvPicPr>
        <p:blipFill>
          <a:blip r:embed="rId3">
            <a:duotone>
              <a:schemeClr val="accent1">
                <a:shade val="45000"/>
                <a:satMod val="135000"/>
              </a:schemeClr>
              <a:prstClr val="white"/>
            </a:duotone>
          </a:blip>
          <a:srcRect l="13632" t="9293" r="6709" b="5219"/>
          <a:stretch>
            <a:fillRect/>
          </a:stretch>
        </p:blipFill>
        <p:spPr bwMode="auto">
          <a:xfrm>
            <a:off x="5613376" y="3266306"/>
            <a:ext cx="725488" cy="666750"/>
          </a:xfrm>
          <a:prstGeom prst="rect">
            <a:avLst/>
          </a:prstGeom>
          <a:noFill/>
          <a:ln>
            <a:noFill/>
          </a:ln>
        </p:spPr>
      </p:pic>
      <p:sp>
        <p:nvSpPr>
          <p:cNvPr id="24" name="文本框 26">
            <a:extLst>
              <a:ext uri="{FF2B5EF4-FFF2-40B4-BE49-F238E27FC236}">
                <a16:creationId xmlns:a16="http://schemas.microsoft.com/office/drawing/2014/main" id="{CDA7DF97-9C72-46E6-B52B-266E8DE6CF70}"/>
              </a:ext>
            </a:extLst>
          </p:cNvPr>
          <p:cNvSpPr txBox="1">
            <a:spLocks noChangeArrowheads="1"/>
          </p:cNvSpPr>
          <p:nvPr userDrawn="1"/>
        </p:nvSpPr>
        <p:spPr bwMode="auto">
          <a:xfrm>
            <a:off x="5613400" y="3279775"/>
            <a:ext cx="596900" cy="554038"/>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a:solidFill>
                  <a:schemeClr val="bg1"/>
                </a:solidFill>
                <a:latin typeface="Impact" panose="020B0806030902050204" pitchFamily="34" charset="0"/>
              </a:rPr>
              <a:t>4</a:t>
            </a:r>
            <a:endParaRPr lang="zh-CN" altLang="en-US" sz="3600">
              <a:solidFill>
                <a:schemeClr val="bg1"/>
              </a:solidFill>
              <a:latin typeface="Impact" panose="020B0806030902050204" pitchFamily="34" charset="0"/>
            </a:endParaRPr>
          </a:p>
        </p:txBody>
      </p:sp>
      <p:pic>
        <p:nvPicPr>
          <p:cNvPr id="25" name="图片 24">
            <a:extLst>
              <a:ext uri="{FF2B5EF4-FFF2-40B4-BE49-F238E27FC236}">
                <a16:creationId xmlns:a16="http://schemas.microsoft.com/office/drawing/2014/main" id="{438FECD8-0741-4C96-8A14-767295310631}"/>
              </a:ext>
            </a:extLst>
          </p:cNvPr>
          <p:cNvPicPr>
            <a:picLocks noChangeAspect="1" noChangeArrowheads="1"/>
          </p:cNvPicPr>
          <p:nvPr userDrawn="1"/>
        </p:nvPicPr>
        <p:blipFill>
          <a:blip r:embed="rId3">
            <a:duotone>
              <a:schemeClr val="accent1">
                <a:shade val="45000"/>
                <a:satMod val="135000"/>
              </a:schemeClr>
              <a:prstClr val="white"/>
            </a:duotone>
          </a:blip>
          <a:srcRect l="13632" t="9293" r="6709" b="5219"/>
          <a:stretch>
            <a:fillRect/>
          </a:stretch>
        </p:blipFill>
        <p:spPr bwMode="auto">
          <a:xfrm>
            <a:off x="5637212" y="4039716"/>
            <a:ext cx="725488" cy="666750"/>
          </a:xfrm>
          <a:prstGeom prst="rect">
            <a:avLst/>
          </a:prstGeom>
          <a:noFill/>
          <a:ln>
            <a:noFill/>
          </a:ln>
        </p:spPr>
      </p:pic>
      <p:sp>
        <p:nvSpPr>
          <p:cNvPr id="26" name="文本框 26">
            <a:extLst>
              <a:ext uri="{FF2B5EF4-FFF2-40B4-BE49-F238E27FC236}">
                <a16:creationId xmlns:a16="http://schemas.microsoft.com/office/drawing/2014/main" id="{77720C9D-F45F-4585-A7A3-8BBFD6186E81}"/>
              </a:ext>
            </a:extLst>
          </p:cNvPr>
          <p:cNvSpPr txBox="1">
            <a:spLocks noChangeArrowheads="1"/>
          </p:cNvSpPr>
          <p:nvPr userDrawn="1"/>
        </p:nvSpPr>
        <p:spPr bwMode="auto">
          <a:xfrm>
            <a:off x="5637213" y="4052888"/>
            <a:ext cx="596900" cy="554037"/>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a:solidFill>
                  <a:schemeClr val="bg1"/>
                </a:solidFill>
                <a:latin typeface="Impact" panose="020B0806030902050204" pitchFamily="34" charset="0"/>
              </a:rPr>
              <a:t>5</a:t>
            </a:r>
            <a:endParaRPr lang="zh-CN" altLang="en-US" sz="3600">
              <a:solidFill>
                <a:schemeClr val="bg1"/>
              </a:solidFill>
              <a:latin typeface="Impact" panose="020B0806030902050204" pitchFamily="34" charset="0"/>
            </a:endParaRPr>
          </a:p>
        </p:txBody>
      </p:sp>
      <p:pic>
        <p:nvPicPr>
          <p:cNvPr id="29" name="图片 24">
            <a:extLst>
              <a:ext uri="{FF2B5EF4-FFF2-40B4-BE49-F238E27FC236}">
                <a16:creationId xmlns:a16="http://schemas.microsoft.com/office/drawing/2014/main" id="{AE4C9C2E-8064-4413-B0FF-2FF539878247}"/>
              </a:ext>
            </a:extLst>
          </p:cNvPr>
          <p:cNvPicPr>
            <a:picLocks noChangeAspect="1" noChangeArrowheads="1"/>
          </p:cNvPicPr>
          <p:nvPr userDrawn="1"/>
        </p:nvPicPr>
        <p:blipFill>
          <a:blip r:embed="rId3">
            <a:duotone>
              <a:schemeClr val="accent1">
                <a:shade val="45000"/>
                <a:satMod val="135000"/>
              </a:schemeClr>
              <a:prstClr val="white"/>
            </a:duotone>
          </a:blip>
          <a:srcRect l="13632" t="9293" r="6709" b="5219"/>
          <a:stretch>
            <a:fillRect/>
          </a:stretch>
        </p:blipFill>
        <p:spPr bwMode="auto">
          <a:xfrm>
            <a:off x="8739958" y="1172956"/>
            <a:ext cx="725488" cy="666750"/>
          </a:xfrm>
          <a:prstGeom prst="rect">
            <a:avLst/>
          </a:prstGeom>
          <a:noFill/>
          <a:ln>
            <a:noFill/>
          </a:ln>
        </p:spPr>
      </p:pic>
      <p:sp>
        <p:nvSpPr>
          <p:cNvPr id="30" name="文本框 26">
            <a:extLst>
              <a:ext uri="{FF2B5EF4-FFF2-40B4-BE49-F238E27FC236}">
                <a16:creationId xmlns:a16="http://schemas.microsoft.com/office/drawing/2014/main" id="{58B93106-092C-4CF3-8013-C9B1F28320BF}"/>
              </a:ext>
            </a:extLst>
          </p:cNvPr>
          <p:cNvSpPr txBox="1">
            <a:spLocks noChangeArrowheads="1"/>
          </p:cNvSpPr>
          <p:nvPr userDrawn="1"/>
        </p:nvSpPr>
        <p:spPr bwMode="auto">
          <a:xfrm>
            <a:off x="8739299" y="1186066"/>
            <a:ext cx="596900" cy="554037"/>
          </a:xfrm>
          <a:prstGeom prst="rect">
            <a:avLst/>
          </a:prstGeom>
          <a:noFill/>
          <a:ln>
            <a:noFill/>
          </a:ln>
        </p:spPr>
        <p:txBody>
          <a:bodyPr lIns="0" tIns="0" rIns="0" bIns="0">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en-US" altLang="zh-CN" sz="3600" dirty="0">
                <a:solidFill>
                  <a:schemeClr val="bg1"/>
                </a:solidFill>
                <a:latin typeface="Impact" panose="020B0806030902050204" pitchFamily="34" charset="0"/>
              </a:rPr>
              <a:t>6</a:t>
            </a:r>
            <a:endParaRPr lang="zh-CN" altLang="en-US" sz="3600" dirty="0">
              <a:solidFill>
                <a:schemeClr val="bg1"/>
              </a:solidFill>
              <a:latin typeface="Impact" panose="020B0806030902050204" pitchFamily="34" charset="0"/>
            </a:endParaRPr>
          </a:p>
        </p:txBody>
      </p:sp>
      <p:sp>
        <p:nvSpPr>
          <p:cNvPr id="2" name="Title 1"/>
          <p:cNvSpPr>
            <a:spLocks noGrp="1"/>
          </p:cNvSpPr>
          <p:nvPr>
            <p:ph type="title"/>
          </p:nvPr>
        </p:nvSpPr>
        <p:spPr/>
        <p:txBody>
          <a:bodyPr/>
          <a:lstStyle/>
          <a:p>
            <a:endParaRPr lang="en-US"/>
          </a:p>
        </p:txBody>
      </p:sp>
      <p:sp>
        <p:nvSpPr>
          <p:cNvPr id="21" name="文本占位符 12"/>
          <p:cNvSpPr>
            <a:spLocks noGrp="1"/>
          </p:cNvSpPr>
          <p:nvPr>
            <p:ph type="body" sz="quarter" idx="12"/>
          </p:nvPr>
        </p:nvSpPr>
        <p:spPr>
          <a:xfrm>
            <a:off x="6384032" y="1193809"/>
            <a:ext cx="2736304" cy="366855"/>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22" name="文本占位符 12"/>
          <p:cNvSpPr>
            <a:spLocks noGrp="1"/>
          </p:cNvSpPr>
          <p:nvPr>
            <p:ph type="body" sz="quarter" idx="13"/>
          </p:nvPr>
        </p:nvSpPr>
        <p:spPr>
          <a:xfrm>
            <a:off x="6384032" y="1831200"/>
            <a:ext cx="3822700" cy="404942"/>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27" name="文本占位符 12"/>
          <p:cNvSpPr>
            <a:spLocks noGrp="1"/>
          </p:cNvSpPr>
          <p:nvPr>
            <p:ph type="body" sz="quarter" idx="17"/>
          </p:nvPr>
        </p:nvSpPr>
        <p:spPr>
          <a:xfrm>
            <a:off x="1763855" y="2738525"/>
            <a:ext cx="2232248" cy="2807651"/>
          </a:xfrm>
          <a:noFill/>
          <a:ln>
            <a:noFill/>
          </a:ln>
        </p:spPr>
        <p:txBody>
          <a:bodyPr lIns="144993" tIns="72497" rIns="144993" bIns="72497" rtlCol="0">
            <a:spAutoFit/>
          </a:bodyPr>
          <a:lstStyle>
            <a:lvl1pPr>
              <a:defRPr kumimoji="1" lang="zh-CN" altLang="en-US" sz="40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17" name="文本占位符 12"/>
          <p:cNvSpPr>
            <a:spLocks noGrp="1"/>
          </p:cNvSpPr>
          <p:nvPr>
            <p:ph type="body" sz="quarter" idx="20"/>
          </p:nvPr>
        </p:nvSpPr>
        <p:spPr>
          <a:xfrm>
            <a:off x="6384032" y="2554707"/>
            <a:ext cx="3822700" cy="404942"/>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20" name="文本占位符 12"/>
          <p:cNvSpPr>
            <a:spLocks noGrp="1"/>
          </p:cNvSpPr>
          <p:nvPr>
            <p:ph type="body" sz="quarter" idx="21"/>
          </p:nvPr>
        </p:nvSpPr>
        <p:spPr>
          <a:xfrm>
            <a:off x="6437648" y="3346795"/>
            <a:ext cx="3822700" cy="404942"/>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28" name="文本占位符 12"/>
          <p:cNvSpPr>
            <a:spLocks noGrp="1"/>
          </p:cNvSpPr>
          <p:nvPr>
            <p:ph type="body" sz="quarter" idx="24"/>
          </p:nvPr>
        </p:nvSpPr>
        <p:spPr>
          <a:xfrm>
            <a:off x="6461484" y="4120205"/>
            <a:ext cx="3822700" cy="404942"/>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31" name="文本占位符 12"/>
          <p:cNvSpPr>
            <a:spLocks noGrp="1"/>
          </p:cNvSpPr>
          <p:nvPr>
            <p:ph type="body" sz="quarter" idx="25"/>
          </p:nvPr>
        </p:nvSpPr>
        <p:spPr>
          <a:xfrm>
            <a:off x="9564230" y="1253445"/>
            <a:ext cx="3822700" cy="404942"/>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34" name="Rectangle 9">
            <a:extLst>
              <a:ext uri="{FF2B5EF4-FFF2-40B4-BE49-F238E27FC236}">
                <a16:creationId xmlns:a16="http://schemas.microsoft.com/office/drawing/2014/main" id="{50770E93-92AB-498D-A8A2-8283EEC4EB29}"/>
              </a:ext>
            </a:extLst>
          </p:cNvPr>
          <p:cNvSpPr>
            <a:spLocks noGrp="1" noChangeArrowheads="1"/>
          </p:cNvSpPr>
          <p:nvPr>
            <p:ph type="ftr" sz="quarter" idx="26"/>
          </p:nvPr>
        </p:nvSpPr>
        <p:spPr/>
        <p:txBody>
          <a:bodyPr/>
          <a:lstStyle>
            <a:lvl1pPr>
              <a:defRPr>
                <a:latin typeface="Arial" charset="0"/>
                <a:ea typeface="+mn-ea"/>
              </a:defRPr>
            </a:lvl1pPr>
          </a:lstStyle>
          <a:p>
            <a:pPr>
              <a:defRPr/>
            </a:pPr>
            <a:r>
              <a:rPr lang="de-DE"/>
              <a:t>Leo Huang</a:t>
            </a:r>
          </a:p>
        </p:txBody>
      </p:sp>
      <p:sp>
        <p:nvSpPr>
          <p:cNvPr id="35" name="Rectangle 10">
            <a:extLst>
              <a:ext uri="{FF2B5EF4-FFF2-40B4-BE49-F238E27FC236}">
                <a16:creationId xmlns:a16="http://schemas.microsoft.com/office/drawing/2014/main" id="{846935B9-1D8B-4F8D-82A4-9C6B92F19BB3}"/>
              </a:ext>
            </a:extLst>
          </p:cNvPr>
          <p:cNvSpPr>
            <a:spLocks noGrp="1" noChangeArrowheads="1"/>
          </p:cNvSpPr>
          <p:nvPr>
            <p:ph type="sldNum" sz="quarter" idx="27"/>
          </p:nvPr>
        </p:nvSpPr>
        <p:spPr/>
        <p:txBody>
          <a:bodyPr/>
          <a:lstStyle>
            <a:lvl1pPr>
              <a:defRPr/>
            </a:lvl1pPr>
          </a:lstStyle>
          <a:p>
            <a:pPr>
              <a:defRPr/>
            </a:pPr>
            <a:fld id="{676EC3CF-EFFB-4112-B0B9-052DB62EC6B8}" type="slidenum">
              <a:rPr lang="de-DE" altLang="zh-CN"/>
              <a:pPr>
                <a:defRPr/>
              </a:pPr>
              <a:t>‹#›</a:t>
            </a:fld>
            <a:endParaRPr lang="de-DE" altLang="zh-CN"/>
          </a:p>
        </p:txBody>
      </p:sp>
    </p:spTree>
    <p:extLst>
      <p:ext uri="{BB962C8B-B14F-4D97-AF65-F5344CB8AC3E}">
        <p14:creationId xmlns:p14="http://schemas.microsoft.com/office/powerpoint/2010/main" val="2456883939"/>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8B28578-D82D-43B3-A1D8-57831A90B8B0}"/>
              </a:ext>
            </a:extLst>
          </p:cNvPr>
          <p:cNvSpPr/>
          <p:nvPr userDrawn="1"/>
        </p:nvSpPr>
        <p:spPr>
          <a:xfrm>
            <a:off x="-28575" y="1563688"/>
            <a:ext cx="4119563" cy="2619375"/>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4" name="矩形 3">
            <a:extLst>
              <a:ext uri="{FF2B5EF4-FFF2-40B4-BE49-F238E27FC236}">
                <a16:creationId xmlns:a16="http://schemas.microsoft.com/office/drawing/2014/main" id="{CD53F6AD-0929-49DD-8FA7-E21B16D8D862}"/>
              </a:ext>
            </a:extLst>
          </p:cNvPr>
          <p:cNvSpPr/>
          <p:nvPr userDrawn="1"/>
        </p:nvSpPr>
        <p:spPr>
          <a:xfrm>
            <a:off x="4386263" y="1795463"/>
            <a:ext cx="2105025" cy="360362"/>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anchor="ctr"/>
          <a:lstStyle/>
          <a:p>
            <a:pPr algn="dist">
              <a:defRPr/>
            </a:pPr>
            <a:r>
              <a:rPr lang="zh-CN" altLang="en-US" b="1">
                <a:solidFill>
                  <a:schemeClr val="tx1"/>
                </a:solidFill>
                <a:latin typeface="微软雅黑" panose="020B0503020204020204" pitchFamily="34" charset="-122"/>
                <a:ea typeface="微软雅黑" panose="020B0503020204020204" pitchFamily="34" charset="-122"/>
              </a:rPr>
              <a:t>主要内容</a:t>
            </a:r>
          </a:p>
        </p:txBody>
      </p:sp>
      <p:sp>
        <p:nvSpPr>
          <p:cNvPr id="5" name="矩形 4">
            <a:extLst>
              <a:ext uri="{FF2B5EF4-FFF2-40B4-BE49-F238E27FC236}">
                <a16:creationId xmlns:a16="http://schemas.microsoft.com/office/drawing/2014/main" id="{19978530-433F-4CD5-A830-FC3887DADE62}"/>
              </a:ext>
            </a:extLst>
          </p:cNvPr>
          <p:cNvSpPr/>
          <p:nvPr userDrawn="1"/>
        </p:nvSpPr>
        <p:spPr>
          <a:xfrm>
            <a:off x="11591925" y="1520825"/>
            <a:ext cx="600075" cy="2662238"/>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0" name="文本占位符 12"/>
          <p:cNvSpPr>
            <a:spLocks noGrp="1"/>
          </p:cNvSpPr>
          <p:nvPr>
            <p:ph type="body" sz="quarter" idx="12"/>
          </p:nvPr>
        </p:nvSpPr>
        <p:spPr>
          <a:xfrm>
            <a:off x="4386263" y="2211572"/>
            <a:ext cx="3822700" cy="404942"/>
          </a:xfrm>
          <a:noFill/>
          <a:ln>
            <a:noFill/>
          </a:ln>
        </p:spPr>
        <p:txBody>
          <a:bodyPr lIns="144993" tIns="72497" rIns="144993" bIns="72497" rtlCol="0">
            <a:spAutoFit/>
          </a:bodyPr>
          <a:lstStyle>
            <a:lvl1pPr>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单击此处编辑母版文本样式</a:t>
            </a:r>
          </a:p>
        </p:txBody>
      </p:sp>
      <p:sp>
        <p:nvSpPr>
          <p:cNvPr id="6" name="Rectangle 5">
            <a:extLst>
              <a:ext uri="{FF2B5EF4-FFF2-40B4-BE49-F238E27FC236}">
                <a16:creationId xmlns:a16="http://schemas.microsoft.com/office/drawing/2014/main" id="{194FC269-A7DC-4CCE-880B-2DACF415B6C4}"/>
              </a:ext>
            </a:extLst>
          </p:cNvPr>
          <p:cNvSpPr>
            <a:spLocks noGrp="1" noChangeArrowheads="1"/>
          </p:cNvSpPr>
          <p:nvPr>
            <p:ph type="ftr" sz="quarter" idx="13"/>
          </p:nvPr>
        </p:nvSpPr>
        <p:spPr/>
        <p:txBody>
          <a:bodyPr/>
          <a:lstStyle>
            <a:lvl1pPr algn="r" eaLnBrk="1" hangingPunct="1">
              <a:defRPr sz="1000">
                <a:solidFill>
                  <a:schemeClr val="bg2"/>
                </a:solidFill>
              </a:defRPr>
            </a:lvl1pPr>
          </a:lstStyle>
          <a:p>
            <a:pPr>
              <a:defRPr/>
            </a:pPr>
            <a:r>
              <a:rPr lang="en-US" altLang="zh-CN"/>
              <a:t>Leo Huang</a:t>
            </a:r>
            <a:endParaRPr lang="de-DE" altLang="zh-CN"/>
          </a:p>
        </p:txBody>
      </p:sp>
      <p:sp>
        <p:nvSpPr>
          <p:cNvPr id="7" name="Rectangle 6">
            <a:extLst>
              <a:ext uri="{FF2B5EF4-FFF2-40B4-BE49-F238E27FC236}">
                <a16:creationId xmlns:a16="http://schemas.microsoft.com/office/drawing/2014/main" id="{7D5A03C6-4CA7-46A9-9101-0F77E82F3811}"/>
              </a:ext>
            </a:extLst>
          </p:cNvPr>
          <p:cNvSpPr>
            <a:spLocks noGrp="1" noChangeArrowheads="1"/>
          </p:cNvSpPr>
          <p:nvPr>
            <p:ph type="sldNum" sz="quarter" idx="14"/>
          </p:nvPr>
        </p:nvSpPr>
        <p:spPr/>
        <p:txBody>
          <a:bodyPr/>
          <a:lstStyle>
            <a:lvl1pPr eaLnBrk="1" hangingPunct="1">
              <a:defRPr sz="1000" b="1"/>
            </a:lvl1pPr>
          </a:lstStyle>
          <a:p>
            <a:pPr>
              <a:defRPr/>
            </a:pPr>
            <a:fld id="{34F70A89-E85E-4B14-9D07-D0AD35F46FE7}" type="slidenum">
              <a:rPr lang="de-DE" altLang="zh-CN"/>
              <a:pPr>
                <a:defRPr/>
              </a:pPr>
              <a:t>‹#›</a:t>
            </a:fld>
            <a:endParaRPr lang="de-DE" altLang="zh-CN"/>
          </a:p>
        </p:txBody>
      </p:sp>
    </p:spTree>
    <p:extLst>
      <p:ext uri="{BB962C8B-B14F-4D97-AF65-F5344CB8AC3E}">
        <p14:creationId xmlns:p14="http://schemas.microsoft.com/office/powerpoint/2010/main" val="4172766855"/>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pic>
        <p:nvPicPr>
          <p:cNvPr id="2" name="图片 10">
            <a:extLst>
              <a:ext uri="{FF2B5EF4-FFF2-40B4-BE49-F238E27FC236}">
                <a16:creationId xmlns:a16="http://schemas.microsoft.com/office/drawing/2014/main" id="{F977BFB0-B4EE-4F89-B4B2-893F8085FBC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4763"/>
            <a:ext cx="12314237"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11">
            <a:extLst>
              <a:ext uri="{FF2B5EF4-FFF2-40B4-BE49-F238E27FC236}">
                <a16:creationId xmlns:a16="http://schemas.microsoft.com/office/drawing/2014/main" id="{F3653870-A376-48A8-86AC-F4F43446E75C}"/>
              </a:ext>
            </a:extLst>
          </p:cNvPr>
          <p:cNvSpPr txBox="1">
            <a:spLocks noChangeArrowheads="1"/>
          </p:cNvSpPr>
          <p:nvPr userDrawn="1"/>
        </p:nvSpPr>
        <p:spPr bwMode="auto">
          <a:xfrm>
            <a:off x="550863" y="2384425"/>
            <a:ext cx="50768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5400" b="1">
                <a:solidFill>
                  <a:schemeClr val="bg1"/>
                </a:solidFill>
                <a:latin typeface="微软雅黑" panose="020B0503020204020204" pitchFamily="34" charset="-122"/>
                <a:ea typeface="微软雅黑" panose="020B0503020204020204" pitchFamily="34" charset="-122"/>
              </a:rPr>
              <a:t>休  息</a:t>
            </a:r>
            <a:endParaRPr lang="en-US" altLang="zh-CN" sz="5400" b="1">
              <a:solidFill>
                <a:schemeClr val="bg1"/>
              </a:solidFill>
              <a:latin typeface="微软雅黑" panose="020B0503020204020204" pitchFamily="34" charset="-122"/>
              <a:ea typeface="微软雅黑" panose="020B0503020204020204" pitchFamily="34" charset="-122"/>
            </a:endParaRPr>
          </a:p>
          <a:p>
            <a:pPr algn="ctr"/>
            <a:r>
              <a:rPr lang="en-US" altLang="zh-CN" sz="5400" b="1">
                <a:solidFill>
                  <a:schemeClr val="bg1"/>
                </a:solidFill>
                <a:latin typeface="微软雅黑" panose="020B0503020204020204" pitchFamily="34" charset="-122"/>
                <a:ea typeface="微软雅黑" panose="020B0503020204020204" pitchFamily="34" charset="-122"/>
              </a:rPr>
              <a:t>Take A Break</a:t>
            </a:r>
            <a:endParaRPr lang="zh-CN" altLang="en-US" sz="5400" b="1">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7430135"/>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624417" y="244475"/>
            <a:ext cx="9311216" cy="647700"/>
          </a:xfrm>
          <a:prstGeom prst="rect">
            <a:avLst/>
          </a:prstGeom>
          <a:noFill/>
          <a:ln>
            <a:noFill/>
          </a:ln>
        </p:spPr>
        <p:txBody>
          <a:bodyPr/>
          <a:lstStyle/>
          <a:p>
            <a:pPr lvl="0"/>
            <a:r>
              <a:rPr lang="de-DE" altLang="zh-CN"/>
              <a:t>Click here to edit the title of your presentation</a:t>
            </a:r>
            <a:br>
              <a:rPr lang="de-DE" altLang="zh-CN"/>
            </a:br>
            <a:r>
              <a:rPr lang="de-DE" altLang="zh-CN"/>
              <a:t>(two rows maximum)</a:t>
            </a:r>
          </a:p>
        </p:txBody>
      </p:sp>
      <p:sp>
        <p:nvSpPr>
          <p:cNvPr id="7" name="Rectangle 3"/>
          <p:cNvSpPr>
            <a:spLocks noGrp="1" noChangeArrowheads="1"/>
          </p:cNvSpPr>
          <p:nvPr>
            <p:ph idx="1"/>
          </p:nvPr>
        </p:nvSpPr>
        <p:spPr bwMode="auto">
          <a:xfrm>
            <a:off x="624418" y="1268414"/>
            <a:ext cx="10943167" cy="4681537"/>
          </a:xfrm>
          <a:prstGeom prst="rect">
            <a:avLst/>
          </a:prstGeom>
          <a:noFill/>
          <a:ln>
            <a:noFill/>
          </a:ln>
        </p:spPr>
        <p:txBody>
          <a:bodyPr/>
          <a:lstStyle/>
          <a:p>
            <a:pPr lvl="1"/>
            <a:r>
              <a:rPr lang="de-DE" altLang="zh-CN" noProof="0"/>
              <a:t>Second level</a:t>
            </a:r>
          </a:p>
          <a:p>
            <a:pPr lvl="2"/>
            <a:r>
              <a:rPr lang="de-DE" altLang="zh-CN" noProof="0"/>
              <a:t>Third level</a:t>
            </a:r>
          </a:p>
          <a:p>
            <a:pPr lvl="3"/>
            <a:r>
              <a:rPr lang="de-DE" altLang="zh-CN" noProof="0"/>
              <a:t>Fourth level</a:t>
            </a:r>
          </a:p>
          <a:p>
            <a:pPr lvl="4"/>
            <a:r>
              <a:rPr lang="de-DE" altLang="zh-CN" noProof="0"/>
              <a:t>Fifth level</a:t>
            </a:r>
          </a:p>
        </p:txBody>
      </p:sp>
      <p:sp>
        <p:nvSpPr>
          <p:cNvPr id="4" name="Rectangle 5">
            <a:extLst>
              <a:ext uri="{FF2B5EF4-FFF2-40B4-BE49-F238E27FC236}">
                <a16:creationId xmlns:a16="http://schemas.microsoft.com/office/drawing/2014/main" id="{085A8707-DFFE-4091-A4AC-E3BF85F8F4BC}"/>
              </a:ext>
            </a:extLst>
          </p:cNvPr>
          <p:cNvSpPr>
            <a:spLocks noGrp="1" noChangeArrowheads="1"/>
          </p:cNvSpPr>
          <p:nvPr>
            <p:ph type="ftr" sz="quarter" idx="10"/>
          </p:nvPr>
        </p:nvSpPr>
        <p:spPr>
          <a:ln/>
        </p:spPr>
        <p:txBody>
          <a:bodyPr/>
          <a:lstStyle>
            <a:lvl1pPr>
              <a:defRPr/>
            </a:lvl1pPr>
          </a:lstStyle>
          <a:p>
            <a:pPr>
              <a:defRPr/>
            </a:pPr>
            <a:r>
              <a:rPr lang="en-US" altLang="zh-CN"/>
              <a:t>Leo Huang</a:t>
            </a:r>
            <a:endParaRPr lang="de-DE" altLang="zh-CN"/>
          </a:p>
        </p:txBody>
      </p:sp>
      <p:sp>
        <p:nvSpPr>
          <p:cNvPr id="5" name="Rectangle 6">
            <a:extLst>
              <a:ext uri="{FF2B5EF4-FFF2-40B4-BE49-F238E27FC236}">
                <a16:creationId xmlns:a16="http://schemas.microsoft.com/office/drawing/2014/main" id="{4223C112-9FE6-4BF0-A088-C40B07F98D98}"/>
              </a:ext>
            </a:extLst>
          </p:cNvPr>
          <p:cNvSpPr>
            <a:spLocks noGrp="1" noChangeArrowheads="1"/>
          </p:cNvSpPr>
          <p:nvPr>
            <p:ph type="sldNum" sz="quarter" idx="11"/>
          </p:nvPr>
        </p:nvSpPr>
        <p:spPr>
          <a:ln/>
        </p:spPr>
        <p:txBody>
          <a:bodyPr/>
          <a:lstStyle>
            <a:lvl1pPr>
              <a:defRPr/>
            </a:lvl1pPr>
          </a:lstStyle>
          <a:p>
            <a:pPr>
              <a:defRPr/>
            </a:pPr>
            <a:fld id="{D44A443A-BB59-4DB5-BA6B-D040949057C0}" type="slidenum">
              <a:rPr lang="de-DE" altLang="zh-CN"/>
              <a:pPr>
                <a:defRPr/>
              </a:pPr>
              <a:t>‹#›</a:t>
            </a:fld>
            <a:endParaRPr lang="de-DE" altLang="zh-CN"/>
          </a:p>
        </p:txBody>
      </p:sp>
    </p:spTree>
    <p:extLst>
      <p:ext uri="{BB962C8B-B14F-4D97-AF65-F5344CB8AC3E}">
        <p14:creationId xmlns:p14="http://schemas.microsoft.com/office/powerpoint/2010/main" val="3920945058"/>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4" name="Line 8">
            <a:extLst>
              <a:ext uri="{FF2B5EF4-FFF2-40B4-BE49-F238E27FC236}">
                <a16:creationId xmlns:a16="http://schemas.microsoft.com/office/drawing/2014/main" id="{856C6BB8-A1E7-46ED-A4E9-F63C5982E763}"/>
              </a:ext>
            </a:extLst>
          </p:cNvPr>
          <p:cNvSpPr>
            <a:spLocks noChangeShapeType="1"/>
          </p:cNvSpPr>
          <p:nvPr userDrawn="1"/>
        </p:nvSpPr>
        <p:spPr bwMode="auto">
          <a:xfrm flipV="1">
            <a:off x="623888" y="6092825"/>
            <a:ext cx="10944225"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lIns="91429" tIns="45715" rIns="91429" bIns="45715" anchor="ctr"/>
          <a:lstStyle/>
          <a:p>
            <a:endParaRPr lang="zh-CN" alt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97AC0B12-EE1A-4008-BA00-11B0740BEBF8}"/>
              </a:ext>
            </a:extLst>
          </p:cNvPr>
          <p:cNvSpPr>
            <a:spLocks noGrp="1" noChangeArrowheads="1"/>
          </p:cNvSpPr>
          <p:nvPr>
            <p:ph type="ftr" sz="quarter" idx="10"/>
          </p:nvPr>
        </p:nvSpPr>
        <p:spPr/>
        <p:txBody>
          <a:bodyPr/>
          <a:lstStyle>
            <a:lvl1pPr>
              <a:defRPr>
                <a:latin typeface="Arial" charset="0"/>
                <a:ea typeface="+mn-ea"/>
              </a:defRPr>
            </a:lvl1pPr>
          </a:lstStyle>
          <a:p>
            <a:pPr>
              <a:defRPr/>
            </a:pPr>
            <a:r>
              <a:rPr lang="de-DE"/>
              <a:t>Leo Huang</a:t>
            </a:r>
          </a:p>
        </p:txBody>
      </p:sp>
      <p:sp>
        <p:nvSpPr>
          <p:cNvPr id="6" name="Rectangle 10">
            <a:extLst>
              <a:ext uri="{FF2B5EF4-FFF2-40B4-BE49-F238E27FC236}">
                <a16:creationId xmlns:a16="http://schemas.microsoft.com/office/drawing/2014/main" id="{8C531A4A-761B-49FA-9BF5-DE4DF5403325}"/>
              </a:ext>
            </a:extLst>
          </p:cNvPr>
          <p:cNvSpPr>
            <a:spLocks noGrp="1" noChangeArrowheads="1"/>
          </p:cNvSpPr>
          <p:nvPr>
            <p:ph type="sldNum" sz="quarter" idx="11"/>
          </p:nvPr>
        </p:nvSpPr>
        <p:spPr/>
        <p:txBody>
          <a:bodyPr/>
          <a:lstStyle>
            <a:lvl1pPr>
              <a:defRPr/>
            </a:lvl1pPr>
          </a:lstStyle>
          <a:p>
            <a:pPr>
              <a:defRPr/>
            </a:pPr>
            <a:fld id="{504E9415-CE62-41B1-A98C-C68172D739F2}" type="slidenum">
              <a:rPr lang="de-DE" altLang="zh-CN"/>
              <a:pPr>
                <a:defRPr/>
              </a:pPr>
              <a:t>‹#›</a:t>
            </a:fld>
            <a:endParaRPr lang="de-DE" altLang="zh-CN"/>
          </a:p>
        </p:txBody>
      </p:sp>
    </p:spTree>
    <p:extLst>
      <p:ext uri="{BB962C8B-B14F-4D97-AF65-F5344CB8AC3E}">
        <p14:creationId xmlns:p14="http://schemas.microsoft.com/office/powerpoint/2010/main" val="3856231996"/>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624417" y="244475"/>
            <a:ext cx="9311216" cy="647700"/>
          </a:xfrm>
          <a:prstGeom prst="rect">
            <a:avLst/>
          </a:prstGeom>
          <a:noFill/>
          <a:ln>
            <a:noFill/>
          </a:ln>
        </p:spPr>
        <p:txBody>
          <a:bodyPr/>
          <a:lstStyle/>
          <a:p>
            <a:pPr lvl="0"/>
            <a:r>
              <a:rPr lang="de-DE" altLang="zh-CN" dirty="0"/>
              <a:t>Click here to edit the title of your presentation</a:t>
            </a:r>
            <a:br>
              <a:rPr lang="de-DE" altLang="zh-CN" dirty="0"/>
            </a:br>
            <a:r>
              <a:rPr lang="de-DE" altLang="zh-CN" dirty="0"/>
              <a:t>(two rows maximum)</a:t>
            </a:r>
          </a:p>
        </p:txBody>
      </p:sp>
      <p:sp>
        <p:nvSpPr>
          <p:cNvPr id="8" name="文本占位符 12"/>
          <p:cNvSpPr>
            <a:spLocks noGrp="1"/>
          </p:cNvSpPr>
          <p:nvPr>
            <p:ph type="body" sz="quarter" idx="12"/>
          </p:nvPr>
        </p:nvSpPr>
        <p:spPr>
          <a:xfrm>
            <a:off x="695400" y="1304764"/>
            <a:ext cx="8856984" cy="4418670"/>
          </a:xfrm>
          <a:noFill/>
          <a:ln>
            <a:noFill/>
          </a:ln>
        </p:spPr>
        <p:txBody>
          <a:bodyPr lIns="144993" tIns="72497" rIns="144993" bIns="72497" rtlCol="0">
            <a:spAutoFit/>
          </a:bodyPr>
          <a:lstStyle>
            <a:lvl1pPr>
              <a:defRPr kumimoji="1" lang="zh-CN" altLang="en-US" sz="18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dirty="0"/>
              <a:t>单击此处编辑母版文本样式</a:t>
            </a:r>
            <a:endParaRPr lang="en-US" altLang="zh-CN" dirty="0"/>
          </a:p>
          <a:p>
            <a:pPr lvl="0"/>
            <a:endParaRPr lang="en-US" altLang="zh-CN" dirty="0"/>
          </a:p>
          <a:p>
            <a:pPr lvl="0"/>
            <a:endParaRPr lang="en-US" altLang="zh-CN" dirty="0"/>
          </a:p>
          <a:p>
            <a:pPr lvl="0"/>
            <a:endParaRPr lang="en-US" altLang="zh-CN" dirty="0"/>
          </a:p>
          <a:p>
            <a:pPr lvl="0"/>
            <a:endParaRPr lang="en-US" altLang="zh-CN" dirty="0"/>
          </a:p>
          <a:p>
            <a:pPr lvl="0"/>
            <a:endParaRPr lang="en-US" altLang="zh-CN" dirty="0"/>
          </a:p>
          <a:p>
            <a:pPr lvl="0"/>
            <a:endParaRPr lang="en-US" altLang="zh-CN" dirty="0"/>
          </a:p>
          <a:p>
            <a:pPr lvl="0"/>
            <a:endParaRPr lang="en-US" altLang="zh-CN" dirty="0"/>
          </a:p>
          <a:p>
            <a:pPr lvl="0"/>
            <a:endParaRPr lang="en-US" altLang="zh-CN" dirty="0"/>
          </a:p>
          <a:p>
            <a:pPr lvl="0"/>
            <a:endParaRPr lang="zh-CN" altLang="en-US" dirty="0"/>
          </a:p>
        </p:txBody>
      </p:sp>
      <p:sp>
        <p:nvSpPr>
          <p:cNvPr id="2" name="Rectangle 5">
            <a:extLst>
              <a:ext uri="{FF2B5EF4-FFF2-40B4-BE49-F238E27FC236}">
                <a16:creationId xmlns:a16="http://schemas.microsoft.com/office/drawing/2014/main" id="{FCD5F6A9-517E-9F00-6865-84447124141A}"/>
              </a:ext>
            </a:extLst>
          </p:cNvPr>
          <p:cNvSpPr>
            <a:spLocks noGrp="1" noChangeArrowheads="1"/>
          </p:cNvSpPr>
          <p:nvPr>
            <p:ph type="ftr" sz="quarter" idx="13"/>
          </p:nvPr>
        </p:nvSpPr>
        <p:spPr>
          <a:ln/>
        </p:spPr>
        <p:txBody>
          <a:bodyPr/>
          <a:lstStyle>
            <a:lvl1pPr>
              <a:defRPr/>
            </a:lvl1pPr>
          </a:lstStyle>
          <a:p>
            <a:pPr>
              <a:defRPr/>
            </a:pPr>
            <a:r>
              <a:rPr lang="en-US" altLang="zh-CN"/>
              <a:t>Leo Huang</a:t>
            </a:r>
            <a:endParaRPr lang="de-DE" altLang="zh-CN"/>
          </a:p>
        </p:txBody>
      </p:sp>
      <p:sp>
        <p:nvSpPr>
          <p:cNvPr id="3" name="Rectangle 6">
            <a:extLst>
              <a:ext uri="{FF2B5EF4-FFF2-40B4-BE49-F238E27FC236}">
                <a16:creationId xmlns:a16="http://schemas.microsoft.com/office/drawing/2014/main" id="{2EBCF28D-2A83-B0FA-53B8-74ACD91CE21F}"/>
              </a:ext>
            </a:extLst>
          </p:cNvPr>
          <p:cNvSpPr>
            <a:spLocks noGrp="1" noChangeArrowheads="1"/>
          </p:cNvSpPr>
          <p:nvPr>
            <p:ph type="sldNum" sz="quarter" idx="14"/>
          </p:nvPr>
        </p:nvSpPr>
        <p:spPr>
          <a:ln/>
        </p:spPr>
        <p:txBody>
          <a:bodyPr/>
          <a:lstStyle>
            <a:lvl1pPr>
              <a:defRPr/>
            </a:lvl1pPr>
          </a:lstStyle>
          <a:p>
            <a:pPr>
              <a:defRPr/>
            </a:pPr>
            <a:fld id="{388C7E40-5DD8-41F4-BDEA-EDA00605A11C}" type="slidenum">
              <a:rPr lang="de-DE" altLang="zh-CN"/>
              <a:pPr>
                <a:defRPr/>
              </a:pPr>
              <a:t>‹#›</a:t>
            </a:fld>
            <a:endParaRPr lang="de-DE" altLang="zh-CN"/>
          </a:p>
        </p:txBody>
      </p:sp>
    </p:spTree>
    <p:extLst>
      <p:ext uri="{BB962C8B-B14F-4D97-AF65-F5344CB8AC3E}">
        <p14:creationId xmlns:p14="http://schemas.microsoft.com/office/powerpoint/2010/main" val="561141442"/>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标题幻灯片">
    <p:bg>
      <p:bgPr>
        <a:solidFill>
          <a:srgbClr val="FF0000"/>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7596380-44AA-9B4A-A70A-B6B7382B02B8}"/>
              </a:ext>
            </a:extLst>
          </p:cNvPr>
          <p:cNvSpPr>
            <a:spLocks noGrp="1"/>
          </p:cNvSpPr>
          <p:nvPr>
            <p:ph type="pic" sz="quarter" idx="13"/>
          </p:nvPr>
        </p:nvSpPr>
        <p:spPr>
          <a:xfrm>
            <a:off x="4190479" y="0"/>
            <a:ext cx="8001521" cy="6857554"/>
          </a:xfrm>
          <a:solidFill>
            <a:schemeClr val="bg1">
              <a:lumMod val="95000"/>
            </a:schemeClr>
          </a:solidFill>
        </p:spPr>
        <p:txBody>
          <a:bodyPr tIns="5577840"/>
          <a:lstStyle>
            <a:lvl1pPr algn="ctr">
              <a:defRPr b="0">
                <a:solidFill>
                  <a:schemeClr val="tx1"/>
                </a:solidFill>
              </a:defRPr>
            </a:lvl1pPr>
          </a:lstStyle>
          <a:p>
            <a:r>
              <a:rPr lang="en-US" altLang="zh-CN"/>
              <a:t>Click icon to add picture</a:t>
            </a:r>
            <a:endParaRPr lang="en-GB" dirty="0"/>
          </a:p>
        </p:txBody>
      </p:sp>
      <p:sp>
        <p:nvSpPr>
          <p:cNvPr id="15" name="Footer Placeholder 3">
            <a:extLst>
              <a:ext uri="{FF2B5EF4-FFF2-40B4-BE49-F238E27FC236}">
                <a16:creationId xmlns:a16="http://schemas.microsoft.com/office/drawing/2014/main" id="{4B6B1ED1-5316-E04D-A8BF-883351F21FBC}"/>
              </a:ext>
            </a:extLst>
          </p:cNvPr>
          <p:cNvSpPr>
            <a:spLocks noGrp="1"/>
          </p:cNvSpPr>
          <p:nvPr>
            <p:ph type="ftr" sz="quarter" idx="3"/>
          </p:nvPr>
        </p:nvSpPr>
        <p:spPr>
          <a:xfrm>
            <a:off x="366481" y="6277284"/>
            <a:ext cx="3442179" cy="365125"/>
          </a:xfrm>
          <a:prstGeom prst="rect">
            <a:avLst/>
          </a:prstGeom>
        </p:spPr>
        <p:txBody>
          <a:bodyPr vert="horz" wrap="square" lIns="0" tIns="0" rIns="0" bIns="0" rtlCol="0" anchor="ctr"/>
          <a:lstStyle>
            <a:lvl1pPr marL="0" marR="0" indent="0" algn="l"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a:t>Legal Copy Helvetica Regular 8/9.6 AA Gray</a:t>
            </a:r>
            <a:endParaRPr lang="en-GB" dirty="0"/>
          </a:p>
        </p:txBody>
      </p:sp>
      <p:sp>
        <p:nvSpPr>
          <p:cNvPr id="17" name="Text Placeholder 4">
            <a:extLst>
              <a:ext uri="{FF2B5EF4-FFF2-40B4-BE49-F238E27FC236}">
                <a16:creationId xmlns:a16="http://schemas.microsoft.com/office/drawing/2014/main" id="{DF511AC0-4696-F14A-A241-063B95D00CE3}"/>
              </a:ext>
            </a:extLst>
          </p:cNvPr>
          <p:cNvSpPr>
            <a:spLocks noGrp="1"/>
          </p:cNvSpPr>
          <p:nvPr>
            <p:ph type="body" sz="quarter" idx="16" hasCustomPrompt="1"/>
          </p:nvPr>
        </p:nvSpPr>
        <p:spPr>
          <a:xfrm>
            <a:off x="366482" y="1562100"/>
            <a:ext cx="3442179" cy="4401972"/>
          </a:xfrm>
        </p:spPr>
        <p:txBody>
          <a:bodyPr/>
          <a:lstStyle>
            <a:lvl1pPr marL="0" marR="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sz="3000">
                <a:solidFill>
                  <a:schemeClr val="bg1"/>
                </a:solidFill>
              </a:defRPr>
            </a:lvl1pPr>
            <a:lvl2pPr>
              <a:lnSpc>
                <a:spcPct val="100000"/>
              </a:lnSpc>
              <a:spcBef>
                <a:spcPts val="500"/>
              </a:spcBef>
              <a:defRPr sz="2000">
                <a:solidFill>
                  <a:schemeClr val="bg1"/>
                </a:solidFill>
              </a:defRPr>
            </a:lvl2pPr>
            <a:lvl3pPr marL="0" indent="0">
              <a:lnSpc>
                <a:spcPct val="100000"/>
              </a:lnSpc>
              <a:spcBef>
                <a:spcPts val="2000"/>
              </a:spcBef>
              <a:spcAft>
                <a:spcPts val="500"/>
              </a:spcAft>
              <a:buNone/>
              <a:defRPr sz="1200">
                <a:solidFill>
                  <a:schemeClr val="bg1"/>
                </a:solidFill>
              </a:defRPr>
            </a:lvl3pPr>
            <a:lvl4pPr marL="0" indent="0">
              <a:lnSpc>
                <a:spcPct val="100000"/>
              </a:lnSpc>
              <a:spcBef>
                <a:spcPts val="500"/>
              </a:spcBef>
              <a:spcAft>
                <a:spcPts val="500"/>
              </a:spcAft>
              <a:buNone/>
              <a:tabLst/>
              <a:defRPr>
                <a:solidFill>
                  <a:schemeClr val="bg1"/>
                </a:solidFill>
              </a:defRPr>
            </a:lvl4pPr>
            <a:lvl5pPr marL="0" indent="0">
              <a:lnSpc>
                <a:spcPct val="100000"/>
              </a:lnSpc>
              <a:spcBef>
                <a:spcPts val="500"/>
              </a:spcBef>
              <a:spcAft>
                <a:spcPts val="500"/>
              </a:spcAft>
              <a:buNone/>
              <a:tabLst/>
              <a:defRPr>
                <a:solidFill>
                  <a:schemeClr val="bg1"/>
                </a:solidFill>
              </a:defRPr>
            </a:lvl5pPr>
          </a:lstStyle>
          <a:p>
            <a:pPr marL="0" marR="0" lvl="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a:pPr>
            <a:r>
              <a:rPr lang="en-GB" dirty="0"/>
              <a:t>First level – title. Second level – subtitle. Third level – date</a:t>
            </a:r>
          </a:p>
          <a:p>
            <a:pPr lvl="1"/>
            <a:r>
              <a:rPr lang="en-GB" dirty="0"/>
              <a:t>Second level</a:t>
            </a:r>
          </a:p>
          <a:p>
            <a:pPr lvl="2"/>
            <a:r>
              <a:rPr lang="en-GB" dirty="0"/>
              <a:t>Third level – date</a:t>
            </a:r>
          </a:p>
          <a:p>
            <a:pPr lvl="3"/>
            <a:r>
              <a:rPr lang="en-GB" dirty="0"/>
              <a:t>Fourth level</a:t>
            </a:r>
          </a:p>
          <a:p>
            <a:pPr lvl="4"/>
            <a:r>
              <a:rPr lang="en-GB" dirty="0"/>
              <a:t>Fifth level</a:t>
            </a:r>
          </a:p>
        </p:txBody>
      </p:sp>
    </p:spTree>
    <p:extLst>
      <p:ext uri="{BB962C8B-B14F-4D97-AF65-F5344CB8AC3E}">
        <p14:creationId xmlns:p14="http://schemas.microsoft.com/office/powerpoint/2010/main" val="2924143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9748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5092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sp>
        <p:nvSpPr>
          <p:cNvPr id="11" name="Picture Placeholder 10">
            <a:extLst>
              <a:ext uri="{FF2B5EF4-FFF2-40B4-BE49-F238E27FC236}">
                <a16:creationId xmlns:a16="http://schemas.microsoft.com/office/drawing/2014/main" id="{F7596380-44AA-9B4A-A70A-B6B7382B02B8}"/>
              </a:ext>
            </a:extLst>
          </p:cNvPr>
          <p:cNvSpPr>
            <a:spLocks noGrp="1"/>
          </p:cNvSpPr>
          <p:nvPr>
            <p:ph type="pic" sz="quarter" idx="13"/>
          </p:nvPr>
        </p:nvSpPr>
        <p:spPr>
          <a:xfrm>
            <a:off x="4190479" y="0"/>
            <a:ext cx="8001521" cy="6857554"/>
          </a:xfrm>
          <a:solidFill>
            <a:schemeClr val="bg1">
              <a:lumMod val="95000"/>
            </a:schemeClr>
          </a:solidFill>
        </p:spPr>
        <p:txBody>
          <a:bodyPr tIns="5577840"/>
          <a:lstStyle>
            <a:lvl1pPr algn="ctr">
              <a:defRPr b="0">
                <a:solidFill>
                  <a:schemeClr val="tx1"/>
                </a:solidFill>
              </a:defRPr>
            </a:lvl1pPr>
          </a:lstStyle>
          <a:p>
            <a:r>
              <a:rPr lang="en-US" altLang="zh-CN"/>
              <a:t>Click icon to add picture</a:t>
            </a:r>
            <a:endParaRPr lang="en-GB" dirty="0"/>
          </a:p>
        </p:txBody>
      </p:sp>
      <p:sp>
        <p:nvSpPr>
          <p:cNvPr id="15" name="Footer Placeholder 3">
            <a:extLst>
              <a:ext uri="{FF2B5EF4-FFF2-40B4-BE49-F238E27FC236}">
                <a16:creationId xmlns:a16="http://schemas.microsoft.com/office/drawing/2014/main" id="{4B6B1ED1-5316-E04D-A8BF-883351F21FBC}"/>
              </a:ext>
            </a:extLst>
          </p:cNvPr>
          <p:cNvSpPr>
            <a:spLocks noGrp="1"/>
          </p:cNvSpPr>
          <p:nvPr>
            <p:ph type="ftr" sz="quarter" idx="3"/>
          </p:nvPr>
        </p:nvSpPr>
        <p:spPr>
          <a:xfrm>
            <a:off x="366481" y="6277284"/>
            <a:ext cx="3442179" cy="365125"/>
          </a:xfrm>
          <a:prstGeom prst="rect">
            <a:avLst/>
          </a:prstGeom>
        </p:spPr>
        <p:txBody>
          <a:bodyPr vert="horz" wrap="square" lIns="0" tIns="0" rIns="0" bIns="0" rtlCol="0" anchor="ctr"/>
          <a:lstStyle>
            <a:lvl1pPr marL="0" marR="0" indent="0" algn="l"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a:t>Legal Copy Helvetica Regular 8/9.6 AA Gray</a:t>
            </a:r>
            <a:endParaRPr lang="en-GB" dirty="0"/>
          </a:p>
        </p:txBody>
      </p:sp>
      <p:sp>
        <p:nvSpPr>
          <p:cNvPr id="17" name="Text Placeholder 4">
            <a:extLst>
              <a:ext uri="{FF2B5EF4-FFF2-40B4-BE49-F238E27FC236}">
                <a16:creationId xmlns:a16="http://schemas.microsoft.com/office/drawing/2014/main" id="{DF511AC0-4696-F14A-A241-063B95D00CE3}"/>
              </a:ext>
            </a:extLst>
          </p:cNvPr>
          <p:cNvSpPr>
            <a:spLocks noGrp="1"/>
          </p:cNvSpPr>
          <p:nvPr>
            <p:ph type="body" sz="quarter" idx="16" hasCustomPrompt="1"/>
          </p:nvPr>
        </p:nvSpPr>
        <p:spPr>
          <a:xfrm>
            <a:off x="366482" y="1562100"/>
            <a:ext cx="3442179" cy="4401972"/>
          </a:xfrm>
        </p:spPr>
        <p:txBody>
          <a:bodyPr/>
          <a:lstStyle>
            <a:lvl1pPr marL="0" marR="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sz="3000">
                <a:solidFill>
                  <a:schemeClr val="bg1"/>
                </a:solidFill>
              </a:defRPr>
            </a:lvl1pPr>
            <a:lvl2pPr>
              <a:lnSpc>
                <a:spcPct val="100000"/>
              </a:lnSpc>
              <a:spcBef>
                <a:spcPts val="500"/>
              </a:spcBef>
              <a:defRPr sz="2000">
                <a:solidFill>
                  <a:schemeClr val="bg1"/>
                </a:solidFill>
              </a:defRPr>
            </a:lvl2pPr>
            <a:lvl3pPr marL="0" indent="0">
              <a:lnSpc>
                <a:spcPct val="100000"/>
              </a:lnSpc>
              <a:spcBef>
                <a:spcPts val="2000"/>
              </a:spcBef>
              <a:spcAft>
                <a:spcPts val="500"/>
              </a:spcAft>
              <a:buNone/>
              <a:defRPr sz="1200">
                <a:solidFill>
                  <a:schemeClr val="bg1"/>
                </a:solidFill>
              </a:defRPr>
            </a:lvl3pPr>
            <a:lvl4pPr marL="0" indent="0">
              <a:lnSpc>
                <a:spcPct val="100000"/>
              </a:lnSpc>
              <a:spcBef>
                <a:spcPts val="500"/>
              </a:spcBef>
              <a:spcAft>
                <a:spcPts val="500"/>
              </a:spcAft>
              <a:buNone/>
              <a:tabLst/>
              <a:defRPr>
                <a:solidFill>
                  <a:schemeClr val="bg1"/>
                </a:solidFill>
              </a:defRPr>
            </a:lvl4pPr>
            <a:lvl5pPr marL="0" indent="0">
              <a:lnSpc>
                <a:spcPct val="100000"/>
              </a:lnSpc>
              <a:spcBef>
                <a:spcPts val="500"/>
              </a:spcBef>
              <a:spcAft>
                <a:spcPts val="500"/>
              </a:spcAft>
              <a:buNone/>
              <a:tabLst/>
              <a:defRPr>
                <a:solidFill>
                  <a:schemeClr val="bg1"/>
                </a:solidFill>
              </a:defRPr>
            </a:lvl5pPr>
          </a:lstStyle>
          <a:p>
            <a:pPr marL="0" marR="0" lvl="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a:pPr>
            <a:r>
              <a:rPr lang="en-GB" dirty="0"/>
              <a:t>First level – title. Second level – subtitle. Third level – date</a:t>
            </a:r>
          </a:p>
          <a:p>
            <a:pPr lvl="1"/>
            <a:r>
              <a:rPr lang="en-GB" dirty="0"/>
              <a:t>Second level</a:t>
            </a:r>
          </a:p>
          <a:p>
            <a:pPr lvl="2"/>
            <a:r>
              <a:rPr lang="en-GB" dirty="0"/>
              <a:t>Third level – date</a:t>
            </a:r>
          </a:p>
          <a:p>
            <a:pPr lvl="3"/>
            <a:r>
              <a:rPr lang="en-GB" dirty="0"/>
              <a:t>Fourth level</a:t>
            </a:r>
          </a:p>
          <a:p>
            <a:pPr lvl="4"/>
            <a:r>
              <a:rPr lang="en-GB" dirty="0"/>
              <a:t>Fifth level</a:t>
            </a:r>
          </a:p>
        </p:txBody>
      </p:sp>
      <p:pic>
        <p:nvPicPr>
          <p:cNvPr id="6" name="Graphic 5">
            <a:extLst>
              <a:ext uri="{FF2B5EF4-FFF2-40B4-BE49-F238E27FC236}">
                <a16:creationId xmlns:a16="http://schemas.microsoft.com/office/drawing/2014/main" id="{6291669A-E186-4DFC-803E-999109B78B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pic>
        <p:nvPicPr>
          <p:cNvPr id="7" name="Graphic 6">
            <a:extLst>
              <a:ext uri="{FF2B5EF4-FFF2-40B4-BE49-F238E27FC236}">
                <a16:creationId xmlns:a16="http://schemas.microsoft.com/office/drawing/2014/main" id="{75340BA6-8D61-49E8-8AF3-FFC4A83061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pic>
        <p:nvPicPr>
          <p:cNvPr id="9" name="Graphic 8">
            <a:extLst>
              <a:ext uri="{FF2B5EF4-FFF2-40B4-BE49-F238E27FC236}">
                <a16:creationId xmlns:a16="http://schemas.microsoft.com/office/drawing/2014/main" id="{CDC294EF-1570-4686-8B4C-6B2B309B201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spTree>
    <p:extLst>
      <p:ext uri="{BB962C8B-B14F-4D97-AF65-F5344CB8AC3E}">
        <p14:creationId xmlns:p14="http://schemas.microsoft.com/office/powerpoint/2010/main" val="1673116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248F69B-50B5-0F42-982D-7D61C2BD5FB9}"/>
              </a:ext>
            </a:extLst>
          </p:cNvPr>
          <p:cNvSpPr/>
          <p:nvPr/>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Picture Placeholder 10">
            <a:extLst>
              <a:ext uri="{FF2B5EF4-FFF2-40B4-BE49-F238E27FC236}">
                <a16:creationId xmlns:a16="http://schemas.microsoft.com/office/drawing/2014/main" id="{F7596380-44AA-9B4A-A70A-B6B7382B02B8}"/>
              </a:ext>
            </a:extLst>
          </p:cNvPr>
          <p:cNvSpPr>
            <a:spLocks noGrp="1"/>
          </p:cNvSpPr>
          <p:nvPr>
            <p:ph type="pic" sz="quarter" idx="13"/>
          </p:nvPr>
        </p:nvSpPr>
        <p:spPr>
          <a:xfrm>
            <a:off x="1522512" y="0"/>
            <a:ext cx="6483665" cy="6857554"/>
          </a:xfrm>
          <a:solidFill>
            <a:schemeClr val="bg1">
              <a:lumMod val="95000"/>
            </a:schemeClr>
          </a:solidFill>
        </p:spPr>
        <p:txBody>
          <a:bodyPr tIns="5669280"/>
          <a:lstStyle>
            <a:lvl1pPr algn="ctr">
              <a:defRPr b="0"/>
            </a:lvl1pPr>
          </a:lstStyle>
          <a:p>
            <a:r>
              <a:rPr lang="en-US" altLang="zh-CN"/>
              <a:t>Click icon to add picture</a:t>
            </a:r>
            <a:endParaRPr lang="en-GB" dirty="0"/>
          </a:p>
        </p:txBody>
      </p:sp>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sp>
        <p:nvSpPr>
          <p:cNvPr id="14" name="Footer Placeholder 3">
            <a:extLst>
              <a:ext uri="{FF2B5EF4-FFF2-40B4-BE49-F238E27FC236}">
                <a16:creationId xmlns:a16="http://schemas.microsoft.com/office/drawing/2014/main" id="{30289A73-F916-7D49-91A7-392E2BAF8B2D}"/>
              </a:ext>
            </a:extLst>
          </p:cNvPr>
          <p:cNvSpPr>
            <a:spLocks noGrp="1"/>
          </p:cNvSpPr>
          <p:nvPr>
            <p:ph type="ftr" sz="quarter" idx="3"/>
          </p:nvPr>
        </p:nvSpPr>
        <p:spPr>
          <a:xfrm>
            <a:off x="8364690" y="6277284"/>
            <a:ext cx="3449907"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2"/>
                </a:solidFill>
                <a:latin typeface="Helvetica Now Text" panose="020B0504030202020204" pitchFamily="34" charset="77"/>
              </a:defRPr>
            </a:lvl1pPr>
          </a:lstStyle>
          <a:p>
            <a:r>
              <a:rPr lang="en-GB" dirty="0"/>
              <a:t>Legal Copy Helvetica Regular 8/9.6 Black</a:t>
            </a:r>
          </a:p>
        </p:txBody>
      </p:sp>
      <p:sp>
        <p:nvSpPr>
          <p:cNvPr id="16" name="Text Placeholder 4">
            <a:extLst>
              <a:ext uri="{FF2B5EF4-FFF2-40B4-BE49-F238E27FC236}">
                <a16:creationId xmlns:a16="http://schemas.microsoft.com/office/drawing/2014/main" id="{C47AFE81-DA8A-134F-B52C-C13A80B71350}"/>
              </a:ext>
            </a:extLst>
          </p:cNvPr>
          <p:cNvSpPr>
            <a:spLocks noGrp="1"/>
          </p:cNvSpPr>
          <p:nvPr>
            <p:ph type="body" sz="quarter" idx="16" hasCustomPrompt="1"/>
          </p:nvPr>
        </p:nvSpPr>
        <p:spPr>
          <a:xfrm>
            <a:off x="8364690" y="1562100"/>
            <a:ext cx="3442179" cy="4438650"/>
          </a:xfrm>
        </p:spPr>
        <p:txBody>
          <a:bodyPr/>
          <a:lstStyle>
            <a:lvl1pPr marL="0" marR="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sz="3000">
                <a:solidFill>
                  <a:schemeClr val="tx1"/>
                </a:solidFill>
              </a:defRPr>
            </a:lvl1pPr>
            <a:lvl2pPr>
              <a:lnSpc>
                <a:spcPct val="100000"/>
              </a:lnSpc>
              <a:spcBef>
                <a:spcPts val="500"/>
              </a:spcBef>
              <a:defRPr sz="2000">
                <a:solidFill>
                  <a:schemeClr val="tx1"/>
                </a:solidFill>
              </a:defRPr>
            </a:lvl2pPr>
            <a:lvl3pPr marL="0" indent="0">
              <a:lnSpc>
                <a:spcPct val="100000"/>
              </a:lnSpc>
              <a:spcBef>
                <a:spcPts val="2000"/>
              </a:spcBef>
              <a:spcAft>
                <a:spcPts val="500"/>
              </a:spcAft>
              <a:buNone/>
              <a:defRPr sz="1200">
                <a:solidFill>
                  <a:schemeClr val="tx1"/>
                </a:solidFill>
              </a:defRPr>
            </a:lvl3pPr>
            <a:lvl4pPr marL="0" indent="0">
              <a:lnSpc>
                <a:spcPct val="100000"/>
              </a:lnSpc>
              <a:spcBef>
                <a:spcPts val="500"/>
              </a:spcBef>
              <a:spcAft>
                <a:spcPts val="500"/>
              </a:spcAft>
              <a:buNone/>
              <a:tabLst/>
              <a:defRPr>
                <a:solidFill>
                  <a:schemeClr val="tx1"/>
                </a:solidFill>
              </a:defRPr>
            </a:lvl4pPr>
            <a:lvl5pPr marL="0" indent="0">
              <a:lnSpc>
                <a:spcPct val="100000"/>
              </a:lnSpc>
              <a:spcBef>
                <a:spcPts val="500"/>
              </a:spcBef>
              <a:spcAft>
                <a:spcPts val="500"/>
              </a:spcAft>
              <a:buNone/>
              <a:tabLst/>
              <a:defRPr>
                <a:solidFill>
                  <a:schemeClr val="tx1"/>
                </a:solidFill>
              </a:defRPr>
            </a:lvl5pPr>
          </a:lstStyle>
          <a:p>
            <a:pPr marL="0" marR="0" lvl="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a:pPr>
            <a:r>
              <a:rPr lang="en-GB" dirty="0"/>
              <a:t>First level – title. Second level – subtitle. Third level – date</a:t>
            </a:r>
          </a:p>
          <a:p>
            <a:pPr lvl="1"/>
            <a:r>
              <a:rPr lang="en-GB" dirty="0"/>
              <a:t>Second level</a:t>
            </a:r>
          </a:p>
          <a:p>
            <a:pPr lvl="2"/>
            <a:r>
              <a:rPr lang="en-GB" dirty="0"/>
              <a:t>Third level – date</a:t>
            </a:r>
          </a:p>
          <a:p>
            <a:pPr lvl="3"/>
            <a:r>
              <a:rPr lang="en-GB" dirty="0"/>
              <a:t>Fourth level</a:t>
            </a:r>
          </a:p>
          <a:p>
            <a:pPr lvl="4"/>
            <a:r>
              <a:rPr lang="en-GB" dirty="0"/>
              <a:t>Fifth level</a:t>
            </a:r>
          </a:p>
        </p:txBody>
      </p:sp>
      <p:sp>
        <p:nvSpPr>
          <p:cNvPr id="7" name="Rectangle 6">
            <a:extLst>
              <a:ext uri="{FF2B5EF4-FFF2-40B4-BE49-F238E27FC236}">
                <a16:creationId xmlns:a16="http://schemas.microsoft.com/office/drawing/2014/main" id="{8AAF5851-9237-4AF8-BB90-A948C545F03C}"/>
              </a:ext>
            </a:extLst>
          </p:cNvPr>
          <p:cNvSpPr/>
          <p:nvPr/>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3038456F-3E12-4DE0-8D61-3C910A603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sp>
        <p:nvSpPr>
          <p:cNvPr id="10" name="Rectangle 9">
            <a:extLst>
              <a:ext uri="{FF2B5EF4-FFF2-40B4-BE49-F238E27FC236}">
                <a16:creationId xmlns:a16="http://schemas.microsoft.com/office/drawing/2014/main" id="{FBDFCDF2-258B-4C47-BE14-60CE51275425}"/>
              </a:ext>
            </a:extLst>
          </p:cNvPr>
          <p:cNvSpPr/>
          <p:nvPr/>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a:extLst>
              <a:ext uri="{FF2B5EF4-FFF2-40B4-BE49-F238E27FC236}">
                <a16:creationId xmlns:a16="http://schemas.microsoft.com/office/drawing/2014/main" id="{DD6B64E5-2431-4AF8-9F50-C56A041F07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sp>
        <p:nvSpPr>
          <p:cNvPr id="15" name="Rectangle 14">
            <a:extLst>
              <a:ext uri="{FF2B5EF4-FFF2-40B4-BE49-F238E27FC236}">
                <a16:creationId xmlns:a16="http://schemas.microsoft.com/office/drawing/2014/main" id="{A603655F-5CB9-48CB-ADB1-B9BBA380D74E}"/>
              </a:ext>
            </a:extLst>
          </p:cNvPr>
          <p:cNvSpPr/>
          <p:nvPr userDrawn="1"/>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Graphic 16">
            <a:extLst>
              <a:ext uri="{FF2B5EF4-FFF2-40B4-BE49-F238E27FC236}">
                <a16:creationId xmlns:a16="http://schemas.microsoft.com/office/drawing/2014/main" id="{869101C5-430B-47D2-B860-13B2CFDFFB9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spTree>
    <p:extLst>
      <p:ext uri="{BB962C8B-B14F-4D97-AF65-F5344CB8AC3E}">
        <p14:creationId xmlns:p14="http://schemas.microsoft.com/office/powerpoint/2010/main" val="2321258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2_image">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248F69B-50B5-0F42-982D-7D61C2BD5FB9}"/>
              </a:ext>
            </a:extLst>
          </p:cNvPr>
          <p:cNvSpPr/>
          <p:nvPr/>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sp>
        <p:nvSpPr>
          <p:cNvPr id="14" name="Footer Placeholder 3">
            <a:extLst>
              <a:ext uri="{FF2B5EF4-FFF2-40B4-BE49-F238E27FC236}">
                <a16:creationId xmlns:a16="http://schemas.microsoft.com/office/drawing/2014/main" id="{30289A73-F916-7D49-91A7-392E2BAF8B2D}"/>
              </a:ext>
            </a:extLst>
          </p:cNvPr>
          <p:cNvSpPr>
            <a:spLocks noGrp="1"/>
          </p:cNvSpPr>
          <p:nvPr>
            <p:ph type="ftr" sz="quarter" idx="3"/>
          </p:nvPr>
        </p:nvSpPr>
        <p:spPr>
          <a:xfrm>
            <a:off x="8364690" y="6277284"/>
            <a:ext cx="3449907"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2"/>
                </a:solidFill>
                <a:latin typeface="Helvetica Now Text" panose="020B0504030202020204" pitchFamily="34" charset="77"/>
              </a:defRPr>
            </a:lvl1pPr>
          </a:lstStyle>
          <a:p>
            <a:r>
              <a:rPr lang="en-GB" dirty="0"/>
              <a:t>Legal Copy Helvetica Regular 8/9.6 Black</a:t>
            </a:r>
          </a:p>
        </p:txBody>
      </p:sp>
      <p:sp>
        <p:nvSpPr>
          <p:cNvPr id="16" name="Text Placeholder 4">
            <a:extLst>
              <a:ext uri="{FF2B5EF4-FFF2-40B4-BE49-F238E27FC236}">
                <a16:creationId xmlns:a16="http://schemas.microsoft.com/office/drawing/2014/main" id="{C47AFE81-DA8A-134F-B52C-C13A80B71350}"/>
              </a:ext>
            </a:extLst>
          </p:cNvPr>
          <p:cNvSpPr>
            <a:spLocks noGrp="1"/>
          </p:cNvSpPr>
          <p:nvPr>
            <p:ph type="body" sz="quarter" idx="16" hasCustomPrompt="1"/>
          </p:nvPr>
        </p:nvSpPr>
        <p:spPr>
          <a:xfrm>
            <a:off x="8364690" y="1562100"/>
            <a:ext cx="3442179" cy="4438650"/>
          </a:xfrm>
        </p:spPr>
        <p:txBody>
          <a:bodyPr/>
          <a:lstStyle>
            <a:lvl1pPr marL="0" marR="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sz="3000">
                <a:solidFill>
                  <a:schemeClr val="tx1"/>
                </a:solidFill>
              </a:defRPr>
            </a:lvl1pPr>
            <a:lvl2pPr>
              <a:lnSpc>
                <a:spcPct val="100000"/>
              </a:lnSpc>
              <a:spcBef>
                <a:spcPts val="500"/>
              </a:spcBef>
              <a:defRPr sz="2000">
                <a:solidFill>
                  <a:schemeClr val="tx1"/>
                </a:solidFill>
              </a:defRPr>
            </a:lvl2pPr>
            <a:lvl3pPr marL="0" indent="0">
              <a:lnSpc>
                <a:spcPct val="100000"/>
              </a:lnSpc>
              <a:spcBef>
                <a:spcPts val="2000"/>
              </a:spcBef>
              <a:spcAft>
                <a:spcPts val="500"/>
              </a:spcAft>
              <a:buNone/>
              <a:defRPr sz="1200">
                <a:solidFill>
                  <a:schemeClr val="tx1"/>
                </a:solidFill>
              </a:defRPr>
            </a:lvl3pPr>
            <a:lvl4pPr marL="0" indent="0">
              <a:lnSpc>
                <a:spcPct val="100000"/>
              </a:lnSpc>
              <a:spcBef>
                <a:spcPts val="500"/>
              </a:spcBef>
              <a:spcAft>
                <a:spcPts val="500"/>
              </a:spcAft>
              <a:buNone/>
              <a:tabLst/>
              <a:defRPr>
                <a:solidFill>
                  <a:schemeClr val="tx1"/>
                </a:solidFill>
              </a:defRPr>
            </a:lvl4pPr>
            <a:lvl5pPr marL="0" indent="0">
              <a:lnSpc>
                <a:spcPct val="100000"/>
              </a:lnSpc>
              <a:spcBef>
                <a:spcPts val="500"/>
              </a:spcBef>
              <a:spcAft>
                <a:spcPts val="500"/>
              </a:spcAft>
              <a:buNone/>
              <a:tabLst/>
              <a:defRPr>
                <a:solidFill>
                  <a:schemeClr val="tx1"/>
                </a:solidFill>
              </a:defRPr>
            </a:lvl5pPr>
          </a:lstStyle>
          <a:p>
            <a:pPr marL="0" marR="0" lvl="0" indent="0" algn="l" defTabSz="914355" rtl="0" eaLnBrk="1" fontAlgn="auto" latinLnBrk="0" hangingPunct="1">
              <a:lnSpc>
                <a:spcPct val="100000"/>
              </a:lnSpc>
              <a:spcBef>
                <a:spcPts val="700"/>
              </a:spcBef>
              <a:spcAft>
                <a:spcPts val="700"/>
              </a:spcAft>
              <a:buClrTx/>
              <a:buSzTx/>
              <a:buFont typeface="Arial" panose="020B0604020202020204" pitchFamily="34" charset="0"/>
              <a:buNone/>
              <a:tabLst/>
              <a:defRPr/>
            </a:pPr>
            <a:r>
              <a:rPr lang="en-GB" dirty="0"/>
              <a:t>First level – title. Second level – subtitle. Third level – date</a:t>
            </a:r>
          </a:p>
          <a:p>
            <a:pPr lvl="1"/>
            <a:r>
              <a:rPr lang="en-GB" dirty="0"/>
              <a:t>Second level</a:t>
            </a:r>
          </a:p>
          <a:p>
            <a:pPr lvl="2"/>
            <a:r>
              <a:rPr lang="en-GB" dirty="0"/>
              <a:t>Third level – date</a:t>
            </a:r>
          </a:p>
          <a:p>
            <a:pPr lvl="3"/>
            <a:r>
              <a:rPr lang="en-GB" dirty="0"/>
              <a:t>Fourth level</a:t>
            </a:r>
          </a:p>
          <a:p>
            <a:pPr lvl="4"/>
            <a:r>
              <a:rPr lang="en-GB" dirty="0"/>
              <a:t>Fifth level</a:t>
            </a:r>
          </a:p>
        </p:txBody>
      </p:sp>
      <p:sp>
        <p:nvSpPr>
          <p:cNvPr id="7" name="Rectangle 6">
            <a:extLst>
              <a:ext uri="{FF2B5EF4-FFF2-40B4-BE49-F238E27FC236}">
                <a16:creationId xmlns:a16="http://schemas.microsoft.com/office/drawing/2014/main" id="{8AAF5851-9237-4AF8-BB90-A948C545F03C}"/>
              </a:ext>
            </a:extLst>
          </p:cNvPr>
          <p:cNvSpPr/>
          <p:nvPr/>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3038456F-3E12-4DE0-8D61-3C910A603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sp>
        <p:nvSpPr>
          <p:cNvPr id="10" name="Rectangle 9">
            <a:extLst>
              <a:ext uri="{FF2B5EF4-FFF2-40B4-BE49-F238E27FC236}">
                <a16:creationId xmlns:a16="http://schemas.microsoft.com/office/drawing/2014/main" id="{FBDFCDF2-258B-4C47-BE14-60CE51275425}"/>
              </a:ext>
            </a:extLst>
          </p:cNvPr>
          <p:cNvSpPr/>
          <p:nvPr/>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a:extLst>
              <a:ext uri="{FF2B5EF4-FFF2-40B4-BE49-F238E27FC236}">
                <a16:creationId xmlns:a16="http://schemas.microsoft.com/office/drawing/2014/main" id="{DD6B64E5-2431-4AF8-9F50-C56A041F07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sp>
        <p:nvSpPr>
          <p:cNvPr id="15" name="Rectangle 14">
            <a:extLst>
              <a:ext uri="{FF2B5EF4-FFF2-40B4-BE49-F238E27FC236}">
                <a16:creationId xmlns:a16="http://schemas.microsoft.com/office/drawing/2014/main" id="{A603655F-5CB9-48CB-ADB1-B9BBA380D74E}"/>
              </a:ext>
            </a:extLst>
          </p:cNvPr>
          <p:cNvSpPr/>
          <p:nvPr userDrawn="1"/>
        </p:nvSpPr>
        <p:spPr>
          <a:xfrm>
            <a:off x="0" y="0"/>
            <a:ext cx="152171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Placeholder 10">
            <a:extLst>
              <a:ext uri="{FF2B5EF4-FFF2-40B4-BE49-F238E27FC236}">
                <a16:creationId xmlns:a16="http://schemas.microsoft.com/office/drawing/2014/main" id="{B2AE95DD-6549-F74E-B4A5-F644AEF2E169}"/>
              </a:ext>
            </a:extLst>
          </p:cNvPr>
          <p:cNvPicPr>
            <a:picLocks noChangeAspect="1"/>
          </p:cNvPicPr>
          <p:nvPr userDrawn="1"/>
        </p:nvPicPr>
        <p:blipFill rotWithShape="1">
          <a:blip r:embed="rId4"/>
          <a:srcRect t="55" b="55"/>
          <a:stretch/>
        </p:blipFill>
        <p:spPr>
          <a:xfrm>
            <a:off x="1500705" y="-447"/>
            <a:ext cx="6483665" cy="6857554"/>
          </a:xfrm>
          <a:prstGeom prst="rect">
            <a:avLst/>
          </a:prstGeom>
        </p:spPr>
      </p:pic>
    </p:spTree>
    <p:extLst>
      <p:ext uri="{BB962C8B-B14F-4D97-AF65-F5344CB8AC3E}">
        <p14:creationId xmlns:p14="http://schemas.microsoft.com/office/powerpoint/2010/main" val="13208475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bg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72D04E61-2D3B-9343-8D58-063CF0CCE7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48444" y="381000"/>
            <a:ext cx="761167" cy="287991"/>
          </a:xfrm>
          <a:prstGeom prst="rect">
            <a:avLst/>
          </a:prstGeom>
        </p:spPr>
      </p:pic>
      <p:sp>
        <p:nvSpPr>
          <p:cNvPr id="10" name="Rectangle 9">
            <a:extLst>
              <a:ext uri="{FF2B5EF4-FFF2-40B4-BE49-F238E27FC236}">
                <a16:creationId xmlns:a16="http://schemas.microsoft.com/office/drawing/2014/main" id="{04D167EB-636E-2F49-8D89-130717900AF3}"/>
              </a:ext>
            </a:extLst>
          </p:cNvPr>
          <p:cNvSpPr/>
          <p:nvPr/>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0">
            <a:extLst>
              <a:ext uri="{FF2B5EF4-FFF2-40B4-BE49-F238E27FC236}">
                <a16:creationId xmlns:a16="http://schemas.microsoft.com/office/drawing/2014/main" id="{6C3C968F-382E-D845-A447-BA8A7CEE9E68}"/>
              </a:ext>
            </a:extLst>
          </p:cNvPr>
          <p:cNvSpPr>
            <a:spLocks noGrp="1"/>
          </p:cNvSpPr>
          <p:nvPr>
            <p:ph type="pic" sz="quarter" idx="13"/>
          </p:nvPr>
        </p:nvSpPr>
        <p:spPr>
          <a:xfrm>
            <a:off x="5333554" y="0"/>
            <a:ext cx="6858446" cy="6857554"/>
          </a:xfrm>
          <a:solidFill>
            <a:schemeClr val="bg1">
              <a:lumMod val="95000"/>
            </a:schemeClr>
          </a:solidFill>
        </p:spPr>
        <p:txBody>
          <a:bodyPr tIns="5577840"/>
          <a:lstStyle>
            <a:lvl1pPr algn="ctr">
              <a:defRPr b="0"/>
            </a:lvl1pPr>
          </a:lstStyle>
          <a:p>
            <a:r>
              <a:rPr lang="en-US" altLang="zh-CN"/>
              <a:t>Click icon to add picture</a:t>
            </a:r>
            <a:endParaRPr lang="en-GB" dirty="0"/>
          </a:p>
        </p:txBody>
      </p:sp>
      <p:sp>
        <p:nvSpPr>
          <p:cNvPr id="5" name="Footer Placeholder 3">
            <a:extLst>
              <a:ext uri="{FF2B5EF4-FFF2-40B4-BE49-F238E27FC236}">
                <a16:creationId xmlns:a16="http://schemas.microsoft.com/office/drawing/2014/main" id="{A92F0540-6983-A44E-ADEC-5C865A728096}"/>
              </a:ext>
            </a:extLst>
          </p:cNvPr>
          <p:cNvSpPr>
            <a:spLocks noGrp="1"/>
          </p:cNvSpPr>
          <p:nvPr>
            <p:ph type="ftr" sz="quarter" idx="3"/>
          </p:nvPr>
        </p:nvSpPr>
        <p:spPr>
          <a:xfrm>
            <a:off x="748445" y="6277284"/>
            <a:ext cx="3821472" cy="365125"/>
          </a:xfrm>
          <a:prstGeom prst="rect">
            <a:avLst/>
          </a:prstGeom>
        </p:spPr>
        <p:txBody>
          <a:bodyPr vert="horz" wrap="square" lIns="0" tIns="0" rIns="0" bIns="0" rtlCol="0" anchor="ctr"/>
          <a:lstStyle>
            <a:lvl1pPr marL="0" marR="0" indent="0" algn="l"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8" name="Text Placeholder 4">
            <a:extLst>
              <a:ext uri="{FF2B5EF4-FFF2-40B4-BE49-F238E27FC236}">
                <a16:creationId xmlns:a16="http://schemas.microsoft.com/office/drawing/2014/main" id="{FCC3EC69-B9C7-4C47-85A4-98ABD550A2DB}"/>
              </a:ext>
            </a:extLst>
          </p:cNvPr>
          <p:cNvSpPr>
            <a:spLocks noGrp="1"/>
          </p:cNvSpPr>
          <p:nvPr>
            <p:ph type="body" sz="quarter" idx="16" hasCustomPrompt="1"/>
          </p:nvPr>
        </p:nvSpPr>
        <p:spPr>
          <a:xfrm>
            <a:off x="748445" y="1562100"/>
            <a:ext cx="3821472" cy="4438650"/>
          </a:xfrm>
        </p:spPr>
        <p:txBody>
          <a:bodyPr/>
          <a:lstStyle>
            <a:lvl1pPr>
              <a:spcBef>
                <a:spcPts val="700"/>
              </a:spcBef>
              <a:defRPr sz="3000">
                <a:solidFill>
                  <a:schemeClr val="tx1"/>
                </a:solidFill>
              </a:defRPr>
            </a:lvl1pPr>
            <a:lvl2pPr>
              <a:lnSpc>
                <a:spcPct val="100000"/>
              </a:lnSpc>
              <a:spcBef>
                <a:spcPts val="500"/>
              </a:spcBef>
              <a:defRPr sz="2000">
                <a:solidFill>
                  <a:schemeClr val="tx1"/>
                </a:solidFill>
              </a:defRPr>
            </a:lvl2pPr>
            <a:lvl3pPr marL="0" indent="0">
              <a:lnSpc>
                <a:spcPct val="100000"/>
              </a:lnSpc>
              <a:spcBef>
                <a:spcPts val="2000"/>
              </a:spcBef>
              <a:spcAft>
                <a:spcPts val="500"/>
              </a:spcAft>
              <a:buNone/>
              <a:defRPr sz="1200">
                <a:solidFill>
                  <a:schemeClr val="tx1"/>
                </a:solidFill>
              </a:defRPr>
            </a:lvl3pPr>
            <a:lvl4pPr marL="0" indent="0">
              <a:lnSpc>
                <a:spcPct val="100000"/>
              </a:lnSpc>
              <a:spcBef>
                <a:spcPts val="500"/>
              </a:spcBef>
              <a:spcAft>
                <a:spcPts val="500"/>
              </a:spcAft>
              <a:buNone/>
              <a:tabLst/>
              <a:defRPr>
                <a:solidFill>
                  <a:schemeClr val="tx1"/>
                </a:solidFill>
              </a:defRPr>
            </a:lvl4pPr>
            <a:lvl5pPr marL="0" indent="0">
              <a:lnSpc>
                <a:spcPct val="100000"/>
              </a:lnSpc>
              <a:spcBef>
                <a:spcPts val="500"/>
              </a:spcBef>
              <a:spcAft>
                <a:spcPts val="500"/>
              </a:spcAft>
              <a:buNone/>
              <a:tabLst/>
              <a:defRPr>
                <a:solidFill>
                  <a:schemeClr val="tx1"/>
                </a:solidFill>
              </a:defRPr>
            </a:lvl5pPr>
          </a:lstStyle>
          <a:p>
            <a:pPr lvl="0"/>
            <a:r>
              <a:rPr lang="en-GB" dirty="0"/>
              <a:t>First level – title. Second level – subtitle. Third level – date</a:t>
            </a:r>
          </a:p>
          <a:p>
            <a:pPr lvl="1"/>
            <a:r>
              <a:rPr lang="en-GB" dirty="0"/>
              <a:t>Second level </a:t>
            </a:r>
          </a:p>
          <a:p>
            <a:pPr lvl="2"/>
            <a:r>
              <a:rPr lang="en-GB" dirty="0"/>
              <a:t>Third level – date</a:t>
            </a:r>
          </a:p>
          <a:p>
            <a:pPr lvl="3"/>
            <a:r>
              <a:rPr lang="en-GB" dirty="0"/>
              <a:t>Fourth level</a:t>
            </a:r>
          </a:p>
          <a:p>
            <a:pPr lvl="4"/>
            <a:r>
              <a:rPr lang="en-GB" dirty="0"/>
              <a:t>Fifth level</a:t>
            </a:r>
          </a:p>
        </p:txBody>
      </p:sp>
      <p:sp>
        <p:nvSpPr>
          <p:cNvPr id="7" name="Rectangle 6">
            <a:extLst>
              <a:ext uri="{FF2B5EF4-FFF2-40B4-BE49-F238E27FC236}">
                <a16:creationId xmlns:a16="http://schemas.microsoft.com/office/drawing/2014/main" id="{09E8FF82-9FAC-4581-9739-8ED0F45E39D0}"/>
              </a:ext>
            </a:extLst>
          </p:cNvPr>
          <p:cNvSpPr/>
          <p:nvPr/>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5B47DCA-40C1-444E-9D66-A19EA7134745}"/>
              </a:ext>
            </a:extLst>
          </p:cNvPr>
          <p:cNvSpPr/>
          <p:nvPr/>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2A54C3F-2C4A-434B-BA94-298A23CFAE6A}"/>
              </a:ext>
            </a:extLst>
          </p:cNvPr>
          <p:cNvSpPr/>
          <p:nvPr userDrawn="1"/>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99628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3_image">
    <p:bg>
      <p:bgPr>
        <a:solidFill>
          <a:schemeClr val="bg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72D04E61-2D3B-9343-8D58-063CF0CCE7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48444" y="381000"/>
            <a:ext cx="761167" cy="287991"/>
          </a:xfrm>
          <a:prstGeom prst="rect">
            <a:avLst/>
          </a:prstGeom>
        </p:spPr>
      </p:pic>
      <p:sp>
        <p:nvSpPr>
          <p:cNvPr id="10" name="Rectangle 9">
            <a:extLst>
              <a:ext uri="{FF2B5EF4-FFF2-40B4-BE49-F238E27FC236}">
                <a16:creationId xmlns:a16="http://schemas.microsoft.com/office/drawing/2014/main" id="{04D167EB-636E-2F49-8D89-130717900AF3}"/>
              </a:ext>
            </a:extLst>
          </p:cNvPr>
          <p:cNvSpPr/>
          <p:nvPr/>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3">
            <a:extLst>
              <a:ext uri="{FF2B5EF4-FFF2-40B4-BE49-F238E27FC236}">
                <a16:creationId xmlns:a16="http://schemas.microsoft.com/office/drawing/2014/main" id="{A92F0540-6983-A44E-ADEC-5C865A728096}"/>
              </a:ext>
            </a:extLst>
          </p:cNvPr>
          <p:cNvSpPr>
            <a:spLocks noGrp="1"/>
          </p:cNvSpPr>
          <p:nvPr>
            <p:ph type="ftr" sz="quarter" idx="3"/>
          </p:nvPr>
        </p:nvSpPr>
        <p:spPr>
          <a:xfrm>
            <a:off x="748445" y="6277284"/>
            <a:ext cx="3821472" cy="365125"/>
          </a:xfrm>
          <a:prstGeom prst="rect">
            <a:avLst/>
          </a:prstGeom>
        </p:spPr>
        <p:txBody>
          <a:bodyPr vert="horz" wrap="square" lIns="0" tIns="0" rIns="0" bIns="0" rtlCol="0" anchor="ctr"/>
          <a:lstStyle>
            <a:lvl1pPr marL="0" marR="0" indent="0" algn="l"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8" name="Text Placeholder 4">
            <a:extLst>
              <a:ext uri="{FF2B5EF4-FFF2-40B4-BE49-F238E27FC236}">
                <a16:creationId xmlns:a16="http://schemas.microsoft.com/office/drawing/2014/main" id="{FCC3EC69-B9C7-4C47-85A4-98ABD550A2DB}"/>
              </a:ext>
            </a:extLst>
          </p:cNvPr>
          <p:cNvSpPr>
            <a:spLocks noGrp="1"/>
          </p:cNvSpPr>
          <p:nvPr>
            <p:ph type="body" sz="quarter" idx="16" hasCustomPrompt="1"/>
          </p:nvPr>
        </p:nvSpPr>
        <p:spPr>
          <a:xfrm>
            <a:off x="748445" y="1562100"/>
            <a:ext cx="3821472" cy="4438650"/>
          </a:xfrm>
        </p:spPr>
        <p:txBody>
          <a:bodyPr/>
          <a:lstStyle>
            <a:lvl1pPr>
              <a:spcBef>
                <a:spcPts val="700"/>
              </a:spcBef>
              <a:defRPr sz="3000">
                <a:solidFill>
                  <a:schemeClr val="tx1"/>
                </a:solidFill>
              </a:defRPr>
            </a:lvl1pPr>
            <a:lvl2pPr>
              <a:lnSpc>
                <a:spcPct val="100000"/>
              </a:lnSpc>
              <a:spcBef>
                <a:spcPts val="500"/>
              </a:spcBef>
              <a:defRPr sz="2000">
                <a:solidFill>
                  <a:schemeClr val="tx1"/>
                </a:solidFill>
              </a:defRPr>
            </a:lvl2pPr>
            <a:lvl3pPr marL="0" indent="0">
              <a:lnSpc>
                <a:spcPct val="100000"/>
              </a:lnSpc>
              <a:spcBef>
                <a:spcPts val="2000"/>
              </a:spcBef>
              <a:spcAft>
                <a:spcPts val="500"/>
              </a:spcAft>
              <a:buNone/>
              <a:defRPr sz="1200">
                <a:solidFill>
                  <a:schemeClr val="tx1"/>
                </a:solidFill>
              </a:defRPr>
            </a:lvl3pPr>
            <a:lvl4pPr marL="0" indent="0">
              <a:lnSpc>
                <a:spcPct val="100000"/>
              </a:lnSpc>
              <a:spcBef>
                <a:spcPts val="500"/>
              </a:spcBef>
              <a:spcAft>
                <a:spcPts val="500"/>
              </a:spcAft>
              <a:buNone/>
              <a:tabLst/>
              <a:defRPr>
                <a:solidFill>
                  <a:schemeClr val="tx1"/>
                </a:solidFill>
              </a:defRPr>
            </a:lvl4pPr>
            <a:lvl5pPr marL="0" indent="0">
              <a:lnSpc>
                <a:spcPct val="100000"/>
              </a:lnSpc>
              <a:spcBef>
                <a:spcPts val="500"/>
              </a:spcBef>
              <a:spcAft>
                <a:spcPts val="500"/>
              </a:spcAft>
              <a:buNone/>
              <a:tabLst/>
              <a:defRPr>
                <a:solidFill>
                  <a:schemeClr val="tx1"/>
                </a:solidFill>
              </a:defRPr>
            </a:lvl5pPr>
          </a:lstStyle>
          <a:p>
            <a:pPr lvl="0"/>
            <a:r>
              <a:rPr lang="en-GB" dirty="0"/>
              <a:t>First level – title. Second level – subtitle. Third level – date</a:t>
            </a:r>
          </a:p>
          <a:p>
            <a:pPr lvl="1"/>
            <a:r>
              <a:rPr lang="en-GB" dirty="0"/>
              <a:t>Second level </a:t>
            </a:r>
          </a:p>
          <a:p>
            <a:pPr lvl="2"/>
            <a:r>
              <a:rPr lang="en-GB" dirty="0"/>
              <a:t>Third level – date</a:t>
            </a:r>
          </a:p>
          <a:p>
            <a:pPr lvl="3"/>
            <a:r>
              <a:rPr lang="en-GB" dirty="0"/>
              <a:t>Fourth level</a:t>
            </a:r>
          </a:p>
          <a:p>
            <a:pPr lvl="4"/>
            <a:r>
              <a:rPr lang="en-GB" dirty="0"/>
              <a:t>Fifth level</a:t>
            </a:r>
          </a:p>
        </p:txBody>
      </p:sp>
      <p:sp>
        <p:nvSpPr>
          <p:cNvPr id="7" name="Rectangle 6">
            <a:extLst>
              <a:ext uri="{FF2B5EF4-FFF2-40B4-BE49-F238E27FC236}">
                <a16:creationId xmlns:a16="http://schemas.microsoft.com/office/drawing/2014/main" id="{09E8FF82-9FAC-4581-9739-8ED0F45E39D0}"/>
              </a:ext>
            </a:extLst>
          </p:cNvPr>
          <p:cNvSpPr/>
          <p:nvPr/>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5B47DCA-40C1-444E-9D66-A19EA7134745}"/>
              </a:ext>
            </a:extLst>
          </p:cNvPr>
          <p:cNvSpPr/>
          <p:nvPr/>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2A54C3F-2C4A-434B-BA94-298A23CFAE6A}"/>
              </a:ext>
            </a:extLst>
          </p:cNvPr>
          <p:cNvSpPr/>
          <p:nvPr userDrawn="1"/>
        </p:nvSpPr>
        <p:spPr>
          <a:xfrm>
            <a:off x="0" y="0"/>
            <a:ext cx="3787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Placeholder 36">
            <a:extLst>
              <a:ext uri="{FF2B5EF4-FFF2-40B4-BE49-F238E27FC236}">
                <a16:creationId xmlns:a16="http://schemas.microsoft.com/office/drawing/2014/main" id="{A8B9D7FD-619E-2340-849E-CBE5236E20E1}"/>
              </a:ext>
            </a:extLst>
          </p:cNvPr>
          <p:cNvPicPr>
            <a:picLocks noChangeAspect="1"/>
          </p:cNvPicPr>
          <p:nvPr userDrawn="1"/>
        </p:nvPicPr>
        <p:blipFill rotWithShape="1">
          <a:blip r:embed="rId3"/>
          <a:srcRect l="41934" r="-6"/>
          <a:stretch/>
        </p:blipFill>
        <p:spPr>
          <a:xfrm>
            <a:off x="5333554" y="0"/>
            <a:ext cx="6858446" cy="6857554"/>
          </a:xfrm>
          <a:prstGeom prst="rect">
            <a:avLst/>
          </a:prstGeom>
        </p:spPr>
      </p:pic>
    </p:spTree>
    <p:extLst>
      <p:ext uri="{BB962C8B-B14F-4D97-AF65-F5344CB8AC3E}">
        <p14:creationId xmlns:p14="http://schemas.microsoft.com/office/powerpoint/2010/main" val="1403992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Slide 4">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7596380-44AA-9B4A-A70A-B6B7382B02B8}"/>
              </a:ext>
            </a:extLst>
          </p:cNvPr>
          <p:cNvSpPr>
            <a:spLocks noGrp="1"/>
          </p:cNvSpPr>
          <p:nvPr>
            <p:ph type="pic" sz="quarter" idx="13"/>
          </p:nvPr>
        </p:nvSpPr>
        <p:spPr>
          <a:xfrm>
            <a:off x="1522512" y="0"/>
            <a:ext cx="6483665" cy="6857554"/>
          </a:xfrm>
          <a:solidFill>
            <a:schemeClr val="bg1">
              <a:lumMod val="95000"/>
            </a:schemeClr>
          </a:solidFill>
        </p:spPr>
        <p:txBody>
          <a:bodyPr tIns="5669280"/>
          <a:lstStyle>
            <a:lvl1pPr algn="ctr">
              <a:defRPr/>
            </a:lvl1pPr>
          </a:lstStyle>
          <a:p>
            <a:r>
              <a:rPr lang="en-US" altLang="zh-CN"/>
              <a:t>Click icon to add picture</a:t>
            </a:r>
            <a:endParaRPr lang="en-GB"/>
          </a:p>
        </p:txBody>
      </p:sp>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sp>
        <p:nvSpPr>
          <p:cNvPr id="9" name="Footer Placeholder 3">
            <a:extLst>
              <a:ext uri="{FF2B5EF4-FFF2-40B4-BE49-F238E27FC236}">
                <a16:creationId xmlns:a16="http://schemas.microsoft.com/office/drawing/2014/main" id="{E6D85B0E-0EBF-7145-BA52-997F84B0DB8C}"/>
              </a:ext>
            </a:extLst>
          </p:cNvPr>
          <p:cNvSpPr>
            <a:spLocks noGrp="1"/>
          </p:cNvSpPr>
          <p:nvPr>
            <p:ph type="ftr" sz="quarter" idx="3"/>
          </p:nvPr>
        </p:nvSpPr>
        <p:spPr>
          <a:xfrm>
            <a:off x="8364690" y="6277284"/>
            <a:ext cx="3449907"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12" name="Text Placeholder 4">
            <a:extLst>
              <a:ext uri="{FF2B5EF4-FFF2-40B4-BE49-F238E27FC236}">
                <a16:creationId xmlns:a16="http://schemas.microsoft.com/office/drawing/2014/main" id="{8EFE0667-A6DC-BB45-B75C-FD044D4032C7}"/>
              </a:ext>
            </a:extLst>
          </p:cNvPr>
          <p:cNvSpPr>
            <a:spLocks noGrp="1"/>
          </p:cNvSpPr>
          <p:nvPr>
            <p:ph type="body" sz="quarter" idx="16" hasCustomPrompt="1"/>
          </p:nvPr>
        </p:nvSpPr>
        <p:spPr>
          <a:xfrm>
            <a:off x="8364690" y="1562100"/>
            <a:ext cx="3442179" cy="4438650"/>
          </a:xfrm>
        </p:spPr>
        <p:txBody>
          <a:bodyPr/>
          <a:lstStyle>
            <a:lvl1pPr>
              <a:spcBef>
                <a:spcPts val="700"/>
              </a:spcBef>
              <a:defRPr sz="3000">
                <a:solidFill>
                  <a:schemeClr val="tx1"/>
                </a:solidFill>
              </a:defRPr>
            </a:lvl1pPr>
            <a:lvl2pPr>
              <a:lnSpc>
                <a:spcPct val="100000"/>
              </a:lnSpc>
              <a:spcBef>
                <a:spcPts val="500"/>
              </a:spcBef>
              <a:defRPr sz="2000">
                <a:solidFill>
                  <a:schemeClr val="tx1"/>
                </a:solidFill>
              </a:defRPr>
            </a:lvl2pPr>
            <a:lvl3pPr marL="0" indent="0">
              <a:lnSpc>
                <a:spcPct val="100000"/>
              </a:lnSpc>
              <a:spcBef>
                <a:spcPts val="2000"/>
              </a:spcBef>
              <a:spcAft>
                <a:spcPts val="500"/>
              </a:spcAft>
              <a:buNone/>
              <a:defRPr sz="1200">
                <a:solidFill>
                  <a:schemeClr val="tx1"/>
                </a:solidFill>
              </a:defRPr>
            </a:lvl3pPr>
            <a:lvl4pPr marL="0" indent="0">
              <a:lnSpc>
                <a:spcPct val="100000"/>
              </a:lnSpc>
              <a:spcBef>
                <a:spcPts val="500"/>
              </a:spcBef>
              <a:spcAft>
                <a:spcPts val="500"/>
              </a:spcAft>
              <a:buNone/>
              <a:tabLst/>
              <a:defRPr>
                <a:solidFill>
                  <a:schemeClr val="tx1"/>
                </a:solidFill>
              </a:defRPr>
            </a:lvl4pPr>
            <a:lvl5pPr marL="0" indent="0">
              <a:lnSpc>
                <a:spcPct val="100000"/>
              </a:lnSpc>
              <a:spcBef>
                <a:spcPts val="500"/>
              </a:spcBef>
              <a:spcAft>
                <a:spcPts val="500"/>
              </a:spcAft>
              <a:buNone/>
              <a:tabLst/>
              <a:defRPr>
                <a:solidFill>
                  <a:schemeClr val="tx1"/>
                </a:solidFill>
              </a:defRPr>
            </a:lvl5pPr>
          </a:lstStyle>
          <a:p>
            <a:pPr lvl="0"/>
            <a:r>
              <a:rPr lang="en-GB" dirty="0"/>
              <a:t>First level – title</a:t>
            </a:r>
            <a:br>
              <a:rPr lang="en-GB" dirty="0"/>
            </a:br>
            <a:r>
              <a:rPr lang="en-GB" dirty="0"/>
              <a:t>Second level – subtitle</a:t>
            </a:r>
            <a:br>
              <a:rPr lang="en-GB" dirty="0"/>
            </a:br>
            <a:r>
              <a:rPr lang="en-GB" dirty="0"/>
              <a:t>Third level – date</a:t>
            </a:r>
          </a:p>
          <a:p>
            <a:pPr lvl="1"/>
            <a:r>
              <a:rPr lang="en-GB" dirty="0"/>
              <a:t>Second level</a:t>
            </a:r>
          </a:p>
          <a:p>
            <a:pPr lvl="2"/>
            <a:r>
              <a:rPr lang="en-GB" dirty="0"/>
              <a:t>Third level – date</a:t>
            </a:r>
          </a:p>
          <a:p>
            <a:pPr lvl="3"/>
            <a:r>
              <a:rPr lang="en-GB" dirty="0"/>
              <a:t>Fourth level</a:t>
            </a:r>
          </a:p>
          <a:p>
            <a:pPr lvl="4"/>
            <a:r>
              <a:rPr lang="en-GB" dirty="0"/>
              <a:t>Fifth level</a:t>
            </a:r>
          </a:p>
        </p:txBody>
      </p:sp>
      <p:pic>
        <p:nvPicPr>
          <p:cNvPr id="6" name="Graphic 5">
            <a:extLst>
              <a:ext uri="{FF2B5EF4-FFF2-40B4-BE49-F238E27FC236}">
                <a16:creationId xmlns:a16="http://schemas.microsoft.com/office/drawing/2014/main" id="{49E251BA-D576-4F2D-A8CA-DDB830A0D1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pic>
        <p:nvPicPr>
          <p:cNvPr id="7" name="Graphic 6">
            <a:extLst>
              <a:ext uri="{FF2B5EF4-FFF2-40B4-BE49-F238E27FC236}">
                <a16:creationId xmlns:a16="http://schemas.microsoft.com/office/drawing/2014/main" id="{89E63ECD-EC64-4F43-A0E7-73EE81CABF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pic>
        <p:nvPicPr>
          <p:cNvPr id="10" name="Graphic 9">
            <a:extLst>
              <a:ext uri="{FF2B5EF4-FFF2-40B4-BE49-F238E27FC236}">
                <a16:creationId xmlns:a16="http://schemas.microsoft.com/office/drawing/2014/main" id="{993F7E65-547E-4AF2-918B-72EBCE47627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spTree>
    <p:extLst>
      <p:ext uri="{BB962C8B-B14F-4D97-AF65-F5344CB8AC3E}">
        <p14:creationId xmlns:p14="http://schemas.microsoft.com/office/powerpoint/2010/main" val="30456193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4_image">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25" y="381000"/>
            <a:ext cx="761167" cy="287991"/>
          </a:xfrm>
          <a:prstGeom prst="rect">
            <a:avLst/>
          </a:prstGeom>
        </p:spPr>
      </p:pic>
      <p:sp>
        <p:nvSpPr>
          <p:cNvPr id="9" name="Footer Placeholder 3">
            <a:extLst>
              <a:ext uri="{FF2B5EF4-FFF2-40B4-BE49-F238E27FC236}">
                <a16:creationId xmlns:a16="http://schemas.microsoft.com/office/drawing/2014/main" id="{E6D85B0E-0EBF-7145-BA52-997F84B0DB8C}"/>
              </a:ext>
            </a:extLst>
          </p:cNvPr>
          <p:cNvSpPr>
            <a:spLocks noGrp="1"/>
          </p:cNvSpPr>
          <p:nvPr>
            <p:ph type="ftr" sz="quarter" idx="3"/>
          </p:nvPr>
        </p:nvSpPr>
        <p:spPr>
          <a:xfrm>
            <a:off x="8364690" y="6277284"/>
            <a:ext cx="3449907"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12" name="Text Placeholder 4">
            <a:extLst>
              <a:ext uri="{FF2B5EF4-FFF2-40B4-BE49-F238E27FC236}">
                <a16:creationId xmlns:a16="http://schemas.microsoft.com/office/drawing/2014/main" id="{8EFE0667-A6DC-BB45-B75C-FD044D4032C7}"/>
              </a:ext>
            </a:extLst>
          </p:cNvPr>
          <p:cNvSpPr>
            <a:spLocks noGrp="1"/>
          </p:cNvSpPr>
          <p:nvPr>
            <p:ph type="body" sz="quarter" idx="16" hasCustomPrompt="1"/>
          </p:nvPr>
        </p:nvSpPr>
        <p:spPr>
          <a:xfrm>
            <a:off x="8364690" y="1562100"/>
            <a:ext cx="3442179" cy="4438650"/>
          </a:xfrm>
        </p:spPr>
        <p:txBody>
          <a:bodyPr/>
          <a:lstStyle>
            <a:lvl1pPr>
              <a:spcBef>
                <a:spcPts val="700"/>
              </a:spcBef>
              <a:defRPr sz="3000">
                <a:solidFill>
                  <a:schemeClr val="tx1"/>
                </a:solidFill>
              </a:defRPr>
            </a:lvl1pPr>
            <a:lvl2pPr>
              <a:lnSpc>
                <a:spcPct val="100000"/>
              </a:lnSpc>
              <a:spcBef>
                <a:spcPts val="500"/>
              </a:spcBef>
              <a:defRPr sz="2000">
                <a:solidFill>
                  <a:schemeClr val="tx1"/>
                </a:solidFill>
              </a:defRPr>
            </a:lvl2pPr>
            <a:lvl3pPr marL="0" indent="0">
              <a:lnSpc>
                <a:spcPct val="100000"/>
              </a:lnSpc>
              <a:spcBef>
                <a:spcPts val="2000"/>
              </a:spcBef>
              <a:spcAft>
                <a:spcPts val="500"/>
              </a:spcAft>
              <a:buNone/>
              <a:defRPr sz="1200">
                <a:solidFill>
                  <a:schemeClr val="tx1"/>
                </a:solidFill>
              </a:defRPr>
            </a:lvl3pPr>
            <a:lvl4pPr marL="0" indent="0">
              <a:lnSpc>
                <a:spcPct val="100000"/>
              </a:lnSpc>
              <a:spcBef>
                <a:spcPts val="500"/>
              </a:spcBef>
              <a:spcAft>
                <a:spcPts val="500"/>
              </a:spcAft>
              <a:buNone/>
              <a:tabLst/>
              <a:defRPr>
                <a:solidFill>
                  <a:schemeClr val="tx1"/>
                </a:solidFill>
              </a:defRPr>
            </a:lvl4pPr>
            <a:lvl5pPr marL="0" indent="0">
              <a:lnSpc>
                <a:spcPct val="100000"/>
              </a:lnSpc>
              <a:spcBef>
                <a:spcPts val="500"/>
              </a:spcBef>
              <a:spcAft>
                <a:spcPts val="500"/>
              </a:spcAft>
              <a:buNone/>
              <a:tabLst/>
              <a:defRPr>
                <a:solidFill>
                  <a:schemeClr val="tx1"/>
                </a:solidFill>
              </a:defRPr>
            </a:lvl5pPr>
          </a:lstStyle>
          <a:p>
            <a:pPr lvl="0"/>
            <a:r>
              <a:rPr lang="en-GB" dirty="0"/>
              <a:t>First level – title</a:t>
            </a:r>
            <a:br>
              <a:rPr lang="en-GB" dirty="0"/>
            </a:br>
            <a:r>
              <a:rPr lang="en-GB" dirty="0"/>
              <a:t>Second level – subtitle</a:t>
            </a:r>
            <a:br>
              <a:rPr lang="en-GB" dirty="0"/>
            </a:br>
            <a:r>
              <a:rPr lang="en-GB" dirty="0"/>
              <a:t>Third level – date</a:t>
            </a:r>
          </a:p>
          <a:p>
            <a:pPr lvl="1"/>
            <a:r>
              <a:rPr lang="en-GB" dirty="0"/>
              <a:t>Second level</a:t>
            </a:r>
          </a:p>
          <a:p>
            <a:pPr lvl="2"/>
            <a:r>
              <a:rPr lang="en-GB" dirty="0"/>
              <a:t>Third level – date</a:t>
            </a:r>
          </a:p>
          <a:p>
            <a:pPr lvl="3"/>
            <a:r>
              <a:rPr lang="en-GB" dirty="0"/>
              <a:t>Fourth level</a:t>
            </a:r>
          </a:p>
          <a:p>
            <a:pPr lvl="4"/>
            <a:r>
              <a:rPr lang="en-GB" dirty="0"/>
              <a:t>Fifth level</a:t>
            </a:r>
          </a:p>
        </p:txBody>
      </p:sp>
      <p:pic>
        <p:nvPicPr>
          <p:cNvPr id="6" name="Graphic 5">
            <a:extLst>
              <a:ext uri="{FF2B5EF4-FFF2-40B4-BE49-F238E27FC236}">
                <a16:creationId xmlns:a16="http://schemas.microsoft.com/office/drawing/2014/main" id="{49E251BA-D576-4F2D-A8CA-DDB830A0D1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pic>
        <p:nvPicPr>
          <p:cNvPr id="7" name="Graphic 6">
            <a:extLst>
              <a:ext uri="{FF2B5EF4-FFF2-40B4-BE49-F238E27FC236}">
                <a16:creationId xmlns:a16="http://schemas.microsoft.com/office/drawing/2014/main" id="{89E63ECD-EC64-4F43-A0E7-73EE81CABF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pic>
        <p:nvPicPr>
          <p:cNvPr id="10" name="Graphic 9">
            <a:extLst>
              <a:ext uri="{FF2B5EF4-FFF2-40B4-BE49-F238E27FC236}">
                <a16:creationId xmlns:a16="http://schemas.microsoft.com/office/drawing/2014/main" id="{993F7E65-547E-4AF2-918B-72EBCE47627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1025" y="381000"/>
            <a:ext cx="761167" cy="287991"/>
          </a:xfrm>
          <a:prstGeom prst="rect">
            <a:avLst/>
          </a:prstGeom>
        </p:spPr>
      </p:pic>
      <p:pic>
        <p:nvPicPr>
          <p:cNvPr id="14" name="Picture Placeholder 9">
            <a:extLst>
              <a:ext uri="{FF2B5EF4-FFF2-40B4-BE49-F238E27FC236}">
                <a16:creationId xmlns:a16="http://schemas.microsoft.com/office/drawing/2014/main" id="{B7999D87-449E-B548-A4B0-E7455602C6A4}"/>
              </a:ext>
            </a:extLst>
          </p:cNvPr>
          <p:cNvPicPr>
            <a:picLocks noChangeAspect="1"/>
          </p:cNvPicPr>
          <p:nvPr userDrawn="1"/>
        </p:nvPicPr>
        <p:blipFill rotWithShape="1">
          <a:blip r:embed="rId4"/>
          <a:srcRect t="55" b="55"/>
          <a:stretch/>
        </p:blipFill>
        <p:spPr>
          <a:xfrm>
            <a:off x="1522512" y="-1"/>
            <a:ext cx="6483665" cy="6857554"/>
          </a:xfrm>
          <a:prstGeom prst="rect">
            <a:avLst/>
          </a:prstGeom>
        </p:spPr>
      </p:pic>
    </p:spTree>
    <p:extLst>
      <p:ext uri="{BB962C8B-B14F-4D97-AF65-F5344CB8AC3E}">
        <p14:creationId xmlns:p14="http://schemas.microsoft.com/office/powerpoint/2010/main" val="8840838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 Slide">
    <p:bg>
      <p:bgPr>
        <a:solidFill>
          <a:srgbClr val="E5EFF0"/>
        </a:solidFill>
        <a:effectLst/>
      </p:bgPr>
    </p:bg>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5BB202A0-3E3B-F343-940D-EC8DA58AFD3D}"/>
              </a:ext>
            </a:extLst>
          </p:cNvPr>
          <p:cNvSpPr>
            <a:spLocks noGrp="1"/>
          </p:cNvSpPr>
          <p:nvPr>
            <p:ph type="pic" sz="quarter" idx="14"/>
          </p:nvPr>
        </p:nvSpPr>
        <p:spPr>
          <a:xfrm>
            <a:off x="4951735" y="0"/>
            <a:ext cx="7240265" cy="6857554"/>
          </a:xfrm>
          <a:noFill/>
        </p:spPr>
        <p:txBody>
          <a:bodyPr tIns="5669280"/>
          <a:lstStyle>
            <a:lvl1pPr algn="ctr">
              <a:defRPr/>
            </a:lvl1pPr>
          </a:lstStyle>
          <a:p>
            <a:r>
              <a:rPr lang="en-US" altLang="zh-CN"/>
              <a:t>Click icon to add picture</a:t>
            </a:r>
            <a:endParaRPr lang="en-GB"/>
          </a:p>
        </p:txBody>
      </p:sp>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360983" y="2570786"/>
            <a:ext cx="4205219" cy="934499"/>
          </a:xfrm>
        </p:spPr>
        <p:txBody>
          <a:bodyPr anchor="t">
            <a:noAutofit/>
          </a:bodyPr>
          <a:lstStyle>
            <a:lvl1pPr algn="l">
              <a:lnSpc>
                <a:spcPct val="100000"/>
              </a:lnSpc>
              <a:defRPr sz="2500" b="0" i="0">
                <a:solidFill>
                  <a:schemeClr val="tx1"/>
                </a:solidFill>
                <a:latin typeface="Helvetica Now Text" panose="020B0504030202020204" pitchFamily="34" charset="77"/>
              </a:defRPr>
            </a:lvl1pPr>
          </a:lstStyle>
          <a:p>
            <a:r>
              <a:rPr lang="en-GB" dirty="0"/>
              <a:t>Click to edit </a:t>
            </a:r>
            <a:br>
              <a:rPr lang="en-GB" dirty="0"/>
            </a:br>
            <a:r>
              <a:rPr lang="en-GB" dirty="0"/>
              <a:t>Divider title</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lvl1pPr>
              <a:defRPr>
                <a:solidFill>
                  <a:schemeClr val="bg1"/>
                </a:solidFill>
              </a:defRPr>
            </a:lvl1pPr>
          </a:lstStyle>
          <a:p>
            <a:fld id="{91D568E7-61F5-D04E-995D-81EF41C01A2A}" type="slidenum">
              <a:rPr lang="en-GB" smtClean="0"/>
              <a:pPr/>
              <a:t>‹#›</a:t>
            </a:fld>
            <a:endParaRPr lang="en-GB" dirty="0"/>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lvl1pPr>
              <a:defRPr>
                <a:solidFill>
                  <a:schemeClr val="bg1"/>
                </a:solidFill>
              </a:defRPr>
            </a:lvl1pPr>
          </a:lstStyle>
          <a:p>
            <a:r>
              <a:rPr lang="en-GB" dirty="0"/>
              <a:t>Legal Copy Helvetica Regular 8/9.6 White</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232670" y="524951"/>
            <a:ext cx="4284843" cy="2045835"/>
          </a:xfrm>
        </p:spPr>
        <p:txBody>
          <a:bodyPr wrap="square">
            <a:noAutofit/>
          </a:bodyPr>
          <a:lstStyle>
            <a:lvl1pPr marL="0" indent="0" algn="l">
              <a:spcAft>
                <a:spcPts val="0"/>
              </a:spcAft>
              <a:buNone/>
              <a:defRPr sz="15400" b="0" i="0">
                <a:solidFill>
                  <a:schemeClr val="accent1"/>
                </a:solidFill>
                <a:latin typeface="Helvetica Now Text Light" panose="020B04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0</a:t>
            </a:r>
            <a:endParaRPr lang="en-US" dirty="0"/>
          </a:p>
        </p:txBody>
      </p:sp>
    </p:spTree>
    <p:extLst>
      <p:ext uri="{BB962C8B-B14F-4D97-AF65-F5344CB8AC3E}">
        <p14:creationId xmlns:p14="http://schemas.microsoft.com/office/powerpoint/2010/main" val="3533414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s dark bac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bg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pPr lvl="0"/>
            <a:r>
              <a:rPr lang="en-GB" dirty="0"/>
              <a:t>Click to add subtitle</a:t>
            </a:r>
            <a:endParaRPr lang="en-US"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dirty="0"/>
              <a:t>Legal Copy Helvetica Regular 8/9.6 Black</a:t>
            </a:r>
          </a:p>
        </p:txBody>
      </p:sp>
      <p:sp>
        <p:nvSpPr>
          <p:cNvPr id="9" name="Text Placeholder 8">
            <a:extLst>
              <a:ext uri="{FF2B5EF4-FFF2-40B4-BE49-F238E27FC236}">
                <a16:creationId xmlns:a16="http://schemas.microsoft.com/office/drawing/2014/main" id="{0DD1AB83-01DE-0A49-98C3-4736CB7E9B49}"/>
              </a:ext>
            </a:extLst>
          </p:cNvPr>
          <p:cNvSpPr>
            <a:spLocks noGrp="1"/>
          </p:cNvSpPr>
          <p:nvPr>
            <p:ph type="body" sz="quarter" idx="14" hasCustomPrompt="1"/>
          </p:nvPr>
        </p:nvSpPr>
        <p:spPr>
          <a:xfrm>
            <a:off x="1134878" y="1565716"/>
            <a:ext cx="1815425" cy="1863284"/>
          </a:xfrm>
        </p:spPr>
        <p:txBody>
          <a:bodyPr/>
          <a:lstStyle>
            <a:lvl1pPr marL="356394" indent="-356394">
              <a:spcAft>
                <a:spcPts val="0"/>
              </a:spcAft>
              <a:tabLst/>
              <a:defRPr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00	Type number then a tab, then the contents text. Make the numbers bold</a:t>
            </a:r>
          </a:p>
        </p:txBody>
      </p:sp>
      <p:sp>
        <p:nvSpPr>
          <p:cNvPr id="12" name="Text Placeholder 8">
            <a:extLst>
              <a:ext uri="{FF2B5EF4-FFF2-40B4-BE49-F238E27FC236}">
                <a16:creationId xmlns:a16="http://schemas.microsoft.com/office/drawing/2014/main" id="{FE7811F0-B8DA-4A4B-AB9D-AC55F824C77B}"/>
              </a:ext>
            </a:extLst>
          </p:cNvPr>
          <p:cNvSpPr>
            <a:spLocks noGrp="1"/>
          </p:cNvSpPr>
          <p:nvPr>
            <p:ph type="body" sz="quarter" idx="15" hasCustomPrompt="1"/>
          </p:nvPr>
        </p:nvSpPr>
        <p:spPr>
          <a:xfrm>
            <a:off x="3811274" y="1565716"/>
            <a:ext cx="1815425" cy="1863284"/>
          </a:xfrm>
        </p:spPr>
        <p:txBody>
          <a:bodyPr/>
          <a:lstStyle>
            <a:lvl1pPr marL="356394" indent="-356394">
              <a:spcAft>
                <a:spcPts val="0"/>
              </a:spcAft>
              <a:tabLst/>
              <a:defRPr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00	Type number then a tab, then the contents text. Make the numbers bold</a:t>
            </a:r>
          </a:p>
        </p:txBody>
      </p:sp>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p:txBody>
          <a:bodyPr/>
          <a:lstStyle>
            <a:lvl1pPr>
              <a:defRPr>
                <a:solidFill>
                  <a:schemeClr val="bg1"/>
                </a:solidFill>
              </a:defRPr>
            </a:lvl1pPr>
          </a:lstStyle>
          <a:p>
            <a:r>
              <a:rPr lang="en-GB" dirty="0"/>
              <a:t>Contents – click to add title</a:t>
            </a:r>
          </a:p>
        </p:txBody>
      </p:sp>
    </p:spTree>
    <p:extLst>
      <p:ext uri="{BB962C8B-B14F-4D97-AF65-F5344CB8AC3E}">
        <p14:creationId xmlns:p14="http://schemas.microsoft.com/office/powerpoint/2010/main" val="483444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pPr lvl="0"/>
            <a:r>
              <a:rPr lang="en-GB" dirty="0"/>
              <a:t>Click to add subhead</a:t>
            </a:r>
            <a:endParaRPr lang="en-US"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10" name="Picture Placeholder 9">
            <a:extLst>
              <a:ext uri="{FF2B5EF4-FFF2-40B4-BE49-F238E27FC236}">
                <a16:creationId xmlns:a16="http://schemas.microsoft.com/office/drawing/2014/main" id="{13ABD6EA-57B1-E841-A2FC-D564D9E5FDC6}"/>
              </a:ext>
            </a:extLst>
          </p:cNvPr>
          <p:cNvSpPr>
            <a:spLocks noGrp="1"/>
          </p:cNvSpPr>
          <p:nvPr>
            <p:ph type="pic" sz="quarter" idx="14"/>
          </p:nvPr>
        </p:nvSpPr>
        <p:spPr>
          <a:xfrm>
            <a:off x="1146592" y="1562100"/>
            <a:ext cx="1898558" cy="2307163"/>
          </a:xfrm>
          <a:noFill/>
        </p:spPr>
        <p:txBody>
          <a:bodyPr/>
          <a:lstStyle>
            <a:lvl1pPr>
              <a:defRPr b="0"/>
            </a:lvl1pPr>
          </a:lstStyle>
          <a:p>
            <a:r>
              <a:rPr lang="en-US" altLang="zh-CN"/>
              <a:t>Click icon to add picture</a:t>
            </a:r>
            <a:endParaRPr lang="en-GB" dirty="0"/>
          </a:p>
        </p:txBody>
      </p:sp>
      <p:sp>
        <p:nvSpPr>
          <p:cNvPr id="12" name="Text Placeholder 11">
            <a:extLst>
              <a:ext uri="{FF2B5EF4-FFF2-40B4-BE49-F238E27FC236}">
                <a16:creationId xmlns:a16="http://schemas.microsoft.com/office/drawing/2014/main" id="{6610D141-49A2-A047-8FB7-140EBDBBC4B0}"/>
              </a:ext>
            </a:extLst>
          </p:cNvPr>
          <p:cNvSpPr>
            <a:spLocks noGrp="1"/>
          </p:cNvSpPr>
          <p:nvPr>
            <p:ph type="body" sz="quarter" idx="15" hasCustomPrompt="1"/>
          </p:nvPr>
        </p:nvSpPr>
        <p:spPr>
          <a:xfrm>
            <a:off x="1132524" y="4001952"/>
            <a:ext cx="1906296" cy="1196182"/>
          </a:xfrm>
        </p:spPr>
        <p:txBody>
          <a:bodyPr/>
          <a:lstStyle>
            <a:lvl1pPr>
              <a:lnSpc>
                <a:spcPct val="100000"/>
              </a:lnSpc>
              <a:spcAft>
                <a:spcPts val="300"/>
              </a:spcAft>
              <a:defRPr>
                <a:solidFill>
                  <a:schemeClr val="tx1"/>
                </a:solidFill>
              </a:defRPr>
            </a:lvl1pPr>
            <a:lvl2pPr>
              <a:lnSpc>
                <a:spcPct val="117000"/>
              </a:lnSpc>
              <a:spcAft>
                <a:spcPts val="5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Name First level, Job title second level</a:t>
            </a:r>
          </a:p>
          <a:p>
            <a:pPr lvl="1"/>
            <a:r>
              <a:rPr lang="en-GB" dirty="0"/>
              <a:t>Second level</a:t>
            </a:r>
          </a:p>
        </p:txBody>
      </p:sp>
      <p:sp>
        <p:nvSpPr>
          <p:cNvPr id="13" name="Picture Placeholder 9">
            <a:extLst>
              <a:ext uri="{FF2B5EF4-FFF2-40B4-BE49-F238E27FC236}">
                <a16:creationId xmlns:a16="http://schemas.microsoft.com/office/drawing/2014/main" id="{37A97B9B-8660-E34D-8A5E-ED215B1104FD}"/>
              </a:ext>
            </a:extLst>
          </p:cNvPr>
          <p:cNvSpPr>
            <a:spLocks noGrp="1"/>
          </p:cNvSpPr>
          <p:nvPr>
            <p:ph type="pic" sz="quarter" idx="16"/>
          </p:nvPr>
        </p:nvSpPr>
        <p:spPr>
          <a:xfrm>
            <a:off x="3810249" y="1562100"/>
            <a:ext cx="1898558" cy="2307163"/>
          </a:xfrm>
          <a:noFill/>
        </p:spPr>
        <p:txBody>
          <a:bodyPr/>
          <a:lstStyle>
            <a:lvl1pPr>
              <a:defRPr b="0"/>
            </a:lvl1pPr>
          </a:lstStyle>
          <a:p>
            <a:r>
              <a:rPr lang="en-US" altLang="zh-CN"/>
              <a:t>Click icon to add picture</a:t>
            </a:r>
            <a:endParaRPr lang="en-GB" dirty="0"/>
          </a:p>
        </p:txBody>
      </p:sp>
      <p:sp>
        <p:nvSpPr>
          <p:cNvPr id="14" name="Text Placeholder 11">
            <a:extLst>
              <a:ext uri="{FF2B5EF4-FFF2-40B4-BE49-F238E27FC236}">
                <a16:creationId xmlns:a16="http://schemas.microsoft.com/office/drawing/2014/main" id="{9BEC9BDE-AEC9-004B-A6D3-C047F4216329}"/>
              </a:ext>
            </a:extLst>
          </p:cNvPr>
          <p:cNvSpPr>
            <a:spLocks noGrp="1"/>
          </p:cNvSpPr>
          <p:nvPr>
            <p:ph type="body" sz="quarter" idx="17" hasCustomPrompt="1"/>
          </p:nvPr>
        </p:nvSpPr>
        <p:spPr>
          <a:xfrm>
            <a:off x="3798525" y="4001952"/>
            <a:ext cx="1906296" cy="1196182"/>
          </a:xfrm>
        </p:spPr>
        <p:txBody>
          <a:bodyPr/>
          <a:lstStyle>
            <a:lvl1pPr marL="0" marR="0" indent="0" algn="l" defTabSz="914355" rtl="0" eaLnBrk="1" fontAlgn="auto" latinLnBrk="0" hangingPunct="1">
              <a:lnSpc>
                <a:spcPct val="100000"/>
              </a:lnSpc>
              <a:spcBef>
                <a:spcPts val="0"/>
              </a:spcBef>
              <a:spcAft>
                <a:spcPts val="300"/>
              </a:spcAft>
              <a:buClrTx/>
              <a:buSzTx/>
              <a:buFont typeface="Arial" panose="020B0604020202020204" pitchFamily="34" charset="0"/>
              <a:buNone/>
              <a:tabLst/>
              <a:defRPr>
                <a:solidFill>
                  <a:schemeClr val="tx1"/>
                </a:solidFill>
              </a:defRPr>
            </a:lvl1pPr>
            <a:lvl2pPr>
              <a:lnSpc>
                <a:spcPct val="117000"/>
              </a:lnSpc>
              <a:spcAft>
                <a:spcPts val="5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Name First level, Job title second level</a:t>
            </a:r>
          </a:p>
          <a:p>
            <a:pPr lvl="1"/>
            <a:r>
              <a:rPr lang="en-GB" dirty="0"/>
              <a:t>Second level</a:t>
            </a:r>
          </a:p>
        </p:txBody>
      </p:sp>
      <p:sp>
        <p:nvSpPr>
          <p:cNvPr id="15" name="Picture Placeholder 9">
            <a:extLst>
              <a:ext uri="{FF2B5EF4-FFF2-40B4-BE49-F238E27FC236}">
                <a16:creationId xmlns:a16="http://schemas.microsoft.com/office/drawing/2014/main" id="{1591472C-0982-C04B-B734-610F55B85769}"/>
              </a:ext>
            </a:extLst>
          </p:cNvPr>
          <p:cNvSpPr>
            <a:spLocks noGrp="1"/>
          </p:cNvSpPr>
          <p:nvPr>
            <p:ph type="pic" sz="quarter" idx="18"/>
          </p:nvPr>
        </p:nvSpPr>
        <p:spPr>
          <a:xfrm>
            <a:off x="6473905" y="1562100"/>
            <a:ext cx="1898558" cy="2307163"/>
          </a:xfrm>
          <a:noFill/>
        </p:spPr>
        <p:txBody>
          <a:bodyPr/>
          <a:lstStyle>
            <a:lvl1pPr>
              <a:defRPr b="0"/>
            </a:lvl1pPr>
          </a:lstStyle>
          <a:p>
            <a:r>
              <a:rPr lang="en-US" altLang="zh-CN"/>
              <a:t>Click icon to add picture</a:t>
            </a:r>
            <a:endParaRPr lang="en-GB" dirty="0"/>
          </a:p>
        </p:txBody>
      </p:sp>
      <p:sp>
        <p:nvSpPr>
          <p:cNvPr id="16" name="Text Placeholder 11">
            <a:extLst>
              <a:ext uri="{FF2B5EF4-FFF2-40B4-BE49-F238E27FC236}">
                <a16:creationId xmlns:a16="http://schemas.microsoft.com/office/drawing/2014/main" id="{960251DD-ACC3-EA47-91CA-CB389DDF49AA}"/>
              </a:ext>
            </a:extLst>
          </p:cNvPr>
          <p:cNvSpPr>
            <a:spLocks noGrp="1"/>
          </p:cNvSpPr>
          <p:nvPr>
            <p:ph type="body" sz="quarter" idx="19" hasCustomPrompt="1"/>
          </p:nvPr>
        </p:nvSpPr>
        <p:spPr>
          <a:xfrm>
            <a:off x="6464526" y="4001952"/>
            <a:ext cx="1906296" cy="1196182"/>
          </a:xfrm>
        </p:spPr>
        <p:txBody>
          <a:bodyPr/>
          <a:lstStyle>
            <a:lvl1pPr marL="0" marR="0" indent="0" algn="l" defTabSz="914355" rtl="0" eaLnBrk="1" fontAlgn="auto" latinLnBrk="0" hangingPunct="1">
              <a:lnSpc>
                <a:spcPct val="100000"/>
              </a:lnSpc>
              <a:spcBef>
                <a:spcPts val="0"/>
              </a:spcBef>
              <a:spcAft>
                <a:spcPts val="300"/>
              </a:spcAft>
              <a:buClrTx/>
              <a:buSzTx/>
              <a:buFont typeface="Arial" panose="020B0604020202020204" pitchFamily="34" charset="0"/>
              <a:buNone/>
              <a:tabLst/>
              <a:defRPr>
                <a:solidFill>
                  <a:schemeClr val="tx1"/>
                </a:solidFill>
              </a:defRPr>
            </a:lvl1pPr>
            <a:lvl2pPr>
              <a:lnSpc>
                <a:spcPct val="117000"/>
              </a:lnSpc>
              <a:spcAft>
                <a:spcPts val="5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Name First level, Job title second level</a:t>
            </a:r>
          </a:p>
          <a:p>
            <a:pPr lvl="1"/>
            <a:r>
              <a:rPr lang="en-GB" dirty="0"/>
              <a:t>Second level</a:t>
            </a:r>
          </a:p>
        </p:txBody>
      </p:sp>
      <p:sp>
        <p:nvSpPr>
          <p:cNvPr id="17" name="Picture Placeholder 9">
            <a:extLst>
              <a:ext uri="{FF2B5EF4-FFF2-40B4-BE49-F238E27FC236}">
                <a16:creationId xmlns:a16="http://schemas.microsoft.com/office/drawing/2014/main" id="{313F46F7-0EF6-244D-A236-B4BEBB2D08F1}"/>
              </a:ext>
            </a:extLst>
          </p:cNvPr>
          <p:cNvSpPr>
            <a:spLocks noGrp="1"/>
          </p:cNvSpPr>
          <p:nvPr>
            <p:ph type="pic" sz="quarter" idx="20"/>
          </p:nvPr>
        </p:nvSpPr>
        <p:spPr>
          <a:xfrm>
            <a:off x="9137561" y="1562100"/>
            <a:ext cx="1898558" cy="2307163"/>
          </a:xfrm>
          <a:noFill/>
        </p:spPr>
        <p:txBody>
          <a:bodyPr/>
          <a:lstStyle>
            <a:lvl1pPr>
              <a:defRPr b="0"/>
            </a:lvl1pPr>
          </a:lstStyle>
          <a:p>
            <a:r>
              <a:rPr lang="en-US" altLang="zh-CN"/>
              <a:t>Click icon to add picture</a:t>
            </a:r>
            <a:endParaRPr lang="en-GB" dirty="0"/>
          </a:p>
        </p:txBody>
      </p:sp>
      <p:sp>
        <p:nvSpPr>
          <p:cNvPr id="18" name="Text Placeholder 11">
            <a:extLst>
              <a:ext uri="{FF2B5EF4-FFF2-40B4-BE49-F238E27FC236}">
                <a16:creationId xmlns:a16="http://schemas.microsoft.com/office/drawing/2014/main" id="{143326D2-32A3-424F-A62C-215653886E75}"/>
              </a:ext>
            </a:extLst>
          </p:cNvPr>
          <p:cNvSpPr>
            <a:spLocks noGrp="1"/>
          </p:cNvSpPr>
          <p:nvPr>
            <p:ph type="body" sz="quarter" idx="21" hasCustomPrompt="1"/>
          </p:nvPr>
        </p:nvSpPr>
        <p:spPr>
          <a:xfrm>
            <a:off x="9123493" y="4001952"/>
            <a:ext cx="1906296" cy="1196182"/>
          </a:xfrm>
        </p:spPr>
        <p:txBody>
          <a:bodyPr/>
          <a:lstStyle>
            <a:lvl1pPr marL="0" marR="0" indent="0" algn="l" defTabSz="914355" rtl="0" eaLnBrk="1" fontAlgn="auto" latinLnBrk="0" hangingPunct="1">
              <a:lnSpc>
                <a:spcPct val="100000"/>
              </a:lnSpc>
              <a:spcBef>
                <a:spcPts val="0"/>
              </a:spcBef>
              <a:spcAft>
                <a:spcPts val="300"/>
              </a:spcAft>
              <a:buClrTx/>
              <a:buSzTx/>
              <a:buFont typeface="Arial" panose="020B0604020202020204" pitchFamily="34" charset="0"/>
              <a:buNone/>
              <a:tabLst/>
              <a:defRPr>
                <a:solidFill>
                  <a:schemeClr val="tx1"/>
                </a:solidFill>
              </a:defRPr>
            </a:lvl1pPr>
            <a:lvl2pPr>
              <a:lnSpc>
                <a:spcPct val="117000"/>
              </a:lnSpc>
              <a:spcAft>
                <a:spcPts val="5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Name First level, Job title second level</a:t>
            </a:r>
          </a:p>
          <a:p>
            <a:pPr lvl="1"/>
            <a:r>
              <a:rPr lang="en-GB" dirty="0"/>
              <a:t>Second level</a:t>
            </a:r>
          </a:p>
        </p:txBody>
      </p:sp>
      <p:sp>
        <p:nvSpPr>
          <p:cNvPr id="19" name="Title 18">
            <a:extLst>
              <a:ext uri="{FF2B5EF4-FFF2-40B4-BE49-F238E27FC236}">
                <a16:creationId xmlns:a16="http://schemas.microsoft.com/office/drawing/2014/main" id="{57B7E86D-DAE6-8745-948F-8FCF64B1EEF4}"/>
              </a:ext>
            </a:extLst>
          </p:cNvPr>
          <p:cNvSpPr>
            <a:spLocks noGrp="1"/>
          </p:cNvSpPr>
          <p:nvPr>
            <p:ph type="title" hasCustomPrompt="1"/>
          </p:nvPr>
        </p:nvSpPr>
        <p:spPr/>
        <p:txBody>
          <a:bodyPr/>
          <a:lstStyle/>
          <a:p>
            <a:r>
              <a:rPr lang="en-GB" dirty="0"/>
              <a:t>Speakers – click to add title</a:t>
            </a:r>
          </a:p>
        </p:txBody>
      </p:sp>
    </p:spTree>
    <p:extLst>
      <p:ext uri="{BB962C8B-B14F-4D97-AF65-F5344CB8AC3E}">
        <p14:creationId xmlns:p14="http://schemas.microsoft.com/office/powerpoint/2010/main" val="30094884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12" name="Text Placeholder 11">
            <a:extLst>
              <a:ext uri="{FF2B5EF4-FFF2-40B4-BE49-F238E27FC236}">
                <a16:creationId xmlns:a16="http://schemas.microsoft.com/office/drawing/2014/main" id="{6610D141-49A2-A047-8FB7-140EBDBBC4B0}"/>
              </a:ext>
            </a:extLst>
          </p:cNvPr>
          <p:cNvSpPr>
            <a:spLocks noGrp="1"/>
          </p:cNvSpPr>
          <p:nvPr>
            <p:ph type="body" sz="quarter" idx="15" hasCustomPrompt="1"/>
          </p:nvPr>
        </p:nvSpPr>
        <p:spPr>
          <a:xfrm>
            <a:off x="1125489" y="2268721"/>
            <a:ext cx="1906296" cy="1196182"/>
          </a:xfrm>
        </p:spPr>
        <p:txBody>
          <a:bodyPr/>
          <a:lstStyle>
            <a:lvl1pPr>
              <a:lnSpc>
                <a:spcPct val="100000"/>
              </a:lnSpc>
              <a:spcAft>
                <a:spcPts val="600"/>
              </a:spcAft>
              <a:defRPr>
                <a:solidFill>
                  <a:schemeClr val="tx1"/>
                </a:solidFill>
              </a:defRPr>
            </a:lvl1pPr>
            <a:lvl2pPr>
              <a:lnSpc>
                <a:spcPct val="117000"/>
              </a:lnSpc>
              <a:spcAft>
                <a:spcPts val="500"/>
              </a:spcAft>
              <a:defRPr b="0" i="0">
                <a:solidFill>
                  <a:schemeClr val="tx1"/>
                </a:solidFill>
                <a:latin typeface="Helvetica Now Text" panose="020B0504030202020204" pitchFamily="34" charset="77"/>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a subheading – First level. Type text Second level</a:t>
            </a:r>
          </a:p>
          <a:p>
            <a:pPr lvl="1"/>
            <a:r>
              <a:rPr lang="en-GB" dirty="0"/>
              <a:t>Second level</a:t>
            </a:r>
          </a:p>
        </p:txBody>
      </p:sp>
      <p:sp>
        <p:nvSpPr>
          <p:cNvPr id="19" name="Text Placeholder 2">
            <a:extLst>
              <a:ext uri="{FF2B5EF4-FFF2-40B4-BE49-F238E27FC236}">
                <a16:creationId xmlns:a16="http://schemas.microsoft.com/office/drawing/2014/main" id="{E49045D9-F474-534B-B66E-E6ADDDF84880}"/>
              </a:ext>
            </a:extLst>
          </p:cNvPr>
          <p:cNvSpPr>
            <a:spLocks noGrp="1"/>
          </p:cNvSpPr>
          <p:nvPr>
            <p:ph type="body" idx="1" hasCustomPrompt="1"/>
          </p:nvPr>
        </p:nvSpPr>
        <p:spPr>
          <a:xfrm>
            <a:off x="1024845" y="1472945"/>
            <a:ext cx="2107585" cy="823912"/>
          </a:xfrm>
        </p:spPr>
        <p:txBody>
          <a:bodyPr anchor="t"/>
          <a:lstStyle>
            <a:lvl1pPr marL="0" indent="0" algn="ctr">
              <a:spcAft>
                <a:spcPts val="0"/>
              </a:spcAft>
              <a:buNone/>
              <a:defRPr sz="5000" b="0" i="0" spc="-50" baseline="0">
                <a:solidFill>
                  <a:schemeClr val="tx1"/>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00:00</a:t>
            </a:r>
          </a:p>
        </p:txBody>
      </p:sp>
      <p:sp>
        <p:nvSpPr>
          <p:cNvPr id="20" name="Text Placeholder 2">
            <a:extLst>
              <a:ext uri="{FF2B5EF4-FFF2-40B4-BE49-F238E27FC236}">
                <a16:creationId xmlns:a16="http://schemas.microsoft.com/office/drawing/2014/main" id="{54251FBB-F5DB-CF4D-9F5D-7C56555892F7}"/>
              </a:ext>
            </a:extLst>
          </p:cNvPr>
          <p:cNvSpPr>
            <a:spLocks noGrp="1"/>
          </p:cNvSpPr>
          <p:nvPr>
            <p:ph type="body" idx="16" hasCustomPrompt="1"/>
          </p:nvPr>
        </p:nvSpPr>
        <p:spPr>
          <a:xfrm>
            <a:off x="3703087" y="1472945"/>
            <a:ext cx="2107585" cy="823912"/>
          </a:xfrm>
        </p:spPr>
        <p:txBody>
          <a:bodyPr anchor="t"/>
          <a:lstStyle>
            <a:lvl1pPr marL="0" indent="0" algn="ctr">
              <a:spcAft>
                <a:spcPts val="0"/>
              </a:spcAft>
              <a:buNone/>
              <a:defRPr sz="5000" b="0" i="0" spc="-50" baseline="0">
                <a:solidFill>
                  <a:schemeClr val="tx1"/>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00:00</a:t>
            </a:r>
          </a:p>
        </p:txBody>
      </p:sp>
      <p:sp>
        <p:nvSpPr>
          <p:cNvPr id="21" name="Text Placeholder 2">
            <a:extLst>
              <a:ext uri="{FF2B5EF4-FFF2-40B4-BE49-F238E27FC236}">
                <a16:creationId xmlns:a16="http://schemas.microsoft.com/office/drawing/2014/main" id="{F79A4968-9A45-1F43-9FBF-F939A432017B}"/>
              </a:ext>
            </a:extLst>
          </p:cNvPr>
          <p:cNvSpPr>
            <a:spLocks noGrp="1"/>
          </p:cNvSpPr>
          <p:nvPr>
            <p:ph type="body" idx="17" hasCustomPrompt="1"/>
          </p:nvPr>
        </p:nvSpPr>
        <p:spPr>
          <a:xfrm>
            <a:off x="6381328" y="1472945"/>
            <a:ext cx="2107585" cy="823912"/>
          </a:xfrm>
        </p:spPr>
        <p:txBody>
          <a:bodyPr anchor="t"/>
          <a:lstStyle>
            <a:lvl1pPr marL="0" indent="0" algn="ctr">
              <a:spcAft>
                <a:spcPts val="0"/>
              </a:spcAft>
              <a:buNone/>
              <a:defRPr sz="5000" b="0" i="0" spc="-50" baseline="0">
                <a:solidFill>
                  <a:schemeClr val="accent2"/>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00:00</a:t>
            </a:r>
          </a:p>
        </p:txBody>
      </p:sp>
      <p:sp>
        <p:nvSpPr>
          <p:cNvPr id="22" name="Text Placeholder 2">
            <a:extLst>
              <a:ext uri="{FF2B5EF4-FFF2-40B4-BE49-F238E27FC236}">
                <a16:creationId xmlns:a16="http://schemas.microsoft.com/office/drawing/2014/main" id="{81177350-D59D-1A4B-866F-F6B33BFE23C9}"/>
              </a:ext>
            </a:extLst>
          </p:cNvPr>
          <p:cNvSpPr>
            <a:spLocks noGrp="1"/>
          </p:cNvSpPr>
          <p:nvPr>
            <p:ph type="body" idx="18" hasCustomPrompt="1"/>
          </p:nvPr>
        </p:nvSpPr>
        <p:spPr>
          <a:xfrm>
            <a:off x="9059570" y="1472945"/>
            <a:ext cx="2107585" cy="823912"/>
          </a:xfrm>
        </p:spPr>
        <p:txBody>
          <a:bodyPr anchor="t"/>
          <a:lstStyle>
            <a:lvl1pPr marL="0" indent="0" algn="ctr">
              <a:spcAft>
                <a:spcPts val="0"/>
              </a:spcAft>
              <a:buNone/>
              <a:defRPr sz="5000" b="0" i="0" spc="-50" baseline="0">
                <a:solidFill>
                  <a:schemeClr val="tx1"/>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00:00</a:t>
            </a:r>
          </a:p>
        </p:txBody>
      </p:sp>
      <p:sp>
        <p:nvSpPr>
          <p:cNvPr id="23" name="Text Placeholder 11">
            <a:extLst>
              <a:ext uri="{FF2B5EF4-FFF2-40B4-BE49-F238E27FC236}">
                <a16:creationId xmlns:a16="http://schemas.microsoft.com/office/drawing/2014/main" id="{CFCF217A-3A08-6B4F-B3FF-408C4E3EF83E}"/>
              </a:ext>
            </a:extLst>
          </p:cNvPr>
          <p:cNvSpPr>
            <a:spLocks noGrp="1"/>
          </p:cNvSpPr>
          <p:nvPr>
            <p:ph type="body" sz="quarter" idx="19" hasCustomPrompt="1"/>
          </p:nvPr>
        </p:nvSpPr>
        <p:spPr>
          <a:xfrm>
            <a:off x="3791491" y="2268721"/>
            <a:ext cx="1906296" cy="1196182"/>
          </a:xfrm>
        </p:spPr>
        <p:txBody>
          <a:bodyPr/>
          <a:lstStyle>
            <a:lvl1pPr>
              <a:lnSpc>
                <a:spcPct val="100000"/>
              </a:lnSpc>
              <a:spcAft>
                <a:spcPts val="600"/>
              </a:spcAft>
              <a:defRPr>
                <a:solidFill>
                  <a:schemeClr val="tx1"/>
                </a:solidFill>
              </a:defRPr>
            </a:lvl1pPr>
            <a:lvl2pPr>
              <a:lnSpc>
                <a:spcPct val="117000"/>
              </a:lnSpc>
              <a:spcAft>
                <a:spcPts val="500"/>
              </a:spcAft>
              <a:defRPr b="0" i="0">
                <a:solidFill>
                  <a:schemeClr val="tx1"/>
                </a:solidFill>
                <a:latin typeface="Helvetica Now Text" panose="020B0504030202020204" pitchFamily="34" charset="77"/>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a subheading – First level. Type text Second level</a:t>
            </a:r>
          </a:p>
          <a:p>
            <a:pPr lvl="1"/>
            <a:r>
              <a:rPr lang="en-GB" dirty="0"/>
              <a:t>Second level</a:t>
            </a:r>
          </a:p>
        </p:txBody>
      </p:sp>
      <p:sp>
        <p:nvSpPr>
          <p:cNvPr id="24" name="Text Placeholder 11">
            <a:extLst>
              <a:ext uri="{FF2B5EF4-FFF2-40B4-BE49-F238E27FC236}">
                <a16:creationId xmlns:a16="http://schemas.microsoft.com/office/drawing/2014/main" id="{2A7FD1F4-E4CD-AF49-AF5B-9130F9B4A088}"/>
              </a:ext>
            </a:extLst>
          </p:cNvPr>
          <p:cNvSpPr>
            <a:spLocks noGrp="1"/>
          </p:cNvSpPr>
          <p:nvPr>
            <p:ph type="body" sz="quarter" idx="20" hasCustomPrompt="1"/>
          </p:nvPr>
        </p:nvSpPr>
        <p:spPr>
          <a:xfrm>
            <a:off x="6457492" y="2268721"/>
            <a:ext cx="1906296" cy="1196182"/>
          </a:xfrm>
        </p:spPr>
        <p:txBody>
          <a:bodyPr/>
          <a:lstStyle>
            <a:lvl1pPr>
              <a:lnSpc>
                <a:spcPct val="100000"/>
              </a:lnSpc>
              <a:spcAft>
                <a:spcPts val="600"/>
              </a:spcAft>
              <a:defRPr>
                <a:solidFill>
                  <a:schemeClr val="tx1"/>
                </a:solidFill>
              </a:defRPr>
            </a:lvl1pPr>
            <a:lvl2pPr>
              <a:lnSpc>
                <a:spcPct val="117000"/>
              </a:lnSpc>
              <a:spcAft>
                <a:spcPts val="500"/>
              </a:spcAft>
              <a:defRPr b="0" i="0">
                <a:solidFill>
                  <a:schemeClr val="tx1"/>
                </a:solidFill>
                <a:latin typeface="Helvetica Now Text" panose="020B0504030202020204" pitchFamily="34" charset="77"/>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dirty="0"/>
              <a:t>Type a subheading – First level. Type text Second level</a:t>
            </a:r>
          </a:p>
          <a:p>
            <a:pPr lvl="1"/>
            <a:r>
              <a:rPr lang="en-GB" dirty="0"/>
              <a:t>Second level</a:t>
            </a:r>
          </a:p>
        </p:txBody>
      </p:sp>
      <p:sp>
        <p:nvSpPr>
          <p:cNvPr id="25" name="Text Placeholder 11">
            <a:extLst>
              <a:ext uri="{FF2B5EF4-FFF2-40B4-BE49-F238E27FC236}">
                <a16:creationId xmlns:a16="http://schemas.microsoft.com/office/drawing/2014/main" id="{5C32491C-7CCF-1342-BDE0-FE357B42D453}"/>
              </a:ext>
            </a:extLst>
          </p:cNvPr>
          <p:cNvSpPr>
            <a:spLocks noGrp="1"/>
          </p:cNvSpPr>
          <p:nvPr>
            <p:ph type="body" sz="quarter" idx="21" hasCustomPrompt="1"/>
          </p:nvPr>
        </p:nvSpPr>
        <p:spPr>
          <a:xfrm>
            <a:off x="9123493" y="2268721"/>
            <a:ext cx="1906296" cy="1196182"/>
          </a:xfrm>
        </p:spPr>
        <p:txBody>
          <a:bodyPr/>
          <a:lstStyle>
            <a:lvl1pPr>
              <a:lnSpc>
                <a:spcPct val="100000"/>
              </a:lnSpc>
              <a:spcAft>
                <a:spcPts val="600"/>
              </a:spcAft>
              <a:defRPr>
                <a:solidFill>
                  <a:schemeClr val="tx1"/>
                </a:solidFill>
              </a:defRPr>
            </a:lvl1pPr>
            <a:lvl2pPr>
              <a:lnSpc>
                <a:spcPct val="117000"/>
              </a:lnSpc>
              <a:spcAft>
                <a:spcPts val="500"/>
              </a:spcAft>
              <a:defRPr b="0" i="0">
                <a:solidFill>
                  <a:schemeClr val="tx1"/>
                </a:solidFill>
                <a:latin typeface="Helvetica Now Text" panose="020B0504030202020204" pitchFamily="34" charset="77"/>
              </a:defRPr>
            </a:lvl2pPr>
            <a:lvl3pPr>
              <a:lnSpc>
                <a:spcPct val="117000"/>
              </a:lnSpc>
              <a:defRPr>
                <a:solidFill>
                  <a:schemeClr val="tx1"/>
                </a:solidFill>
              </a:defRPr>
            </a:lvl3pPr>
            <a:lvl4pPr>
              <a:lnSpc>
                <a:spcPct val="117000"/>
              </a:lnSpc>
              <a:defRPr>
                <a:solidFill>
                  <a:schemeClr val="tx1"/>
                </a:solidFill>
              </a:defRPr>
            </a:lvl4pPr>
            <a:lvl5pPr>
              <a:lnSpc>
                <a:spcPct val="117000"/>
              </a:lnSpc>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Type a subheading – First level. Type text Second level</a:t>
            </a:r>
          </a:p>
          <a:p>
            <a:pPr lvl="1"/>
            <a:r>
              <a:rPr lang="en-GB" dirty="0"/>
              <a:t>Second level</a:t>
            </a:r>
          </a:p>
        </p:txBody>
      </p:sp>
      <p:sp>
        <p:nvSpPr>
          <p:cNvPr id="5" name="Title 4">
            <a:extLst>
              <a:ext uri="{FF2B5EF4-FFF2-40B4-BE49-F238E27FC236}">
                <a16:creationId xmlns:a16="http://schemas.microsoft.com/office/drawing/2014/main" id="{CE94A118-9ACE-1944-A522-D064A28911A7}"/>
              </a:ext>
            </a:extLst>
          </p:cNvPr>
          <p:cNvSpPr>
            <a:spLocks noGrp="1"/>
          </p:cNvSpPr>
          <p:nvPr>
            <p:ph type="title" hasCustomPrompt="1"/>
          </p:nvPr>
        </p:nvSpPr>
        <p:spPr/>
        <p:txBody>
          <a:bodyPr/>
          <a:lstStyle/>
          <a:p>
            <a:r>
              <a:rPr lang="en-GB" dirty="0"/>
              <a:t>Agenda – click to add title</a:t>
            </a:r>
          </a:p>
        </p:txBody>
      </p:sp>
    </p:spTree>
    <p:extLst>
      <p:ext uri="{BB962C8B-B14F-4D97-AF65-F5344CB8AC3E}">
        <p14:creationId xmlns:p14="http://schemas.microsoft.com/office/powerpoint/2010/main" val="24097071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_callout">
    <p:bg>
      <p:bgPr>
        <a:solidFill>
          <a:srgbClr val="E5EF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381025" y="3503443"/>
            <a:ext cx="9524826" cy="785613"/>
          </a:xfrm>
        </p:spPr>
        <p:txBody>
          <a:bodyPr anchor="t">
            <a:noAutofit/>
          </a:bodyPr>
          <a:lstStyle>
            <a:lvl1pPr algn="l">
              <a:lnSpc>
                <a:spcPct val="100000"/>
              </a:lnSpc>
              <a:defRPr sz="1600" b="0" i="0">
                <a:solidFill>
                  <a:schemeClr val="tx1"/>
                </a:solidFill>
                <a:latin typeface="Helvetica Now Text" panose="020B0504030202020204" pitchFamily="34" charset="77"/>
              </a:defRPr>
            </a:lvl1pPr>
          </a:lstStyle>
          <a:p>
            <a:r>
              <a:rPr lang="en-GB" dirty="0"/>
              <a:t>Click to edit callout subhead</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p>
            <a:fld id="{91D568E7-61F5-D04E-995D-81EF41C01A2A}" type="slidenum">
              <a:rPr lang="en-GB" smtClean="0"/>
              <a:pPr/>
              <a:t>‹#›</a:t>
            </a:fld>
            <a:endParaRPr lang="en-GB" dirty="0"/>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p>
            <a:r>
              <a:rPr lang="en-GB" dirty="0"/>
              <a:t>Legal Copy Helvetica Regular 8/9.6 Black</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381025" y="876300"/>
            <a:ext cx="9524826" cy="2478257"/>
          </a:xfrm>
        </p:spPr>
        <p:txBody>
          <a:bodyPr wrap="square" anchor="b" anchorCtr="0">
            <a:noAutofit/>
          </a:bodyPr>
          <a:lstStyle>
            <a:lvl1pPr marL="0" indent="0" algn="l">
              <a:lnSpc>
                <a:spcPct val="100000"/>
              </a:lnSpc>
              <a:spcAft>
                <a:spcPts val="0"/>
              </a:spcAft>
              <a:buNone/>
              <a:defRPr sz="4400" b="0" i="0">
                <a:solidFill>
                  <a:schemeClr val="tx1"/>
                </a:solidFill>
                <a:latin typeface="Helvetica Now Text Light" panose="020B04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pPr lvl="0"/>
            <a:r>
              <a:rPr lang="en-US" dirty="0"/>
              <a:t>Click to enter Callout</a:t>
            </a:r>
          </a:p>
        </p:txBody>
      </p:sp>
    </p:spTree>
    <p:extLst>
      <p:ext uri="{BB962C8B-B14F-4D97-AF65-F5344CB8AC3E}">
        <p14:creationId xmlns:p14="http://schemas.microsoft.com/office/powerpoint/2010/main" val="3786277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_1co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dirty="0"/>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4" name="Content Placeholder 3">
            <a:extLst>
              <a:ext uri="{FF2B5EF4-FFF2-40B4-BE49-F238E27FC236}">
                <a16:creationId xmlns:a16="http://schemas.microsoft.com/office/drawing/2014/main" id="{12088575-1D1D-854D-BCD8-AF60B4C07CF7}"/>
              </a:ext>
            </a:extLst>
          </p:cNvPr>
          <p:cNvSpPr>
            <a:spLocks noGrp="1"/>
          </p:cNvSpPr>
          <p:nvPr>
            <p:ph sz="quarter" idx="14"/>
          </p:nvPr>
        </p:nvSpPr>
        <p:spPr>
          <a:xfrm>
            <a:off x="1142281" y="1562100"/>
            <a:ext cx="10667900" cy="443865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Tree>
    <p:extLst>
      <p:ext uri="{BB962C8B-B14F-4D97-AF65-F5344CB8AC3E}">
        <p14:creationId xmlns:p14="http://schemas.microsoft.com/office/powerpoint/2010/main" val="1551347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2co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4" name="Content Placeholder 3">
            <a:extLst>
              <a:ext uri="{FF2B5EF4-FFF2-40B4-BE49-F238E27FC236}">
                <a16:creationId xmlns:a16="http://schemas.microsoft.com/office/drawing/2014/main" id="{12088575-1D1D-854D-BCD8-AF60B4C07CF7}"/>
              </a:ext>
            </a:extLst>
          </p:cNvPr>
          <p:cNvSpPr>
            <a:spLocks noGrp="1"/>
          </p:cNvSpPr>
          <p:nvPr>
            <p:ph sz="quarter" idx="14"/>
          </p:nvPr>
        </p:nvSpPr>
        <p:spPr>
          <a:xfrm>
            <a:off x="1142281" y="1562100"/>
            <a:ext cx="4953719" cy="443865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Content Placeholder 3">
            <a:extLst>
              <a:ext uri="{FF2B5EF4-FFF2-40B4-BE49-F238E27FC236}">
                <a16:creationId xmlns:a16="http://schemas.microsoft.com/office/drawing/2014/main" id="{C4727DAE-2E97-A443-B677-9D8220C5E4C4}"/>
              </a:ext>
            </a:extLst>
          </p:cNvPr>
          <p:cNvSpPr>
            <a:spLocks noGrp="1"/>
          </p:cNvSpPr>
          <p:nvPr>
            <p:ph sz="quarter" idx="15"/>
          </p:nvPr>
        </p:nvSpPr>
        <p:spPr>
          <a:xfrm>
            <a:off x="6476628" y="1562100"/>
            <a:ext cx="5333554" cy="443865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Tree>
    <p:extLst>
      <p:ext uri="{BB962C8B-B14F-4D97-AF65-F5344CB8AC3E}">
        <p14:creationId xmlns:p14="http://schemas.microsoft.com/office/powerpoint/2010/main" val="30202231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3co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4" name="Content Placeholder 3">
            <a:extLst>
              <a:ext uri="{FF2B5EF4-FFF2-40B4-BE49-F238E27FC236}">
                <a16:creationId xmlns:a16="http://schemas.microsoft.com/office/drawing/2014/main" id="{12088575-1D1D-854D-BCD8-AF60B4C07CF7}"/>
              </a:ext>
            </a:extLst>
          </p:cNvPr>
          <p:cNvSpPr>
            <a:spLocks noGrp="1"/>
          </p:cNvSpPr>
          <p:nvPr>
            <p:ph sz="quarter" idx="14"/>
          </p:nvPr>
        </p:nvSpPr>
        <p:spPr>
          <a:xfrm>
            <a:off x="1142281" y="1562100"/>
            <a:ext cx="3427636" cy="44324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 name="Content Placeholder 3">
            <a:extLst>
              <a:ext uri="{FF2B5EF4-FFF2-40B4-BE49-F238E27FC236}">
                <a16:creationId xmlns:a16="http://schemas.microsoft.com/office/drawing/2014/main" id="{3D3C49DE-9CF0-D64E-B027-761F00728619}"/>
              </a:ext>
            </a:extLst>
          </p:cNvPr>
          <p:cNvSpPr>
            <a:spLocks noGrp="1"/>
          </p:cNvSpPr>
          <p:nvPr>
            <p:ph sz="quarter" idx="15"/>
          </p:nvPr>
        </p:nvSpPr>
        <p:spPr>
          <a:xfrm>
            <a:off x="4957784" y="1562100"/>
            <a:ext cx="3427636" cy="44324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1" name="Content Placeholder 3">
            <a:extLst>
              <a:ext uri="{FF2B5EF4-FFF2-40B4-BE49-F238E27FC236}">
                <a16:creationId xmlns:a16="http://schemas.microsoft.com/office/drawing/2014/main" id="{D748340F-E610-DD45-9760-F316BD6985AA}"/>
              </a:ext>
            </a:extLst>
          </p:cNvPr>
          <p:cNvSpPr>
            <a:spLocks noGrp="1"/>
          </p:cNvSpPr>
          <p:nvPr>
            <p:ph sz="quarter" idx="16"/>
          </p:nvPr>
        </p:nvSpPr>
        <p:spPr>
          <a:xfrm>
            <a:off x="8773288" y="1562100"/>
            <a:ext cx="3036893" cy="44324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Tree>
    <p:extLst>
      <p:ext uri="{BB962C8B-B14F-4D97-AF65-F5344CB8AC3E}">
        <p14:creationId xmlns:p14="http://schemas.microsoft.com/office/powerpoint/2010/main" val="922177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tats/infographics/table - long title and subtit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1130264" y="1560736"/>
            <a:ext cx="10686952" cy="230833"/>
          </a:xfrm>
        </p:spPr>
        <p:txBody>
          <a:bodyPr wrap="square">
            <a:spAutoFit/>
          </a:bodyPr>
          <a:lstStyle>
            <a:lvl1pPr marL="0" indent="0" algn="l">
              <a:spcAft>
                <a:spcPts val="0"/>
              </a:spcAft>
              <a:buNone/>
              <a:defRPr sz="1500" b="1"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pPr lvl="0"/>
            <a:r>
              <a:rPr lang="en-GB" dirty="0"/>
              <a:t>Click to add subtitle</a:t>
            </a:r>
            <a:endParaRPr lang="en-US"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8C0D9B07-E9B2-C449-9FDC-719C9006FBB6}"/>
              </a:ext>
            </a:extLst>
          </p:cNvPr>
          <p:cNvSpPr>
            <a:spLocks noGrp="1"/>
          </p:cNvSpPr>
          <p:nvPr>
            <p:ph type="title" hasCustomPrompt="1"/>
          </p:nvPr>
        </p:nvSpPr>
        <p:spPr/>
        <p:txBody>
          <a:bodyPr/>
          <a:lstStyle/>
          <a:p>
            <a:r>
              <a:rPr lang="en-GB" dirty="0"/>
              <a:t>Stats or infographics – click to add title</a:t>
            </a:r>
          </a:p>
        </p:txBody>
      </p:sp>
    </p:spTree>
    <p:extLst>
      <p:ext uri="{BB962C8B-B14F-4D97-AF65-F5344CB8AC3E}">
        <p14:creationId xmlns:p14="http://schemas.microsoft.com/office/powerpoint/2010/main" val="899358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p:txBody>
          <a:bodyPr/>
          <a:lstStyle/>
          <a:p>
            <a:r>
              <a:rPr lang="en-GB" dirty="0"/>
              <a:t>Graphs/infographics/tables – click to add title</a:t>
            </a:r>
          </a:p>
        </p:txBody>
      </p:sp>
    </p:spTree>
    <p:extLst>
      <p:ext uri="{BB962C8B-B14F-4D97-AF65-F5344CB8AC3E}">
        <p14:creationId xmlns:p14="http://schemas.microsoft.com/office/powerpoint/2010/main" val="32399806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pPr/>
              <a:t>‹#›</a:t>
            </a:fld>
            <a:endParaRPr lang="en-GB" dirty="0"/>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p:txBody>
          <a:bodyPr/>
          <a:lstStyle/>
          <a:p>
            <a:r>
              <a:rPr lang="en-GB" dirty="0"/>
              <a:t>Graphs/infographics/tables – click to add title</a:t>
            </a:r>
          </a:p>
        </p:txBody>
      </p:sp>
      <p:sp>
        <p:nvSpPr>
          <p:cNvPr id="7" name="Footer Placeholder 3">
            <a:extLst>
              <a:ext uri="{FF2B5EF4-FFF2-40B4-BE49-F238E27FC236}">
                <a16:creationId xmlns:a16="http://schemas.microsoft.com/office/drawing/2014/main" id="{F4320E87-12F0-46F5-A488-9424C59375E1}"/>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Tree>
    <p:extLst>
      <p:ext uri="{BB962C8B-B14F-4D97-AF65-F5344CB8AC3E}">
        <p14:creationId xmlns:p14="http://schemas.microsoft.com/office/powerpoint/2010/main" val="2295380901"/>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Content and sourc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142281" y="1561982"/>
            <a:ext cx="3048198" cy="4439573"/>
          </a:xfrm>
        </p:spPr>
        <p:txBody>
          <a:bodyPr/>
          <a:lstStyle>
            <a:lvl1pPr>
              <a:defRPr>
                <a:solidFill>
                  <a:schemeClr val="tx2"/>
                </a:solidFill>
              </a:defRPr>
            </a:lvl1pPr>
            <a:lvl2pPr>
              <a:defRPr>
                <a:solidFill>
                  <a:schemeClr val="tx1"/>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dirty="0"/>
              <a:t>Type a subheading – First level. Type text Second level</a:t>
            </a:r>
          </a:p>
          <a:p>
            <a:pPr lvl="1"/>
            <a:r>
              <a:rPr lang="en-GB" dirty="0"/>
              <a:t>Second level</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1123230" y="843284"/>
            <a:ext cx="10901230"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a:xfrm>
            <a:off x="1123230" y="468192"/>
            <a:ext cx="10901230" cy="400110"/>
          </a:xfrm>
        </p:spPr>
        <p:txBody>
          <a:bodyPr/>
          <a:lstStyle/>
          <a:p>
            <a:r>
              <a:rPr lang="en-GB" dirty="0"/>
              <a:t>Click to add title</a:t>
            </a:r>
          </a:p>
        </p:txBody>
      </p:sp>
      <p:sp>
        <p:nvSpPr>
          <p:cNvPr id="4" name="Text Placeholder 3">
            <a:extLst>
              <a:ext uri="{FF2B5EF4-FFF2-40B4-BE49-F238E27FC236}">
                <a16:creationId xmlns:a16="http://schemas.microsoft.com/office/drawing/2014/main" id="{6AF2102A-8DDB-5D4A-B5F4-F105419B0B6E}"/>
              </a:ext>
            </a:extLst>
          </p:cNvPr>
          <p:cNvSpPr>
            <a:spLocks noGrp="1"/>
          </p:cNvSpPr>
          <p:nvPr>
            <p:ph type="body" sz="quarter" idx="14" hasCustomPrompt="1"/>
          </p:nvPr>
        </p:nvSpPr>
        <p:spPr>
          <a:xfrm>
            <a:off x="9905952" y="2127423"/>
            <a:ext cx="1560043" cy="2444578"/>
          </a:xfrm>
        </p:spPr>
        <p:txBody>
          <a:bodyPr/>
          <a:lstStyle>
            <a:lvl1pPr marL="104400" indent="-104400">
              <a:lnSpc>
                <a:spcPct val="100000"/>
              </a:lnSpc>
              <a:spcAft>
                <a:spcPts val="250"/>
              </a:spcAft>
              <a:buFont typeface="+mj-lt"/>
              <a:buAutoNum type="arabicPeriod"/>
              <a:tabLst/>
              <a:defRPr sz="500" b="0" i="0">
                <a:solidFill>
                  <a:schemeClr val="tx1"/>
                </a:solidFill>
                <a:latin typeface="Helvetica Now Text" panose="020B0504030202020204" pitchFamily="34" charset="77"/>
              </a:defRPr>
            </a:lvl1pPr>
            <a:lvl2pPr>
              <a:lnSpc>
                <a:spcPct val="100000"/>
              </a:lnSpc>
              <a:spcAft>
                <a:spcPts val="250"/>
              </a:spcAft>
              <a:defRPr sz="500">
                <a:solidFill>
                  <a:schemeClr val="tx1"/>
                </a:solidFill>
              </a:defRPr>
            </a:lvl2pPr>
            <a:lvl3pPr marL="100807" indent="-100807">
              <a:lnSpc>
                <a:spcPct val="100000"/>
              </a:lnSpc>
              <a:spcAft>
                <a:spcPts val="250"/>
              </a:spcAft>
              <a:tabLst/>
              <a:defRPr sz="500">
                <a:solidFill>
                  <a:schemeClr val="tx1"/>
                </a:solidFill>
              </a:defRPr>
            </a:lvl3pPr>
            <a:lvl4pPr marL="187325" indent="-82550">
              <a:lnSpc>
                <a:spcPct val="100000"/>
              </a:lnSpc>
              <a:spcAft>
                <a:spcPts val="250"/>
              </a:spcAft>
              <a:tabLst/>
              <a:defRPr sz="500">
                <a:solidFill>
                  <a:schemeClr val="tx1"/>
                </a:solidFill>
              </a:defRPr>
            </a:lvl4pPr>
            <a:lvl5pPr marL="290513" indent="-101600">
              <a:lnSpc>
                <a:spcPct val="100000"/>
              </a:lnSpc>
              <a:spcAft>
                <a:spcPts val="250"/>
              </a:spcAft>
              <a:tabLst/>
              <a:defRPr sz="500">
                <a:solidFill>
                  <a:schemeClr val="tx1"/>
                </a:solidFill>
              </a:defRPr>
            </a:lvl5pPr>
          </a:lstStyle>
          <a:p>
            <a:pPr lvl="0"/>
            <a:r>
              <a:rPr lang="en-GB" dirty="0"/>
              <a:t>Type a a list or notes – First level</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2493213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e and a Statem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dirty="0"/>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p:txBody>
          <a:bodyPr/>
          <a:lstStyle/>
          <a:p>
            <a:r>
              <a:rPr lang="en-US" dirty="0"/>
              <a:t>Click to add title</a:t>
            </a:r>
            <a:endParaRPr lang="en-GB" dirty="0"/>
          </a:p>
        </p:txBody>
      </p:sp>
      <p:sp>
        <p:nvSpPr>
          <p:cNvPr id="11" name="Text Placeholder 10">
            <a:extLst>
              <a:ext uri="{FF2B5EF4-FFF2-40B4-BE49-F238E27FC236}">
                <a16:creationId xmlns:a16="http://schemas.microsoft.com/office/drawing/2014/main" id="{04AD07C5-4AC5-0847-BB1D-A611D2FFA5E5}"/>
              </a:ext>
            </a:extLst>
          </p:cNvPr>
          <p:cNvSpPr>
            <a:spLocks noGrp="1"/>
          </p:cNvSpPr>
          <p:nvPr>
            <p:ph type="body" sz="quarter" idx="14" hasCustomPrompt="1"/>
          </p:nvPr>
        </p:nvSpPr>
        <p:spPr>
          <a:xfrm>
            <a:off x="1142280" y="2164226"/>
            <a:ext cx="6856859" cy="2807824"/>
          </a:xfrm>
        </p:spPr>
        <p:txBody>
          <a:bodyPr/>
          <a:lstStyle>
            <a:lvl1pPr>
              <a:spcAft>
                <a:spcPts val="900"/>
              </a:spcAft>
              <a:defRPr sz="2600" b="0" i="0">
                <a:solidFill>
                  <a:schemeClr val="tx1"/>
                </a:solidFill>
                <a:latin typeface="Helvetica Now Text" panose="020B0504030202020204" pitchFamily="34" charset="77"/>
              </a:defRPr>
            </a:lvl1pPr>
            <a:lvl2pPr>
              <a:lnSpc>
                <a:spcPct val="100000"/>
              </a:lnSpc>
              <a:defRPr sz="15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statement – First level. </a:t>
            </a:r>
            <a:r>
              <a:rPr lang="en-US" dirty="0"/>
              <a:t>Type Author name – Second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Graphic 12">
            <a:extLst>
              <a:ext uri="{FF2B5EF4-FFF2-40B4-BE49-F238E27FC236}">
                <a16:creationId xmlns:a16="http://schemas.microsoft.com/office/drawing/2014/main" id="{A9BB17E7-401E-184B-9F87-B7BC8F0529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246" y="1596389"/>
            <a:ext cx="400136" cy="400110"/>
          </a:xfrm>
          <a:prstGeom prst="rect">
            <a:avLst/>
          </a:prstGeom>
        </p:spPr>
      </p:pic>
      <p:pic>
        <p:nvPicPr>
          <p:cNvPr id="7" name="Graphic 6">
            <a:extLst>
              <a:ext uri="{FF2B5EF4-FFF2-40B4-BE49-F238E27FC236}">
                <a16:creationId xmlns:a16="http://schemas.microsoft.com/office/drawing/2014/main" id="{52E2AFBC-6ABB-4EED-ACC1-794B5A7A71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8246" y="1596389"/>
            <a:ext cx="400136" cy="400110"/>
          </a:xfrm>
          <a:prstGeom prst="rect">
            <a:avLst/>
          </a:prstGeom>
        </p:spPr>
      </p:pic>
      <p:pic>
        <p:nvPicPr>
          <p:cNvPr id="9" name="Graphic 8">
            <a:extLst>
              <a:ext uri="{FF2B5EF4-FFF2-40B4-BE49-F238E27FC236}">
                <a16:creationId xmlns:a16="http://schemas.microsoft.com/office/drawing/2014/main" id="{511D52FE-5000-418C-9A8E-3E1400D26F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8246" y="1596389"/>
            <a:ext cx="400136" cy="400110"/>
          </a:xfrm>
          <a:prstGeom prst="rect">
            <a:avLst/>
          </a:prstGeom>
        </p:spPr>
      </p:pic>
      <p:pic>
        <p:nvPicPr>
          <p:cNvPr id="10" name="Graphic 9">
            <a:extLst>
              <a:ext uri="{FF2B5EF4-FFF2-40B4-BE49-F238E27FC236}">
                <a16:creationId xmlns:a16="http://schemas.microsoft.com/office/drawing/2014/main" id="{84AF1C63-4301-406B-AAF7-C988694E33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8246" y="1596389"/>
            <a:ext cx="400136" cy="400110"/>
          </a:xfrm>
          <a:prstGeom prst="rect">
            <a:avLst/>
          </a:prstGeom>
        </p:spPr>
      </p:pic>
    </p:spTree>
    <p:extLst>
      <p:ext uri="{BB962C8B-B14F-4D97-AF65-F5344CB8AC3E}">
        <p14:creationId xmlns:p14="http://schemas.microsoft.com/office/powerpoint/2010/main" val="24998732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1123230" y="1501531"/>
            <a:ext cx="4592142" cy="823912"/>
          </a:xfrm>
        </p:spPr>
        <p:txBody>
          <a:bodyPr anchor="b"/>
          <a:lstStyle>
            <a:lvl1pPr marL="0" indent="0">
              <a:spcAft>
                <a:spcPts val="0"/>
              </a:spcAft>
              <a:buNone/>
              <a:defRPr sz="26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a subheading</a:t>
            </a:r>
          </a:p>
        </p:txBody>
      </p:sp>
      <p:sp>
        <p:nvSpPr>
          <p:cNvPr id="9" name="Slide Number Placeholder 8"/>
          <p:cNvSpPr>
            <a:spLocks noGrp="1"/>
          </p:cNvSpPr>
          <p:nvPr>
            <p:ph type="sldNum" sz="quarter" idx="12"/>
          </p:nvPr>
        </p:nvSpPr>
        <p:spPr/>
        <p:txBody>
          <a:bodyPr/>
          <a:lstStyle/>
          <a:p>
            <a:fld id="{91D568E7-61F5-D04E-995D-81EF41C01A2A}" type="slidenum">
              <a:rPr lang="en-GB" smtClean="0"/>
              <a:t>‹#›</a:t>
            </a:fld>
            <a:endParaRPr lang="en-GB"/>
          </a:p>
        </p:txBody>
      </p:sp>
      <p:sp>
        <p:nvSpPr>
          <p:cNvPr id="8" name="Footer Placeholder 3">
            <a:extLst>
              <a:ext uri="{FF2B5EF4-FFF2-40B4-BE49-F238E27FC236}">
                <a16:creationId xmlns:a16="http://schemas.microsoft.com/office/drawing/2014/main" id="{F187AB40-3171-FE41-90BE-9608605351B5}"/>
              </a:ext>
            </a:extLst>
          </p:cNvPr>
          <p:cNvSpPr>
            <a:spLocks noGrp="1"/>
          </p:cNvSpPr>
          <p:nvPr>
            <p:ph type="ftr" sz="quarter" idx="1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4" name="Title 3">
            <a:extLst>
              <a:ext uri="{FF2B5EF4-FFF2-40B4-BE49-F238E27FC236}">
                <a16:creationId xmlns:a16="http://schemas.microsoft.com/office/drawing/2014/main" id="{3C323A1D-0DF6-D04A-99CF-6DDF3BC3DD22}"/>
              </a:ext>
            </a:extLst>
          </p:cNvPr>
          <p:cNvSpPr>
            <a:spLocks noGrp="1"/>
          </p:cNvSpPr>
          <p:nvPr>
            <p:ph type="title" hasCustomPrompt="1"/>
          </p:nvPr>
        </p:nvSpPr>
        <p:spPr/>
        <p:txBody>
          <a:bodyPr/>
          <a:lstStyle/>
          <a:p>
            <a:r>
              <a:rPr lang="en-US" dirty="0"/>
              <a:t>Click to add title</a:t>
            </a:r>
            <a:endParaRPr lang="en-GB" dirty="0"/>
          </a:p>
        </p:txBody>
      </p:sp>
      <p:sp>
        <p:nvSpPr>
          <p:cNvPr id="10" name="Text Placeholder 2">
            <a:extLst>
              <a:ext uri="{FF2B5EF4-FFF2-40B4-BE49-F238E27FC236}">
                <a16:creationId xmlns:a16="http://schemas.microsoft.com/office/drawing/2014/main" id="{967649EE-8531-9141-870B-101EFCCD3878}"/>
              </a:ext>
            </a:extLst>
          </p:cNvPr>
          <p:cNvSpPr>
            <a:spLocks noGrp="1"/>
          </p:cNvSpPr>
          <p:nvPr>
            <p:ph type="body" idx="14" hasCustomPrompt="1"/>
          </p:nvPr>
        </p:nvSpPr>
        <p:spPr>
          <a:xfrm>
            <a:off x="6096000" y="1501531"/>
            <a:ext cx="4592142" cy="823912"/>
          </a:xfrm>
        </p:spPr>
        <p:txBody>
          <a:bodyPr anchor="b"/>
          <a:lstStyle>
            <a:lvl1pPr marL="0" indent="0">
              <a:spcAft>
                <a:spcPts val="0"/>
              </a:spcAft>
              <a:buNone/>
              <a:defRPr sz="26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a subheading</a:t>
            </a:r>
          </a:p>
        </p:txBody>
      </p:sp>
      <p:sp>
        <p:nvSpPr>
          <p:cNvPr id="12" name="Text Placeholder 2">
            <a:extLst>
              <a:ext uri="{FF2B5EF4-FFF2-40B4-BE49-F238E27FC236}">
                <a16:creationId xmlns:a16="http://schemas.microsoft.com/office/drawing/2014/main" id="{5B75A3A2-24D3-6E4A-84F3-47A419B343DD}"/>
              </a:ext>
            </a:extLst>
          </p:cNvPr>
          <p:cNvSpPr>
            <a:spLocks noGrp="1"/>
          </p:cNvSpPr>
          <p:nvPr>
            <p:ph type="body" idx="15" hasCustomPrompt="1"/>
          </p:nvPr>
        </p:nvSpPr>
        <p:spPr>
          <a:xfrm>
            <a:off x="1123230" y="2464226"/>
            <a:ext cx="4592142" cy="823912"/>
          </a:xfrm>
        </p:spPr>
        <p:txBody>
          <a:bodyPr anchor="t"/>
          <a:lstStyle>
            <a:lvl1pPr marL="0" indent="0">
              <a:spcAft>
                <a:spcPts val="700"/>
              </a:spcAft>
              <a:buNone/>
              <a:defRPr sz="18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13" name="Text Placeholder 2">
            <a:extLst>
              <a:ext uri="{FF2B5EF4-FFF2-40B4-BE49-F238E27FC236}">
                <a16:creationId xmlns:a16="http://schemas.microsoft.com/office/drawing/2014/main" id="{7718535F-994E-C146-A1F5-CB4A2CB3BE57}"/>
              </a:ext>
            </a:extLst>
          </p:cNvPr>
          <p:cNvSpPr>
            <a:spLocks noGrp="1"/>
          </p:cNvSpPr>
          <p:nvPr>
            <p:ph type="body" idx="16" hasCustomPrompt="1"/>
          </p:nvPr>
        </p:nvSpPr>
        <p:spPr>
          <a:xfrm>
            <a:off x="6096000" y="2464226"/>
            <a:ext cx="4592142" cy="823912"/>
          </a:xfrm>
        </p:spPr>
        <p:txBody>
          <a:bodyPr anchor="t"/>
          <a:lstStyle>
            <a:lvl1pPr marL="0" marR="0" indent="0" algn="l" defTabSz="914355" rtl="0" eaLnBrk="1" fontAlgn="auto" latinLnBrk="0" hangingPunct="1">
              <a:lnSpc>
                <a:spcPct val="100000"/>
              </a:lnSpc>
              <a:spcBef>
                <a:spcPts val="0"/>
              </a:spcBef>
              <a:spcAft>
                <a:spcPts val="700"/>
              </a:spcAft>
              <a:buClrTx/>
              <a:buSzTx/>
              <a:buFont typeface="Arial" panose="020B0604020202020204" pitchFamily="34" charset="0"/>
              <a:buNone/>
              <a:tabLst/>
              <a:defRPr sz="18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marL="0" marR="0" lvl="0" indent="0" algn="l" defTabSz="914355" rtl="0" eaLnBrk="1" fontAlgn="auto" latinLnBrk="0" hangingPunct="1">
              <a:lnSpc>
                <a:spcPct val="100000"/>
              </a:lnSpc>
              <a:spcBef>
                <a:spcPts val="0"/>
              </a:spcBef>
              <a:spcAft>
                <a:spcPts val="700"/>
              </a:spcAft>
              <a:buClrTx/>
              <a:buSzTx/>
              <a:buFont typeface="Arial" panose="020B0604020202020204" pitchFamily="34" charset="0"/>
              <a:buNone/>
              <a:tabLst/>
              <a:defRPr/>
            </a:pPr>
            <a:r>
              <a:rPr lang="en-US" dirty="0"/>
              <a:t>Click to add text</a:t>
            </a:r>
          </a:p>
        </p:txBody>
      </p:sp>
    </p:spTree>
    <p:extLst>
      <p:ext uri="{BB962C8B-B14F-4D97-AF65-F5344CB8AC3E}">
        <p14:creationId xmlns:p14="http://schemas.microsoft.com/office/powerpoint/2010/main" val="4020648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and info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130705" y="1561982"/>
            <a:ext cx="2347507" cy="4439573"/>
          </a:xfrm>
        </p:spPr>
        <p:txBody>
          <a:bodyPr/>
          <a:lstStyle>
            <a:lvl1pPr>
              <a:lnSpc>
                <a:spcPct val="117000"/>
              </a:lnSpc>
              <a:spcAft>
                <a:spcPts val="400"/>
              </a:spcAft>
              <a:defRPr sz="1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Tree>
    <p:extLst>
      <p:ext uri="{BB962C8B-B14F-4D97-AF65-F5344CB8AC3E}">
        <p14:creationId xmlns:p14="http://schemas.microsoft.com/office/powerpoint/2010/main" val="2653234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Content and dat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10" name="Text Placeholder 2">
            <a:extLst>
              <a:ext uri="{FF2B5EF4-FFF2-40B4-BE49-F238E27FC236}">
                <a16:creationId xmlns:a16="http://schemas.microsoft.com/office/drawing/2014/main" id="{B4141CF5-C122-744F-857C-AA1004915627}"/>
              </a:ext>
            </a:extLst>
          </p:cNvPr>
          <p:cNvSpPr>
            <a:spLocks noGrp="1"/>
          </p:cNvSpPr>
          <p:nvPr>
            <p:ph type="body" idx="15" hasCustomPrompt="1"/>
          </p:nvPr>
        </p:nvSpPr>
        <p:spPr>
          <a:xfrm>
            <a:off x="6445142" y="2195920"/>
            <a:ext cx="1935816" cy="823912"/>
          </a:xfrm>
        </p:spPr>
        <p:txBody>
          <a:bodyPr wrap="none" anchor="t"/>
          <a:lstStyle>
            <a:lvl1pPr marL="0" indent="0">
              <a:spcAft>
                <a:spcPts val="0"/>
              </a:spcAft>
              <a:buNone/>
              <a:defRPr sz="6000" b="0" i="0" spc="-500" baseline="0">
                <a:solidFill>
                  <a:schemeClr val="accent4"/>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11" name="Text Placeholder 2">
            <a:extLst>
              <a:ext uri="{FF2B5EF4-FFF2-40B4-BE49-F238E27FC236}">
                <a16:creationId xmlns:a16="http://schemas.microsoft.com/office/drawing/2014/main" id="{4D8E5C98-2D5C-FA4E-B19C-E4FD1AF623D6}"/>
              </a:ext>
            </a:extLst>
          </p:cNvPr>
          <p:cNvSpPr>
            <a:spLocks noGrp="1"/>
          </p:cNvSpPr>
          <p:nvPr>
            <p:ph type="body" idx="16" hasCustomPrompt="1"/>
          </p:nvPr>
        </p:nvSpPr>
        <p:spPr>
          <a:xfrm>
            <a:off x="6471662" y="3043312"/>
            <a:ext cx="1935816" cy="164212"/>
          </a:xfrm>
        </p:spPr>
        <p:txBody>
          <a:bodyPr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13" name="Text Placeholder 2">
            <a:extLst>
              <a:ext uri="{FF2B5EF4-FFF2-40B4-BE49-F238E27FC236}">
                <a16:creationId xmlns:a16="http://schemas.microsoft.com/office/drawing/2014/main" id="{49273EFD-3DDE-2F47-97FB-1C15769A515C}"/>
              </a:ext>
            </a:extLst>
          </p:cNvPr>
          <p:cNvSpPr>
            <a:spLocks noGrp="1"/>
          </p:cNvSpPr>
          <p:nvPr>
            <p:ph type="body" idx="18" hasCustomPrompt="1"/>
          </p:nvPr>
        </p:nvSpPr>
        <p:spPr>
          <a:xfrm>
            <a:off x="9124606" y="2195920"/>
            <a:ext cx="1935816" cy="823912"/>
          </a:xfrm>
        </p:spPr>
        <p:txBody>
          <a:bodyPr wrap="none" anchor="t"/>
          <a:lstStyle>
            <a:lvl1pPr marL="0" indent="0">
              <a:spcAft>
                <a:spcPts val="0"/>
              </a:spcAft>
              <a:buNone/>
              <a:defRPr sz="6000" b="0" i="0" spc="-500" baseline="0">
                <a:solidFill>
                  <a:schemeClr val="accent4"/>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14" name="Text Placeholder 2">
            <a:extLst>
              <a:ext uri="{FF2B5EF4-FFF2-40B4-BE49-F238E27FC236}">
                <a16:creationId xmlns:a16="http://schemas.microsoft.com/office/drawing/2014/main" id="{1051634F-5956-984C-AD6F-7C778C53277A}"/>
              </a:ext>
            </a:extLst>
          </p:cNvPr>
          <p:cNvSpPr>
            <a:spLocks noGrp="1"/>
          </p:cNvSpPr>
          <p:nvPr>
            <p:ph type="body" idx="19" hasCustomPrompt="1"/>
          </p:nvPr>
        </p:nvSpPr>
        <p:spPr>
          <a:xfrm>
            <a:off x="9144199" y="3043312"/>
            <a:ext cx="1935816" cy="164212"/>
          </a:xfrm>
        </p:spPr>
        <p:txBody>
          <a:bodyPr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16" name="Text Placeholder 2">
            <a:extLst>
              <a:ext uri="{FF2B5EF4-FFF2-40B4-BE49-F238E27FC236}">
                <a16:creationId xmlns:a16="http://schemas.microsoft.com/office/drawing/2014/main" id="{34CAA191-4F71-C849-9E26-C6A68608B721}"/>
              </a:ext>
            </a:extLst>
          </p:cNvPr>
          <p:cNvSpPr>
            <a:spLocks noGrp="1"/>
          </p:cNvSpPr>
          <p:nvPr>
            <p:ph type="body" idx="21" hasCustomPrompt="1"/>
          </p:nvPr>
        </p:nvSpPr>
        <p:spPr>
          <a:xfrm>
            <a:off x="6445142" y="4634319"/>
            <a:ext cx="1935816" cy="823912"/>
          </a:xfrm>
        </p:spPr>
        <p:txBody>
          <a:bodyPr wrap="none" anchor="t"/>
          <a:lstStyle>
            <a:lvl1pPr marL="0" indent="0">
              <a:spcAft>
                <a:spcPts val="0"/>
              </a:spcAft>
              <a:buNone/>
              <a:defRPr sz="6000" b="0" i="0" spc="-500" baseline="0">
                <a:solidFill>
                  <a:schemeClr val="accent1"/>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17" name="Text Placeholder 2">
            <a:extLst>
              <a:ext uri="{FF2B5EF4-FFF2-40B4-BE49-F238E27FC236}">
                <a16:creationId xmlns:a16="http://schemas.microsoft.com/office/drawing/2014/main" id="{52122151-25C4-CE4D-BDB4-2A7224A1EE0D}"/>
              </a:ext>
            </a:extLst>
          </p:cNvPr>
          <p:cNvSpPr>
            <a:spLocks noGrp="1"/>
          </p:cNvSpPr>
          <p:nvPr>
            <p:ph type="body" idx="22" hasCustomPrompt="1"/>
          </p:nvPr>
        </p:nvSpPr>
        <p:spPr>
          <a:xfrm>
            <a:off x="6471662" y="5481711"/>
            <a:ext cx="1935816" cy="164212"/>
          </a:xfrm>
        </p:spPr>
        <p:txBody>
          <a:bodyPr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19" name="Text Placeholder 2">
            <a:extLst>
              <a:ext uri="{FF2B5EF4-FFF2-40B4-BE49-F238E27FC236}">
                <a16:creationId xmlns:a16="http://schemas.microsoft.com/office/drawing/2014/main" id="{7D663243-01E6-4C4B-B90D-EC423A714AA6}"/>
              </a:ext>
            </a:extLst>
          </p:cNvPr>
          <p:cNvSpPr>
            <a:spLocks noGrp="1"/>
          </p:cNvSpPr>
          <p:nvPr>
            <p:ph type="body" idx="24" hasCustomPrompt="1"/>
          </p:nvPr>
        </p:nvSpPr>
        <p:spPr>
          <a:xfrm>
            <a:off x="9124606" y="4634319"/>
            <a:ext cx="1935816" cy="823912"/>
          </a:xfrm>
        </p:spPr>
        <p:txBody>
          <a:bodyPr wrap="none" anchor="t"/>
          <a:lstStyle>
            <a:lvl1pPr marL="0" indent="0">
              <a:spcAft>
                <a:spcPts val="0"/>
              </a:spcAft>
              <a:buNone/>
              <a:defRPr sz="6000" b="0" i="0" spc="-500" baseline="0">
                <a:solidFill>
                  <a:schemeClr val="accent4"/>
                </a:solidFill>
                <a:latin typeface="Helvetica Now Text Light" panose="020B0404030202020204" pitchFamily="34" charset="77"/>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20" name="Text Placeholder 2">
            <a:extLst>
              <a:ext uri="{FF2B5EF4-FFF2-40B4-BE49-F238E27FC236}">
                <a16:creationId xmlns:a16="http://schemas.microsoft.com/office/drawing/2014/main" id="{B017BDB7-EC1E-A74A-A6D6-463400318A5C}"/>
              </a:ext>
            </a:extLst>
          </p:cNvPr>
          <p:cNvSpPr>
            <a:spLocks noGrp="1"/>
          </p:cNvSpPr>
          <p:nvPr>
            <p:ph type="body" idx="25" hasCustomPrompt="1"/>
          </p:nvPr>
        </p:nvSpPr>
        <p:spPr>
          <a:xfrm>
            <a:off x="9144199" y="5481711"/>
            <a:ext cx="1935816" cy="164212"/>
          </a:xfrm>
        </p:spPr>
        <p:txBody>
          <a:bodyPr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21" name="Text Placeholder 2">
            <a:extLst>
              <a:ext uri="{FF2B5EF4-FFF2-40B4-BE49-F238E27FC236}">
                <a16:creationId xmlns:a16="http://schemas.microsoft.com/office/drawing/2014/main" id="{003838F2-65DE-3C49-9956-BA8976557CF3}"/>
              </a:ext>
            </a:extLst>
          </p:cNvPr>
          <p:cNvSpPr>
            <a:spLocks noGrp="1"/>
          </p:cNvSpPr>
          <p:nvPr>
            <p:ph type="body" idx="14" hasCustomPrompt="1"/>
          </p:nvPr>
        </p:nvSpPr>
        <p:spPr>
          <a:xfrm>
            <a:off x="6464941" y="1547914"/>
            <a:ext cx="1935816" cy="615553"/>
          </a:xfrm>
        </p:spPr>
        <p:txBody>
          <a:bodyPr wrap="square" anchor="b">
            <a:spAutoFit/>
          </a:bodyPr>
          <a:lstStyle>
            <a:lvl1pPr marL="0" indent="0">
              <a:spcAft>
                <a:spcPts val="0"/>
              </a:spcAft>
              <a:buNone/>
              <a:defRPr sz="20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t>
            </a:r>
            <a:br>
              <a:rPr lang="en-GB" dirty="0"/>
            </a:br>
            <a:r>
              <a:rPr lang="en-GB" dirty="0"/>
              <a:t>add text</a:t>
            </a:r>
          </a:p>
        </p:txBody>
      </p:sp>
      <p:sp>
        <p:nvSpPr>
          <p:cNvPr id="22" name="Text Placeholder 2">
            <a:extLst>
              <a:ext uri="{FF2B5EF4-FFF2-40B4-BE49-F238E27FC236}">
                <a16:creationId xmlns:a16="http://schemas.microsoft.com/office/drawing/2014/main" id="{212AE347-42B7-6847-8450-27FA8B440BA4}"/>
              </a:ext>
            </a:extLst>
          </p:cNvPr>
          <p:cNvSpPr>
            <a:spLocks noGrp="1"/>
          </p:cNvSpPr>
          <p:nvPr>
            <p:ph type="body" idx="17" hasCustomPrompt="1"/>
          </p:nvPr>
        </p:nvSpPr>
        <p:spPr>
          <a:xfrm>
            <a:off x="9130757" y="1547914"/>
            <a:ext cx="1935816" cy="615553"/>
          </a:xfrm>
        </p:spPr>
        <p:txBody>
          <a:bodyPr wrap="square" anchor="b">
            <a:spAutoFit/>
          </a:bodyPr>
          <a:lstStyle>
            <a:lvl1pPr marL="0" indent="0">
              <a:spcAft>
                <a:spcPts val="0"/>
              </a:spcAft>
              <a:buNone/>
              <a:defRPr sz="20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t>
            </a:r>
            <a:br>
              <a:rPr lang="en-GB" dirty="0"/>
            </a:br>
            <a:r>
              <a:rPr lang="en-GB" dirty="0"/>
              <a:t>add text</a:t>
            </a:r>
          </a:p>
        </p:txBody>
      </p:sp>
      <p:sp>
        <p:nvSpPr>
          <p:cNvPr id="23" name="Text Placeholder 2">
            <a:extLst>
              <a:ext uri="{FF2B5EF4-FFF2-40B4-BE49-F238E27FC236}">
                <a16:creationId xmlns:a16="http://schemas.microsoft.com/office/drawing/2014/main" id="{90257A75-8571-B849-AF0B-8DD2D2B8AD36}"/>
              </a:ext>
            </a:extLst>
          </p:cNvPr>
          <p:cNvSpPr>
            <a:spLocks noGrp="1"/>
          </p:cNvSpPr>
          <p:nvPr>
            <p:ph type="body" idx="20" hasCustomPrompt="1"/>
          </p:nvPr>
        </p:nvSpPr>
        <p:spPr>
          <a:xfrm>
            <a:off x="6464941" y="3986314"/>
            <a:ext cx="1935816" cy="615553"/>
          </a:xfrm>
        </p:spPr>
        <p:txBody>
          <a:bodyPr wrap="square" anchor="b">
            <a:spAutoFit/>
          </a:bodyPr>
          <a:lstStyle>
            <a:lvl1pPr marL="0" indent="0">
              <a:spcAft>
                <a:spcPts val="0"/>
              </a:spcAft>
              <a:buNone/>
              <a:defRPr sz="20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t>
            </a:r>
            <a:br>
              <a:rPr lang="en-GB" dirty="0"/>
            </a:br>
            <a:r>
              <a:rPr lang="en-GB" dirty="0"/>
              <a:t>add text</a:t>
            </a:r>
          </a:p>
        </p:txBody>
      </p:sp>
      <p:sp>
        <p:nvSpPr>
          <p:cNvPr id="24" name="Text Placeholder 2">
            <a:extLst>
              <a:ext uri="{FF2B5EF4-FFF2-40B4-BE49-F238E27FC236}">
                <a16:creationId xmlns:a16="http://schemas.microsoft.com/office/drawing/2014/main" id="{25E49900-118F-CD48-A42D-869AF2F28CA7}"/>
              </a:ext>
            </a:extLst>
          </p:cNvPr>
          <p:cNvSpPr>
            <a:spLocks noGrp="1"/>
          </p:cNvSpPr>
          <p:nvPr>
            <p:ph type="body" idx="23" hasCustomPrompt="1"/>
          </p:nvPr>
        </p:nvSpPr>
        <p:spPr>
          <a:xfrm>
            <a:off x="9130757" y="3986314"/>
            <a:ext cx="1935816" cy="615553"/>
          </a:xfrm>
        </p:spPr>
        <p:txBody>
          <a:bodyPr wrap="square" anchor="b">
            <a:spAutoFit/>
          </a:bodyPr>
          <a:lstStyle>
            <a:lvl1pPr marL="0" indent="0">
              <a:spcAft>
                <a:spcPts val="0"/>
              </a:spcAft>
              <a:buNone/>
              <a:defRPr sz="20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a:t>
            </a:r>
            <a:br>
              <a:rPr lang="en-GB" dirty="0"/>
            </a:br>
            <a:r>
              <a:rPr lang="en-GB" dirty="0"/>
              <a:t>add text</a:t>
            </a:r>
          </a:p>
        </p:txBody>
      </p:sp>
      <p:sp>
        <p:nvSpPr>
          <p:cNvPr id="26" name="Content Placeholder 2">
            <a:extLst>
              <a:ext uri="{FF2B5EF4-FFF2-40B4-BE49-F238E27FC236}">
                <a16:creationId xmlns:a16="http://schemas.microsoft.com/office/drawing/2014/main" id="{358F7CBF-9194-8A48-AC58-659219153433}"/>
              </a:ext>
            </a:extLst>
          </p:cNvPr>
          <p:cNvSpPr>
            <a:spLocks noGrp="1"/>
          </p:cNvSpPr>
          <p:nvPr>
            <p:ph idx="26" hasCustomPrompt="1"/>
          </p:nvPr>
        </p:nvSpPr>
        <p:spPr>
          <a:xfrm>
            <a:off x="1130705" y="1561982"/>
            <a:ext cx="4589633" cy="4439573"/>
          </a:xfrm>
        </p:spPr>
        <p:txBody>
          <a:bodyPr/>
          <a:lstStyle>
            <a:lvl1pPr>
              <a:lnSpc>
                <a:spcPct val="117000"/>
              </a:lnSpc>
              <a:spcAft>
                <a:spcPts val="400"/>
              </a:spcAft>
              <a:defRPr sz="1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96937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4 col Content and dat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9" name="Text Placeholder 2">
            <a:extLst>
              <a:ext uri="{FF2B5EF4-FFF2-40B4-BE49-F238E27FC236}">
                <a16:creationId xmlns:a16="http://schemas.microsoft.com/office/drawing/2014/main" id="{16642512-3957-EF43-9667-13221E404F43}"/>
              </a:ext>
            </a:extLst>
          </p:cNvPr>
          <p:cNvSpPr>
            <a:spLocks noGrp="1"/>
          </p:cNvSpPr>
          <p:nvPr>
            <p:ph type="body" idx="14" hasCustomPrompt="1"/>
          </p:nvPr>
        </p:nvSpPr>
        <p:spPr>
          <a:xfrm>
            <a:off x="1131648" y="1563863"/>
            <a:ext cx="2284561" cy="230833"/>
          </a:xfrm>
        </p:spPr>
        <p:txBody>
          <a:bodyPr wrap="square" anchor="t">
            <a:spAutoFit/>
          </a:bodyPr>
          <a:lstStyle>
            <a:lvl1pPr marL="0" indent="0">
              <a:spcAft>
                <a:spcPts val="0"/>
              </a:spcAft>
              <a:buNone/>
              <a:defRPr sz="15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add text</a:t>
            </a:r>
          </a:p>
        </p:txBody>
      </p:sp>
      <p:sp>
        <p:nvSpPr>
          <p:cNvPr id="11" name="Text Placeholder 2">
            <a:extLst>
              <a:ext uri="{FF2B5EF4-FFF2-40B4-BE49-F238E27FC236}">
                <a16:creationId xmlns:a16="http://schemas.microsoft.com/office/drawing/2014/main" id="{4D8E5C98-2D5C-FA4E-B19C-E4FD1AF623D6}"/>
              </a:ext>
            </a:extLst>
          </p:cNvPr>
          <p:cNvSpPr>
            <a:spLocks noGrp="1"/>
          </p:cNvSpPr>
          <p:nvPr>
            <p:ph type="body" idx="16" hasCustomPrompt="1"/>
          </p:nvPr>
        </p:nvSpPr>
        <p:spPr>
          <a:xfrm>
            <a:off x="1142281" y="1874778"/>
            <a:ext cx="2284561" cy="942851"/>
          </a:xfrm>
        </p:spPr>
        <p:txBody>
          <a:bodyPr wrap="square" anchor="t">
            <a:no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21" name="Text Placeholder 2">
            <a:extLst>
              <a:ext uri="{FF2B5EF4-FFF2-40B4-BE49-F238E27FC236}">
                <a16:creationId xmlns:a16="http://schemas.microsoft.com/office/drawing/2014/main" id="{FDAEB2EA-AE24-1443-9762-CED602863704}"/>
              </a:ext>
            </a:extLst>
          </p:cNvPr>
          <p:cNvSpPr>
            <a:spLocks noGrp="1"/>
          </p:cNvSpPr>
          <p:nvPr>
            <p:ph type="body" idx="17" hasCustomPrompt="1"/>
          </p:nvPr>
        </p:nvSpPr>
        <p:spPr>
          <a:xfrm>
            <a:off x="1131648" y="3307602"/>
            <a:ext cx="2295194" cy="430887"/>
          </a:xfrm>
        </p:spPr>
        <p:txBody>
          <a:bodyPr wrap="square" anchor="b">
            <a:spAutoFit/>
          </a:bodyPr>
          <a:lstStyle>
            <a:lvl1pPr marL="0" indent="0">
              <a:spcAft>
                <a:spcPts val="0"/>
              </a:spcAft>
              <a:buNone/>
              <a:defRPr sz="28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22" name="Text Placeholder 2">
            <a:extLst>
              <a:ext uri="{FF2B5EF4-FFF2-40B4-BE49-F238E27FC236}">
                <a16:creationId xmlns:a16="http://schemas.microsoft.com/office/drawing/2014/main" id="{7D2B43BB-F80F-E94B-9590-490166D84912}"/>
              </a:ext>
            </a:extLst>
          </p:cNvPr>
          <p:cNvSpPr>
            <a:spLocks noGrp="1"/>
          </p:cNvSpPr>
          <p:nvPr>
            <p:ph type="body" idx="18" hasCustomPrompt="1"/>
          </p:nvPr>
        </p:nvSpPr>
        <p:spPr>
          <a:xfrm>
            <a:off x="1142281" y="3767372"/>
            <a:ext cx="2284561" cy="164212"/>
          </a:xfrm>
        </p:spPr>
        <p:txBody>
          <a:bodyPr wrap="square"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23" name="Text Placeholder 2">
            <a:extLst>
              <a:ext uri="{FF2B5EF4-FFF2-40B4-BE49-F238E27FC236}">
                <a16:creationId xmlns:a16="http://schemas.microsoft.com/office/drawing/2014/main" id="{5D11586B-BB88-E841-BDE0-C232DC44FD95}"/>
              </a:ext>
            </a:extLst>
          </p:cNvPr>
          <p:cNvSpPr>
            <a:spLocks noGrp="1"/>
          </p:cNvSpPr>
          <p:nvPr>
            <p:ph type="body" idx="19" hasCustomPrompt="1"/>
          </p:nvPr>
        </p:nvSpPr>
        <p:spPr>
          <a:xfrm>
            <a:off x="3793906" y="1563863"/>
            <a:ext cx="2284561" cy="230833"/>
          </a:xfrm>
        </p:spPr>
        <p:txBody>
          <a:bodyPr wrap="square" anchor="t">
            <a:spAutoFit/>
          </a:bodyPr>
          <a:lstStyle>
            <a:lvl1pPr marL="0" indent="0">
              <a:spcAft>
                <a:spcPts val="0"/>
              </a:spcAft>
              <a:buNone/>
              <a:defRPr sz="15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add text</a:t>
            </a:r>
          </a:p>
        </p:txBody>
      </p:sp>
      <p:sp>
        <p:nvSpPr>
          <p:cNvPr id="24" name="Text Placeholder 2">
            <a:extLst>
              <a:ext uri="{FF2B5EF4-FFF2-40B4-BE49-F238E27FC236}">
                <a16:creationId xmlns:a16="http://schemas.microsoft.com/office/drawing/2014/main" id="{59FB3666-1E87-CB46-90C6-24A9ED043E99}"/>
              </a:ext>
            </a:extLst>
          </p:cNvPr>
          <p:cNvSpPr>
            <a:spLocks noGrp="1"/>
          </p:cNvSpPr>
          <p:nvPr>
            <p:ph type="body" idx="20" hasCustomPrompt="1"/>
          </p:nvPr>
        </p:nvSpPr>
        <p:spPr>
          <a:xfrm>
            <a:off x="3804538" y="1874778"/>
            <a:ext cx="2284561" cy="942851"/>
          </a:xfrm>
        </p:spPr>
        <p:txBody>
          <a:bodyPr wrap="square" anchor="t">
            <a:no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25" name="Text Placeholder 2">
            <a:extLst>
              <a:ext uri="{FF2B5EF4-FFF2-40B4-BE49-F238E27FC236}">
                <a16:creationId xmlns:a16="http://schemas.microsoft.com/office/drawing/2014/main" id="{71D06E88-E1C6-554B-ACB2-1388ECCFC477}"/>
              </a:ext>
            </a:extLst>
          </p:cNvPr>
          <p:cNvSpPr>
            <a:spLocks noGrp="1"/>
          </p:cNvSpPr>
          <p:nvPr>
            <p:ph type="body" idx="21" hasCustomPrompt="1"/>
          </p:nvPr>
        </p:nvSpPr>
        <p:spPr>
          <a:xfrm>
            <a:off x="3793906" y="3307602"/>
            <a:ext cx="2295194" cy="430887"/>
          </a:xfrm>
        </p:spPr>
        <p:txBody>
          <a:bodyPr wrap="square" anchor="b">
            <a:spAutoFit/>
          </a:bodyPr>
          <a:lstStyle>
            <a:lvl1pPr marL="0" indent="0">
              <a:spcAft>
                <a:spcPts val="0"/>
              </a:spcAft>
              <a:buNone/>
              <a:defRPr sz="28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26" name="Text Placeholder 2">
            <a:extLst>
              <a:ext uri="{FF2B5EF4-FFF2-40B4-BE49-F238E27FC236}">
                <a16:creationId xmlns:a16="http://schemas.microsoft.com/office/drawing/2014/main" id="{04E1B498-F789-6B4C-929F-448D3A7E09A9}"/>
              </a:ext>
            </a:extLst>
          </p:cNvPr>
          <p:cNvSpPr>
            <a:spLocks noGrp="1"/>
          </p:cNvSpPr>
          <p:nvPr>
            <p:ph type="body" idx="22" hasCustomPrompt="1"/>
          </p:nvPr>
        </p:nvSpPr>
        <p:spPr>
          <a:xfrm>
            <a:off x="3804538" y="3767372"/>
            <a:ext cx="2284561" cy="164212"/>
          </a:xfrm>
        </p:spPr>
        <p:txBody>
          <a:bodyPr wrap="square"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27" name="Text Placeholder 2">
            <a:extLst>
              <a:ext uri="{FF2B5EF4-FFF2-40B4-BE49-F238E27FC236}">
                <a16:creationId xmlns:a16="http://schemas.microsoft.com/office/drawing/2014/main" id="{703D466C-3718-F242-B9DF-2DB7662AB580}"/>
              </a:ext>
            </a:extLst>
          </p:cNvPr>
          <p:cNvSpPr>
            <a:spLocks noGrp="1"/>
          </p:cNvSpPr>
          <p:nvPr>
            <p:ph type="body" idx="23" hasCustomPrompt="1"/>
          </p:nvPr>
        </p:nvSpPr>
        <p:spPr>
          <a:xfrm>
            <a:off x="6456163" y="1563863"/>
            <a:ext cx="2284561" cy="230833"/>
          </a:xfrm>
        </p:spPr>
        <p:txBody>
          <a:bodyPr wrap="square" anchor="t">
            <a:spAutoFit/>
          </a:bodyPr>
          <a:lstStyle>
            <a:lvl1pPr marL="0" indent="0">
              <a:spcAft>
                <a:spcPts val="0"/>
              </a:spcAft>
              <a:buNone/>
              <a:defRPr sz="15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add text</a:t>
            </a:r>
          </a:p>
        </p:txBody>
      </p:sp>
      <p:sp>
        <p:nvSpPr>
          <p:cNvPr id="28" name="Text Placeholder 2">
            <a:extLst>
              <a:ext uri="{FF2B5EF4-FFF2-40B4-BE49-F238E27FC236}">
                <a16:creationId xmlns:a16="http://schemas.microsoft.com/office/drawing/2014/main" id="{B73F0385-ED67-AD4D-8608-C489961D5B62}"/>
              </a:ext>
            </a:extLst>
          </p:cNvPr>
          <p:cNvSpPr>
            <a:spLocks noGrp="1"/>
          </p:cNvSpPr>
          <p:nvPr>
            <p:ph type="body" idx="24" hasCustomPrompt="1"/>
          </p:nvPr>
        </p:nvSpPr>
        <p:spPr>
          <a:xfrm>
            <a:off x="6466796" y="1874778"/>
            <a:ext cx="2284561" cy="942851"/>
          </a:xfrm>
        </p:spPr>
        <p:txBody>
          <a:bodyPr wrap="square" anchor="t">
            <a:no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29" name="Text Placeholder 2">
            <a:extLst>
              <a:ext uri="{FF2B5EF4-FFF2-40B4-BE49-F238E27FC236}">
                <a16:creationId xmlns:a16="http://schemas.microsoft.com/office/drawing/2014/main" id="{ADFBF102-F707-8A41-9092-931F5DD49E87}"/>
              </a:ext>
            </a:extLst>
          </p:cNvPr>
          <p:cNvSpPr>
            <a:spLocks noGrp="1"/>
          </p:cNvSpPr>
          <p:nvPr>
            <p:ph type="body" idx="25" hasCustomPrompt="1"/>
          </p:nvPr>
        </p:nvSpPr>
        <p:spPr>
          <a:xfrm>
            <a:off x="6456163" y="3307602"/>
            <a:ext cx="2295194" cy="430887"/>
          </a:xfrm>
        </p:spPr>
        <p:txBody>
          <a:bodyPr wrap="square" anchor="b">
            <a:spAutoFit/>
          </a:bodyPr>
          <a:lstStyle>
            <a:lvl1pPr marL="0" indent="0">
              <a:spcAft>
                <a:spcPts val="0"/>
              </a:spcAft>
              <a:buNone/>
              <a:defRPr sz="28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30" name="Text Placeholder 2">
            <a:extLst>
              <a:ext uri="{FF2B5EF4-FFF2-40B4-BE49-F238E27FC236}">
                <a16:creationId xmlns:a16="http://schemas.microsoft.com/office/drawing/2014/main" id="{572CE571-3876-B640-86F0-2ECB5F3F94B7}"/>
              </a:ext>
            </a:extLst>
          </p:cNvPr>
          <p:cNvSpPr>
            <a:spLocks noGrp="1"/>
          </p:cNvSpPr>
          <p:nvPr>
            <p:ph type="body" idx="26" hasCustomPrompt="1"/>
          </p:nvPr>
        </p:nvSpPr>
        <p:spPr>
          <a:xfrm>
            <a:off x="6466796" y="3767372"/>
            <a:ext cx="2284561" cy="164212"/>
          </a:xfrm>
        </p:spPr>
        <p:txBody>
          <a:bodyPr wrap="square"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31" name="Text Placeholder 2">
            <a:extLst>
              <a:ext uri="{FF2B5EF4-FFF2-40B4-BE49-F238E27FC236}">
                <a16:creationId xmlns:a16="http://schemas.microsoft.com/office/drawing/2014/main" id="{3284B7DF-717C-CE45-BCC4-A7884A8632E7}"/>
              </a:ext>
            </a:extLst>
          </p:cNvPr>
          <p:cNvSpPr>
            <a:spLocks noGrp="1"/>
          </p:cNvSpPr>
          <p:nvPr>
            <p:ph type="body" idx="27" hasCustomPrompt="1"/>
          </p:nvPr>
        </p:nvSpPr>
        <p:spPr>
          <a:xfrm>
            <a:off x="9118420" y="1563863"/>
            <a:ext cx="2284561" cy="230833"/>
          </a:xfrm>
        </p:spPr>
        <p:txBody>
          <a:bodyPr wrap="square" anchor="t">
            <a:spAutoFit/>
          </a:bodyPr>
          <a:lstStyle>
            <a:lvl1pPr marL="0" indent="0">
              <a:spcAft>
                <a:spcPts val="0"/>
              </a:spcAft>
              <a:buNone/>
              <a:defRPr sz="15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Click to add text</a:t>
            </a:r>
          </a:p>
        </p:txBody>
      </p:sp>
      <p:sp>
        <p:nvSpPr>
          <p:cNvPr id="32" name="Text Placeholder 2">
            <a:extLst>
              <a:ext uri="{FF2B5EF4-FFF2-40B4-BE49-F238E27FC236}">
                <a16:creationId xmlns:a16="http://schemas.microsoft.com/office/drawing/2014/main" id="{FCD03DDE-4D27-E546-B96D-0ED1DF019ACA}"/>
              </a:ext>
            </a:extLst>
          </p:cNvPr>
          <p:cNvSpPr>
            <a:spLocks noGrp="1"/>
          </p:cNvSpPr>
          <p:nvPr>
            <p:ph type="body" idx="28" hasCustomPrompt="1"/>
          </p:nvPr>
        </p:nvSpPr>
        <p:spPr>
          <a:xfrm>
            <a:off x="9129053" y="1874778"/>
            <a:ext cx="2284561" cy="942851"/>
          </a:xfrm>
        </p:spPr>
        <p:txBody>
          <a:bodyPr wrap="square" anchor="t">
            <a:no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
        <p:nvSpPr>
          <p:cNvPr id="33" name="Text Placeholder 2">
            <a:extLst>
              <a:ext uri="{FF2B5EF4-FFF2-40B4-BE49-F238E27FC236}">
                <a16:creationId xmlns:a16="http://schemas.microsoft.com/office/drawing/2014/main" id="{7FA2519B-6FFC-4340-BAFA-E118D8DC4800}"/>
              </a:ext>
            </a:extLst>
          </p:cNvPr>
          <p:cNvSpPr>
            <a:spLocks noGrp="1"/>
          </p:cNvSpPr>
          <p:nvPr>
            <p:ph type="body" idx="29" hasCustomPrompt="1"/>
          </p:nvPr>
        </p:nvSpPr>
        <p:spPr>
          <a:xfrm>
            <a:off x="9118420" y="3307602"/>
            <a:ext cx="2295194" cy="430887"/>
          </a:xfrm>
        </p:spPr>
        <p:txBody>
          <a:bodyPr wrap="square" anchor="b">
            <a:spAutoFit/>
          </a:bodyPr>
          <a:lstStyle>
            <a:lvl1pPr marL="0" indent="0">
              <a:spcAft>
                <a:spcPts val="0"/>
              </a:spcAft>
              <a:buNone/>
              <a:defRPr sz="2800" b="1">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GB" dirty="0"/>
              <a:t>00</a:t>
            </a:r>
          </a:p>
        </p:txBody>
      </p:sp>
      <p:sp>
        <p:nvSpPr>
          <p:cNvPr id="34" name="Text Placeholder 2">
            <a:extLst>
              <a:ext uri="{FF2B5EF4-FFF2-40B4-BE49-F238E27FC236}">
                <a16:creationId xmlns:a16="http://schemas.microsoft.com/office/drawing/2014/main" id="{B8BADAC4-27A3-4E45-B1B1-1007DA629489}"/>
              </a:ext>
            </a:extLst>
          </p:cNvPr>
          <p:cNvSpPr>
            <a:spLocks noGrp="1"/>
          </p:cNvSpPr>
          <p:nvPr>
            <p:ph type="body" idx="30" hasCustomPrompt="1"/>
          </p:nvPr>
        </p:nvSpPr>
        <p:spPr>
          <a:xfrm>
            <a:off x="9129053" y="3767372"/>
            <a:ext cx="2284561" cy="164212"/>
          </a:xfrm>
        </p:spPr>
        <p:txBody>
          <a:bodyPr wrap="square" anchor="t">
            <a:spAutoFit/>
          </a:bodyPr>
          <a:lstStyle>
            <a:lvl1pPr marL="0" indent="0">
              <a:lnSpc>
                <a:spcPct val="117000"/>
              </a:lnSpc>
              <a:spcAft>
                <a:spcPts val="0"/>
              </a:spcAft>
              <a:buNone/>
              <a:defRPr sz="1000" b="0">
                <a:solidFill>
                  <a:schemeClr val="tx1"/>
                </a:solidFill>
              </a:defRPr>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dirty="0"/>
              <a:t>Click to add text</a:t>
            </a:r>
          </a:p>
        </p:txBody>
      </p:sp>
    </p:spTree>
    <p:extLst>
      <p:ext uri="{BB962C8B-B14F-4D97-AF65-F5344CB8AC3E}">
        <p14:creationId xmlns:p14="http://schemas.microsoft.com/office/powerpoint/2010/main" val="26020965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4 col content, with bullet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35" name="Text Placeholder 11">
            <a:extLst>
              <a:ext uri="{FF2B5EF4-FFF2-40B4-BE49-F238E27FC236}">
                <a16:creationId xmlns:a16="http://schemas.microsoft.com/office/drawing/2014/main" id="{3E0C490C-6E46-DA4D-9C35-2B312B0DAD82}"/>
              </a:ext>
            </a:extLst>
          </p:cNvPr>
          <p:cNvSpPr>
            <a:spLocks noGrp="1"/>
          </p:cNvSpPr>
          <p:nvPr>
            <p:ph type="body" sz="quarter" idx="15" hasCustomPrompt="1"/>
          </p:nvPr>
        </p:nvSpPr>
        <p:spPr>
          <a:xfrm>
            <a:off x="1132524" y="1570397"/>
            <a:ext cx="2294318" cy="2603397"/>
          </a:xfrm>
        </p:spPr>
        <p:txBody>
          <a:bodyPr/>
          <a:lstStyle>
            <a:lvl1pPr>
              <a:lnSpc>
                <a:spcPct val="100000"/>
              </a:lnSpc>
              <a:spcAft>
                <a:spcPts val="700"/>
              </a:spcAft>
              <a:defRPr>
                <a:solidFill>
                  <a:schemeClr val="tx1"/>
                </a:solidFill>
              </a:defRPr>
            </a:lvl1pPr>
            <a:lvl2pPr>
              <a:lnSpc>
                <a:spcPct val="117000"/>
              </a:lnSpc>
              <a:spcAft>
                <a:spcPts val="1300"/>
              </a:spcAft>
              <a:defRPr b="0" i="0">
                <a:solidFill>
                  <a:schemeClr val="tx1"/>
                </a:solidFill>
                <a:latin typeface="Helvetica Now Text" panose="020B0504030202020204" pitchFamily="34" charset="77"/>
              </a:defRPr>
            </a:lvl2pPr>
            <a:lvl3pPr>
              <a:lnSpc>
                <a:spcPct val="117000"/>
              </a:lnSpc>
              <a:spcAft>
                <a:spcPts val="1300"/>
              </a:spcAft>
              <a:defRPr b="0" i="0">
                <a:solidFill>
                  <a:schemeClr val="tx1"/>
                </a:solidFill>
                <a:latin typeface="Helvetica Now Text" panose="020B0504030202020204" pitchFamily="34" charset="77"/>
              </a:defRPr>
            </a:lvl3pPr>
            <a:lvl4pPr>
              <a:lnSpc>
                <a:spcPct val="117000"/>
              </a:lnSpc>
              <a:spcAft>
                <a:spcPts val="1300"/>
              </a:spcAft>
              <a:defRPr b="0" i="0">
                <a:solidFill>
                  <a:schemeClr val="tx1"/>
                </a:solidFill>
                <a:latin typeface="Helvetica Now Text" panose="020B0504030202020204" pitchFamily="34" charset="77"/>
              </a:defRPr>
            </a:lvl4pPr>
            <a:lvl5pPr>
              <a:lnSpc>
                <a:spcPct val="117000"/>
              </a:lnSpc>
              <a:spcAft>
                <a:spcPts val="1300"/>
              </a:spcAft>
              <a:defRPr b="0" i="0">
                <a:solidFill>
                  <a:schemeClr val="tx1"/>
                </a:solidFill>
                <a:latin typeface="Helvetica Now Text" panose="020B0504030202020204" pitchFamily="34" charset="77"/>
              </a:defRPr>
            </a:lvl5pPr>
            <a:lvl6pPr indent="-120600">
              <a:lnSpc>
                <a:spcPct val="117000"/>
              </a:lnSpc>
              <a:spcAft>
                <a:spcPts val="1300"/>
              </a:spcAft>
              <a:defRPr b="0" i="0">
                <a:solidFill>
                  <a:schemeClr val="tx2"/>
                </a:solidFill>
                <a:latin typeface="Helvetica Now Text" panose="020B0504030202020204" pitchFamily="34" charset="77"/>
              </a:defRPr>
            </a:lvl6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6" name="Text Placeholder 11">
            <a:extLst>
              <a:ext uri="{FF2B5EF4-FFF2-40B4-BE49-F238E27FC236}">
                <a16:creationId xmlns:a16="http://schemas.microsoft.com/office/drawing/2014/main" id="{323CF613-4B78-124C-8431-E69133B251B2}"/>
              </a:ext>
            </a:extLst>
          </p:cNvPr>
          <p:cNvSpPr>
            <a:spLocks noGrp="1"/>
          </p:cNvSpPr>
          <p:nvPr>
            <p:ph type="body" sz="quarter" idx="16" hasCustomPrompt="1"/>
          </p:nvPr>
        </p:nvSpPr>
        <p:spPr>
          <a:xfrm>
            <a:off x="3816905" y="1570397"/>
            <a:ext cx="2294318" cy="2603397"/>
          </a:xfrm>
        </p:spPr>
        <p:txBody>
          <a:bodyPr/>
          <a:lstStyle>
            <a:lvl1pPr>
              <a:lnSpc>
                <a:spcPct val="100000"/>
              </a:lnSpc>
              <a:spcAft>
                <a:spcPts val="700"/>
              </a:spcAft>
              <a:defRPr>
                <a:solidFill>
                  <a:schemeClr val="tx1"/>
                </a:solidFill>
              </a:defRPr>
            </a:lvl1pPr>
            <a:lvl2pPr>
              <a:lnSpc>
                <a:spcPct val="117000"/>
              </a:lnSpc>
              <a:spcAft>
                <a:spcPts val="1300"/>
              </a:spcAft>
              <a:defRPr b="0" i="0">
                <a:solidFill>
                  <a:schemeClr val="tx1"/>
                </a:solidFill>
                <a:latin typeface="Helvetica Now Text" panose="020B0504030202020204" pitchFamily="34" charset="77"/>
              </a:defRPr>
            </a:lvl2pPr>
            <a:lvl3pPr>
              <a:lnSpc>
                <a:spcPct val="117000"/>
              </a:lnSpc>
              <a:spcAft>
                <a:spcPts val="1300"/>
              </a:spcAft>
              <a:defRPr b="0" i="0">
                <a:solidFill>
                  <a:schemeClr val="tx1"/>
                </a:solidFill>
                <a:latin typeface="Helvetica Now Text" panose="020B0504030202020204" pitchFamily="34" charset="77"/>
              </a:defRPr>
            </a:lvl3pPr>
            <a:lvl4pPr>
              <a:lnSpc>
                <a:spcPct val="117000"/>
              </a:lnSpc>
              <a:spcAft>
                <a:spcPts val="1300"/>
              </a:spcAft>
              <a:defRPr b="0" i="0">
                <a:solidFill>
                  <a:schemeClr val="tx1"/>
                </a:solidFill>
                <a:latin typeface="Helvetica Now Text" panose="020B0504030202020204" pitchFamily="34" charset="77"/>
              </a:defRPr>
            </a:lvl4pPr>
            <a:lvl5pPr>
              <a:lnSpc>
                <a:spcPct val="117000"/>
              </a:lnSpc>
              <a:spcAft>
                <a:spcPts val="1300"/>
              </a:spcAft>
              <a:defRPr b="0" i="0">
                <a:solidFill>
                  <a:schemeClr val="tx1"/>
                </a:solidFill>
                <a:latin typeface="Helvetica Now Text" panose="020B0504030202020204" pitchFamily="34" charset="77"/>
              </a:defRPr>
            </a:lvl5pPr>
            <a:lvl6pPr indent="-120600">
              <a:lnSpc>
                <a:spcPct val="117000"/>
              </a:lnSpc>
              <a:spcAft>
                <a:spcPts val="1300"/>
              </a:spcAft>
              <a:defRPr b="0" i="0">
                <a:solidFill>
                  <a:schemeClr val="tx2"/>
                </a:solidFill>
                <a:latin typeface="Helvetica Now Text" panose="020B0504030202020204" pitchFamily="34" charset="77"/>
              </a:defRPr>
            </a:lvl6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11">
            <a:extLst>
              <a:ext uri="{FF2B5EF4-FFF2-40B4-BE49-F238E27FC236}">
                <a16:creationId xmlns:a16="http://schemas.microsoft.com/office/drawing/2014/main" id="{E44EDEBE-67F4-2647-AFFF-D1E705C4BADC}"/>
              </a:ext>
            </a:extLst>
          </p:cNvPr>
          <p:cNvSpPr>
            <a:spLocks noGrp="1"/>
          </p:cNvSpPr>
          <p:nvPr>
            <p:ph type="body" sz="quarter" idx="17" hasCustomPrompt="1"/>
          </p:nvPr>
        </p:nvSpPr>
        <p:spPr>
          <a:xfrm>
            <a:off x="6466706" y="1570397"/>
            <a:ext cx="2294318" cy="2603397"/>
          </a:xfrm>
        </p:spPr>
        <p:txBody>
          <a:bodyPr/>
          <a:lstStyle>
            <a:lvl1pPr>
              <a:lnSpc>
                <a:spcPct val="100000"/>
              </a:lnSpc>
              <a:spcAft>
                <a:spcPts val="700"/>
              </a:spcAft>
              <a:defRPr>
                <a:solidFill>
                  <a:schemeClr val="tx1"/>
                </a:solidFill>
              </a:defRPr>
            </a:lvl1pPr>
            <a:lvl2pPr>
              <a:lnSpc>
                <a:spcPct val="117000"/>
              </a:lnSpc>
              <a:spcAft>
                <a:spcPts val="1300"/>
              </a:spcAft>
              <a:defRPr b="0" i="0">
                <a:solidFill>
                  <a:schemeClr val="tx1"/>
                </a:solidFill>
                <a:latin typeface="Helvetica Now Text" panose="020B0504030202020204" pitchFamily="34" charset="77"/>
              </a:defRPr>
            </a:lvl2pPr>
            <a:lvl3pPr>
              <a:lnSpc>
                <a:spcPct val="117000"/>
              </a:lnSpc>
              <a:spcAft>
                <a:spcPts val="1300"/>
              </a:spcAft>
              <a:defRPr b="0" i="0">
                <a:solidFill>
                  <a:schemeClr val="tx1"/>
                </a:solidFill>
                <a:latin typeface="Helvetica Now Text" panose="020B0504030202020204" pitchFamily="34" charset="77"/>
              </a:defRPr>
            </a:lvl3pPr>
            <a:lvl4pPr>
              <a:lnSpc>
                <a:spcPct val="117000"/>
              </a:lnSpc>
              <a:spcAft>
                <a:spcPts val="1300"/>
              </a:spcAft>
              <a:defRPr b="0" i="0">
                <a:solidFill>
                  <a:schemeClr val="tx1"/>
                </a:solidFill>
                <a:latin typeface="Helvetica Now Text" panose="020B0504030202020204" pitchFamily="34" charset="77"/>
              </a:defRPr>
            </a:lvl4pPr>
            <a:lvl5pPr>
              <a:lnSpc>
                <a:spcPct val="117000"/>
              </a:lnSpc>
              <a:spcAft>
                <a:spcPts val="1300"/>
              </a:spcAft>
              <a:defRPr b="0" i="0">
                <a:solidFill>
                  <a:schemeClr val="tx1"/>
                </a:solidFill>
                <a:latin typeface="Helvetica Now Text" panose="020B0504030202020204" pitchFamily="34" charset="77"/>
              </a:defRPr>
            </a:lvl5pPr>
            <a:lvl6pPr marL="554038" indent="-119857">
              <a:lnSpc>
                <a:spcPct val="117000"/>
              </a:lnSpc>
              <a:spcAft>
                <a:spcPts val="1300"/>
              </a:spcAft>
              <a:tabLst/>
              <a:defRPr b="0" i="0">
                <a:solidFill>
                  <a:schemeClr val="tx2"/>
                </a:solidFill>
                <a:latin typeface="Helvetica Now Text" panose="020B0504030202020204" pitchFamily="34" charset="77"/>
              </a:defRPr>
            </a:lvl6pPr>
            <a:lvl7pPr>
              <a:defRPr>
                <a:solidFill>
                  <a:schemeClr val="tx2"/>
                </a:solidFill>
              </a:defRPr>
            </a:lvl7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ext Placeholder 11">
            <a:extLst>
              <a:ext uri="{FF2B5EF4-FFF2-40B4-BE49-F238E27FC236}">
                <a16:creationId xmlns:a16="http://schemas.microsoft.com/office/drawing/2014/main" id="{F47A09BB-CBFA-0D4E-B2BB-868F53588A20}"/>
              </a:ext>
            </a:extLst>
          </p:cNvPr>
          <p:cNvSpPr>
            <a:spLocks noGrp="1"/>
          </p:cNvSpPr>
          <p:nvPr>
            <p:ph type="body" sz="quarter" idx="18" hasCustomPrompt="1"/>
          </p:nvPr>
        </p:nvSpPr>
        <p:spPr>
          <a:xfrm>
            <a:off x="9524033" y="1570397"/>
            <a:ext cx="2294318" cy="2603397"/>
          </a:xfrm>
        </p:spPr>
        <p:txBody>
          <a:bodyPr/>
          <a:lstStyle>
            <a:lvl1pPr>
              <a:lnSpc>
                <a:spcPct val="100000"/>
              </a:lnSpc>
              <a:spcAft>
                <a:spcPts val="700"/>
              </a:spcAft>
              <a:defRPr>
                <a:solidFill>
                  <a:schemeClr val="tx1"/>
                </a:solidFill>
              </a:defRPr>
            </a:lvl1pPr>
            <a:lvl2pPr>
              <a:lnSpc>
                <a:spcPct val="117000"/>
              </a:lnSpc>
              <a:spcAft>
                <a:spcPts val="1300"/>
              </a:spcAft>
              <a:defRPr b="0" i="0">
                <a:solidFill>
                  <a:schemeClr val="tx1"/>
                </a:solidFill>
                <a:latin typeface="Helvetica Now Text" panose="020B0504030202020204" pitchFamily="34" charset="77"/>
              </a:defRPr>
            </a:lvl2pPr>
            <a:lvl3pPr>
              <a:lnSpc>
                <a:spcPct val="117000"/>
              </a:lnSpc>
              <a:spcAft>
                <a:spcPts val="1300"/>
              </a:spcAft>
              <a:defRPr b="0" i="0">
                <a:solidFill>
                  <a:schemeClr val="tx1"/>
                </a:solidFill>
                <a:latin typeface="Helvetica Now Text" panose="020B0504030202020204" pitchFamily="34" charset="77"/>
              </a:defRPr>
            </a:lvl3pPr>
            <a:lvl4pPr>
              <a:lnSpc>
                <a:spcPct val="117000"/>
              </a:lnSpc>
              <a:spcAft>
                <a:spcPts val="1300"/>
              </a:spcAft>
              <a:defRPr b="0" i="0">
                <a:solidFill>
                  <a:schemeClr val="tx1"/>
                </a:solidFill>
                <a:latin typeface="Helvetica Now Text" panose="020B0504030202020204" pitchFamily="34" charset="77"/>
              </a:defRPr>
            </a:lvl4pPr>
            <a:lvl5pPr>
              <a:lnSpc>
                <a:spcPct val="117000"/>
              </a:lnSpc>
              <a:spcAft>
                <a:spcPts val="1300"/>
              </a:spcAft>
              <a:defRPr b="0" i="0">
                <a:solidFill>
                  <a:schemeClr val="tx1"/>
                </a:solidFill>
                <a:latin typeface="Helvetica Now Text" panose="020B0504030202020204" pitchFamily="34" charset="77"/>
              </a:defRPr>
            </a:lvl5pPr>
            <a:lvl6pPr indent="-120600">
              <a:lnSpc>
                <a:spcPct val="117000"/>
              </a:lnSpc>
              <a:spcAft>
                <a:spcPts val="1300"/>
              </a:spcAft>
              <a:defRPr b="0" i="0">
                <a:solidFill>
                  <a:schemeClr val="tx2"/>
                </a:solidFill>
                <a:latin typeface="Helvetica Now Text" panose="020B0504030202020204" pitchFamily="34" charset="77"/>
              </a:defRPr>
            </a:lvl6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5998959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2 col content and 1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3F0F45A-F682-2D49-8730-9963CCAA667F}"/>
              </a:ext>
            </a:extLst>
          </p:cNvPr>
          <p:cNvSpPr>
            <a:spLocks noGrp="1"/>
          </p:cNvSpPr>
          <p:nvPr>
            <p:ph type="pic" sz="quarter" idx="16"/>
          </p:nvPr>
        </p:nvSpPr>
        <p:spPr>
          <a:xfrm>
            <a:off x="8380958" y="0"/>
            <a:ext cx="3811042" cy="6858000"/>
          </a:xfrm>
        </p:spPr>
        <p:txBody>
          <a:bodyPr tIns="5669280"/>
          <a:lstStyle>
            <a:lvl1pPr algn="ctr">
              <a:defRPr b="0"/>
            </a:lvl1pPr>
          </a:lstStyle>
          <a:p>
            <a:r>
              <a:rPr lang="en-US" altLang="zh-CN"/>
              <a:t>Click icon to add picture</a:t>
            </a:r>
            <a:endParaRPr lang="en-GB"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dirty="0"/>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dirty="0"/>
              <a:t>Legal Copy Helvetica Regular 8/9.6 White</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1123230" y="468192"/>
            <a:ext cx="6875910" cy="400110"/>
          </a:xfrm>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30" y="843284"/>
            <a:ext cx="6875910"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pPr lvl="0"/>
            <a:r>
              <a:rPr lang="en-GB" dirty="0"/>
              <a:t>Click to add subhead</a:t>
            </a:r>
            <a:endParaRPr lang="en-US" dirty="0"/>
          </a:p>
        </p:txBody>
      </p:sp>
      <p:sp>
        <p:nvSpPr>
          <p:cNvPr id="9" name="Text Placeholder 8">
            <a:extLst>
              <a:ext uri="{FF2B5EF4-FFF2-40B4-BE49-F238E27FC236}">
                <a16:creationId xmlns:a16="http://schemas.microsoft.com/office/drawing/2014/main" id="{C9E4C97E-00D5-394C-B6B1-5D95FD196B6C}"/>
              </a:ext>
            </a:extLst>
          </p:cNvPr>
          <p:cNvSpPr>
            <a:spLocks noGrp="1"/>
          </p:cNvSpPr>
          <p:nvPr>
            <p:ph type="body" sz="quarter" idx="14" hasCustomPrompt="1"/>
          </p:nvPr>
        </p:nvSpPr>
        <p:spPr>
          <a:xfrm>
            <a:off x="1130954" y="1563241"/>
            <a:ext cx="3092368" cy="44312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8">
            <a:extLst>
              <a:ext uri="{FF2B5EF4-FFF2-40B4-BE49-F238E27FC236}">
                <a16:creationId xmlns:a16="http://schemas.microsoft.com/office/drawing/2014/main" id="{E8CCE00E-6A41-1C48-A182-3BE9BB39784F}"/>
              </a:ext>
            </a:extLst>
          </p:cNvPr>
          <p:cNvSpPr>
            <a:spLocks noGrp="1"/>
          </p:cNvSpPr>
          <p:nvPr>
            <p:ph type="body" sz="quarter" idx="15" hasCustomPrompt="1"/>
          </p:nvPr>
        </p:nvSpPr>
        <p:spPr>
          <a:xfrm>
            <a:off x="4560359" y="1563241"/>
            <a:ext cx="3092368" cy="44312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779650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1 col content and 1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3F0F45A-F682-2D49-8730-9963CCAA667F}"/>
              </a:ext>
            </a:extLst>
          </p:cNvPr>
          <p:cNvSpPr>
            <a:spLocks noGrp="1"/>
          </p:cNvSpPr>
          <p:nvPr>
            <p:ph type="pic" sz="quarter" idx="16"/>
          </p:nvPr>
        </p:nvSpPr>
        <p:spPr>
          <a:xfrm>
            <a:off x="8380958" y="0"/>
            <a:ext cx="3811042" cy="6858000"/>
          </a:xfrm>
        </p:spPr>
        <p:txBody>
          <a:bodyPr tIns="5669280"/>
          <a:lstStyle>
            <a:lvl1pPr algn="ctr">
              <a:defRPr b="0"/>
            </a:lvl1pPr>
          </a:lstStyle>
          <a:p>
            <a:r>
              <a:rPr lang="en-US" altLang="zh-CN"/>
              <a:t>Click icon to add picture</a:t>
            </a:r>
            <a:endParaRPr lang="en-GB"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dirty="0"/>
              <a:t>Legal Copy Helvetica Regular 8/9.6 White</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1123230" y="468192"/>
            <a:ext cx="6875910" cy="400110"/>
          </a:xfrm>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30" y="843284"/>
            <a:ext cx="6875910"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9" name="Text Placeholder 8">
            <a:extLst>
              <a:ext uri="{FF2B5EF4-FFF2-40B4-BE49-F238E27FC236}">
                <a16:creationId xmlns:a16="http://schemas.microsoft.com/office/drawing/2014/main" id="{C9E4C97E-00D5-394C-B6B1-5D95FD196B6C}"/>
              </a:ext>
            </a:extLst>
          </p:cNvPr>
          <p:cNvSpPr>
            <a:spLocks noGrp="1"/>
          </p:cNvSpPr>
          <p:nvPr>
            <p:ph type="body" sz="quarter" idx="14" hasCustomPrompt="1"/>
          </p:nvPr>
        </p:nvSpPr>
        <p:spPr>
          <a:xfrm>
            <a:off x="1130954" y="1563240"/>
            <a:ext cx="6868186" cy="4451476"/>
          </a:xfrm>
        </p:spPr>
        <p:txBody>
          <a:body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335878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1 col content and large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3F0F45A-F682-2D49-8730-9963CCAA667F}"/>
              </a:ext>
            </a:extLst>
          </p:cNvPr>
          <p:cNvSpPr>
            <a:spLocks noGrp="1"/>
          </p:cNvSpPr>
          <p:nvPr>
            <p:ph type="pic" sz="quarter" idx="16"/>
          </p:nvPr>
        </p:nvSpPr>
        <p:spPr>
          <a:xfrm>
            <a:off x="5333554" y="0"/>
            <a:ext cx="6858446" cy="6858000"/>
          </a:xfrm>
        </p:spPr>
        <p:txBody>
          <a:bodyPr tIns="5669280"/>
          <a:lstStyle>
            <a:lvl1pPr algn="ctr">
              <a:defRPr b="0"/>
            </a:lvl1pPr>
          </a:lstStyle>
          <a:p>
            <a:r>
              <a:rPr lang="en-US" altLang="zh-CN"/>
              <a:t>Click icon to add picture</a:t>
            </a:r>
            <a:endParaRPr lang="en-GB"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dirty="0"/>
              <a:t>Legal Copy Helvetica Regular 8/9.6 White</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1123230" y="468192"/>
            <a:ext cx="3828505" cy="400110"/>
          </a:xfrm>
        </p:spPr>
        <p:txBody>
          <a:bodyPr/>
          <a:lstStyle/>
          <a:p>
            <a:r>
              <a:rPr lang="en-US" dirty="0"/>
              <a:t>Click to add title</a:t>
            </a:r>
            <a:endParaRPr lang="en-GB" dirty="0"/>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1123230" y="843284"/>
            <a:ext cx="3828505"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
        <p:nvSpPr>
          <p:cNvPr id="10" name="Text Placeholder 8">
            <a:extLst>
              <a:ext uri="{FF2B5EF4-FFF2-40B4-BE49-F238E27FC236}">
                <a16:creationId xmlns:a16="http://schemas.microsoft.com/office/drawing/2014/main" id="{847EF4F2-8463-C345-BD26-41417596A8BA}"/>
              </a:ext>
            </a:extLst>
          </p:cNvPr>
          <p:cNvSpPr>
            <a:spLocks noGrp="1"/>
          </p:cNvSpPr>
          <p:nvPr>
            <p:ph type="body" sz="quarter" idx="14" hasCustomPrompt="1"/>
          </p:nvPr>
        </p:nvSpPr>
        <p:spPr>
          <a:xfrm>
            <a:off x="1130954" y="1563240"/>
            <a:ext cx="3438963" cy="4451476"/>
          </a:xfrm>
        </p:spPr>
        <p:txBody>
          <a:body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4406373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act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dirty="0"/>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10" name="Text Placeholder 9">
            <a:extLst>
              <a:ext uri="{FF2B5EF4-FFF2-40B4-BE49-F238E27FC236}">
                <a16:creationId xmlns:a16="http://schemas.microsoft.com/office/drawing/2014/main" id="{C1B5DE5E-701C-F94A-8940-19FE453292C7}"/>
              </a:ext>
            </a:extLst>
          </p:cNvPr>
          <p:cNvSpPr>
            <a:spLocks noGrp="1"/>
          </p:cNvSpPr>
          <p:nvPr>
            <p:ph type="body" sz="quarter" idx="14" hasCustomPrompt="1"/>
          </p:nvPr>
        </p:nvSpPr>
        <p:spPr>
          <a:xfrm>
            <a:off x="1135540" y="1557805"/>
            <a:ext cx="3054940" cy="164212"/>
          </a:xfrm>
        </p:spPr>
        <p:txBody>
          <a:bodyPr wrap="square">
            <a:spAutoFit/>
          </a:bodyPr>
          <a:lstStyle>
            <a:lvl1pPr marL="0">
              <a:lnSpc>
                <a:spcPct val="117000"/>
              </a:lnSpc>
              <a:spcAft>
                <a:spcPts val="500"/>
              </a:spcAft>
              <a:defRPr sz="1000" b="0">
                <a:solidFill>
                  <a:schemeClr val="tx1"/>
                </a:solidFill>
              </a:defRPr>
            </a:lvl1pPr>
            <a:lvl2pPr marL="0">
              <a:lnSpc>
                <a:spcPct val="117000"/>
              </a:lnSpc>
              <a:spcAft>
                <a:spcPts val="500"/>
              </a:spcAft>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500"/>
              </a:spcAft>
              <a:buFont typeface="Arial" panose="020B0604020202020204" pitchFamily="34" charset="0"/>
              <a:buNone/>
              <a:tabLst/>
              <a:defRPr/>
            </a:lvl4pPr>
            <a:lvl5pPr marL="0" indent="0">
              <a:lnSpc>
                <a:spcPct val="117000"/>
              </a:lnSpc>
              <a:spcAft>
                <a:spcPts val="500"/>
              </a:spcAft>
              <a:buFont typeface="Arial" panose="020B0604020202020204" pitchFamily="34" charset="0"/>
              <a:buNone/>
              <a:tabLst/>
              <a:defRPr/>
            </a:lvl5pPr>
          </a:lstStyle>
          <a:p>
            <a:pPr lvl="0"/>
            <a:r>
              <a:rPr lang="en-US" dirty="0"/>
              <a:t>Click to add text</a:t>
            </a:r>
          </a:p>
        </p:txBody>
      </p:sp>
      <p:sp>
        <p:nvSpPr>
          <p:cNvPr id="13" name="Text Placeholder 9">
            <a:extLst>
              <a:ext uri="{FF2B5EF4-FFF2-40B4-BE49-F238E27FC236}">
                <a16:creationId xmlns:a16="http://schemas.microsoft.com/office/drawing/2014/main" id="{B6F1B50A-A6CD-454A-BF8F-179FABBD814A}"/>
              </a:ext>
            </a:extLst>
          </p:cNvPr>
          <p:cNvSpPr>
            <a:spLocks noGrp="1"/>
          </p:cNvSpPr>
          <p:nvPr>
            <p:ph type="body" sz="quarter" idx="15" hasCustomPrompt="1"/>
          </p:nvPr>
        </p:nvSpPr>
        <p:spPr>
          <a:xfrm>
            <a:off x="1135540" y="2774547"/>
            <a:ext cx="1530046" cy="712888"/>
          </a:xfrm>
        </p:spPr>
        <p:txBody>
          <a:bodyPr wrap="square">
            <a:spAutoFit/>
          </a:bodyPr>
          <a:lstStyle>
            <a:lvl1pPr marL="0">
              <a:lnSpc>
                <a:spcPct val="117000"/>
              </a:lnSpc>
              <a:spcBef>
                <a:spcPts val="500"/>
              </a:spcBef>
              <a:spcAft>
                <a:spcPts val="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a:t>
            </a:r>
          </a:p>
          <a:p>
            <a:pPr lvl="1"/>
            <a:r>
              <a:rPr lang="en-US" dirty="0"/>
              <a:t>Second level</a:t>
            </a:r>
          </a:p>
        </p:txBody>
      </p:sp>
      <p:sp>
        <p:nvSpPr>
          <p:cNvPr id="16" name="Text Placeholder 9">
            <a:extLst>
              <a:ext uri="{FF2B5EF4-FFF2-40B4-BE49-F238E27FC236}">
                <a16:creationId xmlns:a16="http://schemas.microsoft.com/office/drawing/2014/main" id="{92BB6A5F-4A27-3A45-A3A2-B24C0CFCE194}"/>
              </a:ext>
            </a:extLst>
          </p:cNvPr>
          <p:cNvSpPr>
            <a:spLocks noGrp="1"/>
          </p:cNvSpPr>
          <p:nvPr>
            <p:ph type="body" sz="quarter" idx="16" hasCustomPrompt="1"/>
          </p:nvPr>
        </p:nvSpPr>
        <p:spPr>
          <a:xfrm>
            <a:off x="1135540" y="3675032"/>
            <a:ext cx="1530046" cy="712888"/>
          </a:xfrm>
        </p:spPr>
        <p:txBody>
          <a:bodyPr wrap="square">
            <a:spAutoFit/>
          </a:bodyPr>
          <a:lstStyle>
            <a:lvl1pPr marL="0">
              <a:lnSpc>
                <a:spcPct val="117000"/>
              </a:lnSpc>
              <a:spcBef>
                <a:spcPts val="500"/>
              </a:spcBef>
              <a:spcAft>
                <a:spcPts val="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a:t>
            </a:r>
          </a:p>
          <a:p>
            <a:pPr lvl="1"/>
            <a:r>
              <a:rPr lang="en-US" dirty="0"/>
              <a:t>Second level</a:t>
            </a:r>
          </a:p>
        </p:txBody>
      </p:sp>
      <p:sp>
        <p:nvSpPr>
          <p:cNvPr id="17" name="Text Placeholder 9">
            <a:extLst>
              <a:ext uri="{FF2B5EF4-FFF2-40B4-BE49-F238E27FC236}">
                <a16:creationId xmlns:a16="http://schemas.microsoft.com/office/drawing/2014/main" id="{F40F0EBB-2640-1C41-B3A1-4727F17E0E39}"/>
              </a:ext>
            </a:extLst>
          </p:cNvPr>
          <p:cNvSpPr>
            <a:spLocks noGrp="1"/>
          </p:cNvSpPr>
          <p:nvPr>
            <p:ph type="body" sz="quarter" idx="17" hasCustomPrompt="1"/>
          </p:nvPr>
        </p:nvSpPr>
        <p:spPr>
          <a:xfrm>
            <a:off x="1135540" y="4575517"/>
            <a:ext cx="1530046" cy="712888"/>
          </a:xfrm>
        </p:spPr>
        <p:txBody>
          <a:bodyPr wrap="square">
            <a:spAutoFit/>
          </a:bodyPr>
          <a:lstStyle>
            <a:lvl1pPr marL="0">
              <a:lnSpc>
                <a:spcPct val="117000"/>
              </a:lnSpc>
              <a:spcBef>
                <a:spcPts val="500"/>
              </a:spcBef>
              <a:spcAft>
                <a:spcPts val="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a:t>
            </a:r>
          </a:p>
          <a:p>
            <a:pPr lvl="1"/>
            <a:r>
              <a:rPr lang="en-US" dirty="0"/>
              <a:t>Second level</a:t>
            </a:r>
          </a:p>
        </p:txBody>
      </p:sp>
      <p:sp>
        <p:nvSpPr>
          <p:cNvPr id="18" name="Text Placeholder 9">
            <a:extLst>
              <a:ext uri="{FF2B5EF4-FFF2-40B4-BE49-F238E27FC236}">
                <a16:creationId xmlns:a16="http://schemas.microsoft.com/office/drawing/2014/main" id="{1CE64662-D4B3-5249-ABA5-6779DB4C0A29}"/>
              </a:ext>
            </a:extLst>
          </p:cNvPr>
          <p:cNvSpPr>
            <a:spLocks noGrp="1"/>
          </p:cNvSpPr>
          <p:nvPr>
            <p:ph type="body" sz="quarter" idx="18" hasCustomPrompt="1"/>
          </p:nvPr>
        </p:nvSpPr>
        <p:spPr>
          <a:xfrm>
            <a:off x="3044977" y="2774547"/>
            <a:ext cx="1530046" cy="712888"/>
          </a:xfrm>
        </p:spPr>
        <p:txBody>
          <a:bodyPr wrap="square">
            <a:spAutoFit/>
          </a:bodyPr>
          <a:lstStyle>
            <a:lvl1pPr marL="0">
              <a:lnSpc>
                <a:spcPct val="117000"/>
              </a:lnSpc>
              <a:spcBef>
                <a:spcPts val="400"/>
              </a:spcBef>
              <a:spcAft>
                <a:spcPts val="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a:t>
            </a:r>
          </a:p>
          <a:p>
            <a:pPr lvl="1"/>
            <a:r>
              <a:rPr lang="en-US" dirty="0"/>
              <a:t>Second level</a:t>
            </a:r>
          </a:p>
        </p:txBody>
      </p:sp>
      <p:sp>
        <p:nvSpPr>
          <p:cNvPr id="19" name="Text Placeholder 9">
            <a:extLst>
              <a:ext uri="{FF2B5EF4-FFF2-40B4-BE49-F238E27FC236}">
                <a16:creationId xmlns:a16="http://schemas.microsoft.com/office/drawing/2014/main" id="{4A7D8163-732A-F54A-8B73-00C95459C7BD}"/>
              </a:ext>
            </a:extLst>
          </p:cNvPr>
          <p:cNvSpPr>
            <a:spLocks noGrp="1"/>
          </p:cNvSpPr>
          <p:nvPr>
            <p:ph type="body" sz="quarter" idx="19" hasCustomPrompt="1"/>
          </p:nvPr>
        </p:nvSpPr>
        <p:spPr>
          <a:xfrm>
            <a:off x="3044977" y="3675032"/>
            <a:ext cx="1530046" cy="712888"/>
          </a:xfrm>
        </p:spPr>
        <p:txBody>
          <a:bodyPr wrap="square">
            <a:spAutoFit/>
          </a:bodyPr>
          <a:lstStyle>
            <a:lvl1pPr marL="0">
              <a:lnSpc>
                <a:spcPct val="117000"/>
              </a:lnSpc>
              <a:spcBef>
                <a:spcPts val="500"/>
              </a:spcBef>
              <a:spcAft>
                <a:spcPts val="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a:t>
            </a:r>
          </a:p>
          <a:p>
            <a:pPr lvl="1"/>
            <a:r>
              <a:rPr lang="en-US" dirty="0"/>
              <a:t>Second level</a:t>
            </a:r>
          </a:p>
        </p:txBody>
      </p:sp>
      <p:sp>
        <p:nvSpPr>
          <p:cNvPr id="20" name="Text Placeholder 9">
            <a:extLst>
              <a:ext uri="{FF2B5EF4-FFF2-40B4-BE49-F238E27FC236}">
                <a16:creationId xmlns:a16="http://schemas.microsoft.com/office/drawing/2014/main" id="{42D5C87C-08A5-3F42-8CC3-9D155CECEC9E}"/>
              </a:ext>
            </a:extLst>
          </p:cNvPr>
          <p:cNvSpPr>
            <a:spLocks noGrp="1"/>
          </p:cNvSpPr>
          <p:nvPr>
            <p:ph type="body" sz="quarter" idx="20" hasCustomPrompt="1"/>
          </p:nvPr>
        </p:nvSpPr>
        <p:spPr>
          <a:xfrm>
            <a:off x="3044977" y="4575517"/>
            <a:ext cx="1530046" cy="712888"/>
          </a:xfrm>
        </p:spPr>
        <p:txBody>
          <a:bodyPr wrap="square">
            <a:spAutoFit/>
          </a:bodyPr>
          <a:lstStyle>
            <a:lvl1pPr marL="0">
              <a:lnSpc>
                <a:spcPct val="117000"/>
              </a:lnSpc>
              <a:spcBef>
                <a:spcPts val="500"/>
              </a:spcBef>
              <a:spcAft>
                <a:spcPts val="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Aft>
                <a:spcPts val="5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a:t>
            </a:r>
          </a:p>
          <a:p>
            <a:pPr lvl="1"/>
            <a:r>
              <a:rPr lang="en-US" dirty="0"/>
              <a:t>Second level</a:t>
            </a:r>
          </a:p>
        </p:txBody>
      </p:sp>
      <p:sp>
        <p:nvSpPr>
          <p:cNvPr id="22" name="Text Placeholder 9">
            <a:extLst>
              <a:ext uri="{FF2B5EF4-FFF2-40B4-BE49-F238E27FC236}">
                <a16:creationId xmlns:a16="http://schemas.microsoft.com/office/drawing/2014/main" id="{833593CB-E635-AD44-BA7D-B4DB0B562D78}"/>
              </a:ext>
            </a:extLst>
          </p:cNvPr>
          <p:cNvSpPr>
            <a:spLocks noGrp="1"/>
          </p:cNvSpPr>
          <p:nvPr>
            <p:ph type="body" sz="quarter" idx="21" hasCustomPrompt="1"/>
          </p:nvPr>
        </p:nvSpPr>
        <p:spPr>
          <a:xfrm>
            <a:off x="4945678" y="1557805"/>
            <a:ext cx="3084608" cy="1098763"/>
          </a:xfrm>
        </p:spPr>
        <p:txBody>
          <a:bodyPr wrap="square">
            <a:spAutoFit/>
          </a:bodyPr>
          <a:lstStyle>
            <a:lvl1pPr marL="0">
              <a:lnSpc>
                <a:spcPct val="117000"/>
              </a:lnSpc>
              <a:spcBef>
                <a:spcPts val="0"/>
              </a:spcBef>
              <a:spcAft>
                <a:spcPts val="400"/>
              </a:spcAft>
              <a:defRPr sz="1000" b="1">
                <a:solidFill>
                  <a:schemeClr val="tx1"/>
                </a:solidFill>
              </a:defRPr>
            </a:lvl1pPr>
            <a:lvl2pPr marL="0">
              <a:lnSpc>
                <a:spcPct val="117000"/>
              </a:lnSpc>
              <a:spcAft>
                <a:spcPts val="500"/>
              </a:spcAft>
              <a:defRPr>
                <a:solidFill>
                  <a:schemeClr val="tx1"/>
                </a:solidFill>
              </a:defRPr>
            </a:lvl2pPr>
            <a:lvl3pPr marL="0" indent="0">
              <a:lnSpc>
                <a:spcPct val="117000"/>
              </a:lnSpc>
              <a:spcBef>
                <a:spcPts val="500"/>
              </a:spcBef>
              <a:spcAft>
                <a:spcPts val="250"/>
              </a:spcAft>
              <a:buFont typeface="Arial" panose="020B0604020202020204" pitchFamily="34" charset="0"/>
              <a:buNone/>
              <a:tabLst/>
              <a:defRPr sz="500" b="1" i="0">
                <a:solidFill>
                  <a:schemeClr val="tx1"/>
                </a:solidFill>
                <a:latin typeface="Helvetica Now Text" panose="020B0504030202020204" pitchFamily="34" charset="77"/>
              </a:defRPr>
            </a:lvl3pPr>
            <a:lvl4pPr marL="0" indent="0">
              <a:lnSpc>
                <a:spcPct val="100000"/>
              </a:lnSpc>
              <a:spcAft>
                <a:spcPts val="250"/>
              </a:spcAft>
              <a:buFont typeface="Arial" panose="020B0604020202020204" pitchFamily="34" charset="0"/>
              <a:buNone/>
              <a:tabLst/>
              <a:defRPr sz="500" b="0" i="0">
                <a:solidFill>
                  <a:schemeClr val="tx1"/>
                </a:solidFill>
                <a:latin typeface="Helvetica Now Text" panose="020B0504030202020204" pitchFamily="34" charset="77"/>
              </a:defRPr>
            </a:lvl4pPr>
            <a:lvl5pPr marL="0" indent="0">
              <a:lnSpc>
                <a:spcPct val="117000"/>
              </a:lnSpc>
              <a:spcAft>
                <a:spcPts val="0"/>
              </a:spcAft>
              <a:buFont typeface="Arial" panose="020B0604020202020204" pitchFamily="34" charset="0"/>
              <a:buNone/>
              <a:tabLst/>
              <a:defRPr/>
            </a:lvl5pPr>
          </a:lstStyle>
          <a:p>
            <a:pPr lvl="0"/>
            <a:r>
              <a:rPr lang="en-US" dirty="0"/>
              <a:t>Click to add bold text First level. Click to add text Second level. Click to add small text bold Third level. Click to add small text Fourth level </a:t>
            </a:r>
          </a:p>
          <a:p>
            <a:pPr lvl="1"/>
            <a:r>
              <a:rPr lang="en-US" dirty="0"/>
              <a:t>Second level</a:t>
            </a:r>
          </a:p>
          <a:p>
            <a:pPr lvl="2"/>
            <a:r>
              <a:rPr lang="en-US" dirty="0"/>
              <a:t>Third level</a:t>
            </a:r>
          </a:p>
          <a:p>
            <a:pPr lvl="3"/>
            <a:r>
              <a:rPr lang="en-US" dirty="0"/>
              <a:t>Fourth level</a:t>
            </a:r>
          </a:p>
        </p:txBody>
      </p:sp>
      <p:sp>
        <p:nvSpPr>
          <p:cNvPr id="14" name="Title 4">
            <a:extLst>
              <a:ext uri="{FF2B5EF4-FFF2-40B4-BE49-F238E27FC236}">
                <a16:creationId xmlns:a16="http://schemas.microsoft.com/office/drawing/2014/main" id="{A616470C-5D44-1543-BC17-F6DB941BB05A}"/>
              </a:ext>
            </a:extLst>
          </p:cNvPr>
          <p:cNvSpPr>
            <a:spLocks noGrp="1"/>
          </p:cNvSpPr>
          <p:nvPr>
            <p:ph type="title" hasCustomPrompt="1"/>
          </p:nvPr>
        </p:nvSpPr>
        <p:spPr>
          <a:xfrm>
            <a:off x="1123229" y="468192"/>
            <a:ext cx="10686952" cy="400110"/>
          </a:xfrm>
        </p:spPr>
        <p:txBody>
          <a:bodyPr/>
          <a:lstStyle/>
          <a:p>
            <a:r>
              <a:rPr lang="en-US" dirty="0"/>
              <a:t>Contacts – click to add title</a:t>
            </a:r>
            <a:endParaRPr lang="en-GB" dirty="0"/>
          </a:p>
        </p:txBody>
      </p:sp>
      <p:sp>
        <p:nvSpPr>
          <p:cNvPr id="15" name="Subtitle 2">
            <a:extLst>
              <a:ext uri="{FF2B5EF4-FFF2-40B4-BE49-F238E27FC236}">
                <a16:creationId xmlns:a16="http://schemas.microsoft.com/office/drawing/2014/main" id="{56B70E86-3214-1440-AB9C-6ABFB8CFCF04}"/>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Tree>
    <p:extLst>
      <p:ext uri="{BB962C8B-B14F-4D97-AF65-F5344CB8AC3E}">
        <p14:creationId xmlns:p14="http://schemas.microsoft.com/office/powerpoint/2010/main" val="2604982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genda Discussion">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dirty="0"/>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
        <p:nvSpPr>
          <p:cNvPr id="25" name="Text Placeholder 24">
            <a:extLst>
              <a:ext uri="{FF2B5EF4-FFF2-40B4-BE49-F238E27FC236}">
                <a16:creationId xmlns:a16="http://schemas.microsoft.com/office/drawing/2014/main" id="{4E910327-66FD-5940-AD7F-B69B8A244A9F}"/>
              </a:ext>
            </a:extLst>
          </p:cNvPr>
          <p:cNvSpPr>
            <a:spLocks noGrp="1"/>
          </p:cNvSpPr>
          <p:nvPr>
            <p:ph type="body" sz="quarter" idx="14" hasCustomPrompt="1"/>
          </p:nvPr>
        </p:nvSpPr>
        <p:spPr>
          <a:xfrm>
            <a:off x="1148694" y="2454307"/>
            <a:ext cx="1924175" cy="1460500"/>
          </a:xfrm>
        </p:spPr>
        <p:txBody>
          <a:bodyPr/>
          <a:lstStyle>
            <a:lvl1pPr>
              <a:spcAft>
                <a:spcPts val="400"/>
              </a:spcAft>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6" name="Text Placeholder 24">
            <a:extLst>
              <a:ext uri="{FF2B5EF4-FFF2-40B4-BE49-F238E27FC236}">
                <a16:creationId xmlns:a16="http://schemas.microsoft.com/office/drawing/2014/main" id="{72E2517E-1DD9-2A41-A8C4-BC4A9768F3B4}"/>
              </a:ext>
            </a:extLst>
          </p:cNvPr>
          <p:cNvSpPr>
            <a:spLocks noGrp="1"/>
          </p:cNvSpPr>
          <p:nvPr>
            <p:ph type="body" sz="quarter" idx="15" hasCustomPrompt="1"/>
          </p:nvPr>
        </p:nvSpPr>
        <p:spPr>
          <a:xfrm>
            <a:off x="3812661" y="2454307"/>
            <a:ext cx="1924175" cy="1460500"/>
          </a:xfrm>
        </p:spPr>
        <p:txBody>
          <a:bodyPr/>
          <a:lstStyle>
            <a:lvl1pPr>
              <a:spcAft>
                <a:spcPts val="400"/>
              </a:spcAft>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7" name="Text Placeholder 24">
            <a:extLst>
              <a:ext uri="{FF2B5EF4-FFF2-40B4-BE49-F238E27FC236}">
                <a16:creationId xmlns:a16="http://schemas.microsoft.com/office/drawing/2014/main" id="{0F228426-CF81-2046-8520-D8823BD034F9}"/>
              </a:ext>
            </a:extLst>
          </p:cNvPr>
          <p:cNvSpPr>
            <a:spLocks noGrp="1"/>
          </p:cNvSpPr>
          <p:nvPr>
            <p:ph type="body" sz="quarter" idx="16" hasCustomPrompt="1"/>
          </p:nvPr>
        </p:nvSpPr>
        <p:spPr>
          <a:xfrm>
            <a:off x="6476628" y="2454307"/>
            <a:ext cx="1924175" cy="1460500"/>
          </a:xfrm>
        </p:spPr>
        <p:txBody>
          <a:bodyPr/>
          <a:lstStyle>
            <a:lvl1pPr>
              <a:spcAft>
                <a:spcPts val="400"/>
              </a:spcAft>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Type a subheading – First level. Type text Second level. Type bullet Third, Fourth and Fifth level </a:t>
            </a: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Text Placeholder 24">
            <a:extLst>
              <a:ext uri="{FF2B5EF4-FFF2-40B4-BE49-F238E27FC236}">
                <a16:creationId xmlns:a16="http://schemas.microsoft.com/office/drawing/2014/main" id="{BE23F920-5C18-B34A-8211-35DA063D9C52}"/>
              </a:ext>
            </a:extLst>
          </p:cNvPr>
          <p:cNvSpPr>
            <a:spLocks noGrp="1"/>
          </p:cNvSpPr>
          <p:nvPr>
            <p:ph type="body" sz="quarter" idx="17"/>
          </p:nvPr>
        </p:nvSpPr>
        <p:spPr>
          <a:xfrm>
            <a:off x="9140595" y="2454307"/>
            <a:ext cx="1924175" cy="1460500"/>
          </a:xfrm>
        </p:spPr>
        <p:txBody>
          <a:bodyPr/>
          <a:lstStyle>
            <a:lvl1pPr>
              <a:spcAft>
                <a:spcPts val="400"/>
              </a:spcAft>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GB" dirty="0"/>
          </a:p>
        </p:txBody>
      </p:sp>
      <p:sp>
        <p:nvSpPr>
          <p:cNvPr id="3" name="Title 2">
            <a:extLst>
              <a:ext uri="{FF2B5EF4-FFF2-40B4-BE49-F238E27FC236}">
                <a16:creationId xmlns:a16="http://schemas.microsoft.com/office/drawing/2014/main" id="{7B4A37B2-4A9E-0843-BCD6-4733431C4A9F}"/>
              </a:ext>
            </a:extLst>
          </p:cNvPr>
          <p:cNvSpPr>
            <a:spLocks noGrp="1"/>
          </p:cNvSpPr>
          <p:nvPr>
            <p:ph type="title" hasCustomPrompt="1"/>
          </p:nvPr>
        </p:nvSpPr>
        <p:spPr/>
        <p:txBody>
          <a:bodyPr/>
          <a:lstStyle/>
          <a:p>
            <a:r>
              <a:rPr lang="en-GB" dirty="0"/>
              <a:t>Click to add title</a:t>
            </a:r>
          </a:p>
        </p:txBody>
      </p:sp>
      <p:sp>
        <p:nvSpPr>
          <p:cNvPr id="12" name="Subtitle 2">
            <a:extLst>
              <a:ext uri="{FF2B5EF4-FFF2-40B4-BE49-F238E27FC236}">
                <a16:creationId xmlns:a16="http://schemas.microsoft.com/office/drawing/2014/main" id="{F5CCAC0F-B7AD-3249-877F-A0604EDE6319}"/>
              </a:ext>
            </a:extLst>
          </p:cNvPr>
          <p:cNvSpPr>
            <a:spLocks noGrp="1"/>
          </p:cNvSpPr>
          <p:nvPr>
            <p:ph type="subTitle" idx="13" hasCustomPrompt="1"/>
          </p:nvPr>
        </p:nvSpPr>
        <p:spPr>
          <a:xfrm>
            <a:off x="1123229" y="843284"/>
            <a:ext cx="10686952" cy="307777"/>
          </a:xfrm>
        </p:spPr>
        <p:txBody>
          <a:bodyPr wrap="square">
            <a:spAutoFit/>
          </a:bodyPr>
          <a:lstStyle>
            <a:lvl1pPr marL="0" indent="0" algn="l">
              <a:buNone/>
              <a:defRPr sz="2000" b="0" i="0">
                <a:solidFill>
                  <a:schemeClr val="tx1"/>
                </a:solidFill>
                <a:latin typeface="Helvetica Now Text" panose="020B0504030202020204" pitchFamily="34" charset="77"/>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dirty="0"/>
              <a:t>Click to add subhead</a:t>
            </a:r>
            <a:endParaRPr lang="en-US" dirty="0"/>
          </a:p>
        </p:txBody>
      </p:sp>
    </p:spTree>
    <p:extLst>
      <p:ext uri="{BB962C8B-B14F-4D97-AF65-F5344CB8AC3E}">
        <p14:creationId xmlns:p14="http://schemas.microsoft.com/office/powerpoint/2010/main" val="27451835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chemeClr val="tx1"/>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78AE1F3-A300-D249-985E-B8178B030478}"/>
              </a:ext>
            </a:extLst>
          </p:cNvPr>
          <p:cNvSpPr>
            <a:spLocks noGrp="1"/>
          </p:cNvSpPr>
          <p:nvPr>
            <p:ph type="media" sz="quarter" idx="10"/>
          </p:nvPr>
        </p:nvSpPr>
        <p:spPr>
          <a:xfrm>
            <a:off x="0" y="0"/>
            <a:ext cx="12192000" cy="6858000"/>
          </a:xfrm>
          <a:solidFill>
            <a:schemeClr val="tx1"/>
          </a:solidFill>
        </p:spPr>
        <p:txBody>
          <a:bodyPr tIns="5486400"/>
          <a:lstStyle>
            <a:lvl1pPr algn="ctr">
              <a:defRPr>
                <a:solidFill>
                  <a:schemeClr val="bg1"/>
                </a:solidFill>
              </a:defRPr>
            </a:lvl1pPr>
          </a:lstStyle>
          <a:p>
            <a:r>
              <a:rPr lang="en-US" altLang="zh-CN"/>
              <a:t>Click icon to add media</a:t>
            </a:r>
            <a:endParaRPr lang="en-US"/>
          </a:p>
        </p:txBody>
      </p:sp>
    </p:spTree>
    <p:extLst>
      <p:ext uri="{BB962C8B-B14F-4D97-AF65-F5344CB8AC3E}">
        <p14:creationId xmlns:p14="http://schemas.microsoft.com/office/powerpoint/2010/main" val="12408914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hank you/Questions">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dirty="0"/>
              <a:t>Legal Copy Helvetica Regular 8/9.6 White</a:t>
            </a:r>
          </a:p>
        </p:txBody>
      </p:sp>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1126303" y="1487624"/>
            <a:ext cx="5299629" cy="692498"/>
          </a:xfrm>
        </p:spPr>
        <p:txBody>
          <a:bodyPr/>
          <a:lstStyle>
            <a:lvl1pPr>
              <a:defRPr sz="4500">
                <a:solidFill>
                  <a:schemeClr val="bg1"/>
                </a:solidFill>
              </a:defRPr>
            </a:lvl1pPr>
          </a:lstStyle>
          <a:p>
            <a:r>
              <a:rPr lang="en-US" dirty="0"/>
              <a:t>Click add title</a:t>
            </a:r>
            <a:endParaRPr lang="en-GB" dirty="0"/>
          </a:p>
        </p:txBody>
      </p:sp>
    </p:spTree>
    <p:extLst>
      <p:ext uri="{BB962C8B-B14F-4D97-AF65-F5344CB8AC3E}">
        <p14:creationId xmlns:p14="http://schemas.microsoft.com/office/powerpoint/2010/main" val="39733123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act us">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bg1"/>
                </a:solidFill>
                <a:latin typeface="Helvetica Now Text" panose="020B0504030202020204" pitchFamily="34" charset="77"/>
              </a:defRPr>
            </a:lvl1pPr>
          </a:lstStyle>
          <a:p>
            <a:r>
              <a:rPr lang="en-GB" dirty="0"/>
              <a:t>Legal Copy Helvetica Regular 8/9.6 White</a:t>
            </a:r>
          </a:p>
        </p:txBody>
      </p:sp>
      <p:sp>
        <p:nvSpPr>
          <p:cNvPr id="5" name="Text Placeholder 4">
            <a:extLst>
              <a:ext uri="{FF2B5EF4-FFF2-40B4-BE49-F238E27FC236}">
                <a16:creationId xmlns:a16="http://schemas.microsoft.com/office/drawing/2014/main" id="{76B40883-779E-2041-96B2-246837E86362}"/>
              </a:ext>
            </a:extLst>
          </p:cNvPr>
          <p:cNvSpPr>
            <a:spLocks noGrp="1"/>
          </p:cNvSpPr>
          <p:nvPr>
            <p:ph type="body" sz="quarter" idx="13" hasCustomPrompt="1"/>
          </p:nvPr>
        </p:nvSpPr>
        <p:spPr>
          <a:xfrm>
            <a:off x="1134080" y="1561122"/>
            <a:ext cx="3056399" cy="3898900"/>
          </a:xfrm>
        </p:spPr>
        <p:txBody>
          <a:bodyPr/>
          <a:lstStyle>
            <a:lvl1pPr>
              <a:lnSpc>
                <a:spcPct val="115000"/>
              </a:lnSpc>
              <a:spcBef>
                <a:spcPts val="1250"/>
              </a:spcBef>
              <a:spcAft>
                <a:spcPts val="300"/>
              </a:spcAft>
              <a:defRPr sz="1000" b="1" i="0">
                <a:solidFill>
                  <a:schemeClr val="bg1"/>
                </a:solidFill>
                <a:latin typeface="Helvetica Now Text" panose="020B0504030202020204" pitchFamily="34" charset="77"/>
              </a:defRPr>
            </a:lvl1pPr>
            <a:lvl2pPr>
              <a:lnSpc>
                <a:spcPct val="100000"/>
              </a:lnSpc>
              <a:spcAft>
                <a:spcPts val="0"/>
              </a:spcAft>
              <a:defRPr sz="900">
                <a:solidFill>
                  <a:schemeClr val="bg1"/>
                </a:solidFill>
              </a:defRPr>
            </a:lvl2pPr>
            <a:lvl3pPr marL="0" indent="0">
              <a:lnSpc>
                <a:spcPct val="115000"/>
              </a:lnSpc>
              <a:buNone/>
              <a:tabLst/>
              <a:defRPr sz="500">
                <a:solidFill>
                  <a:schemeClr val="bg1"/>
                </a:solidFill>
              </a:defRPr>
            </a:lvl3pPr>
            <a:lvl4pPr marL="0" indent="0">
              <a:buNone/>
              <a:tabLst/>
              <a:defRPr>
                <a:solidFill>
                  <a:schemeClr val="bg1"/>
                </a:solidFill>
              </a:defRPr>
            </a:lvl4pPr>
            <a:lvl5pPr marL="0" indent="0">
              <a:buNone/>
              <a:tabLst/>
              <a:defRPr>
                <a:solidFill>
                  <a:schemeClr val="bg1"/>
                </a:solidFill>
              </a:defRPr>
            </a:lvl5pPr>
          </a:lstStyle>
          <a:p>
            <a:pPr lvl="0"/>
            <a:r>
              <a:rPr lang="en-US" dirty="0"/>
              <a:t>Click to add bold text First Level. Click to add text Second level. Click to add small text Third level</a:t>
            </a:r>
          </a:p>
          <a:p>
            <a:pPr lvl="1"/>
            <a:r>
              <a:rPr lang="en-US" dirty="0"/>
              <a:t>Second level</a:t>
            </a:r>
          </a:p>
          <a:p>
            <a:pPr lvl="2"/>
            <a:r>
              <a:rPr lang="en-US" dirty="0"/>
              <a:t>Third level</a:t>
            </a:r>
          </a:p>
        </p:txBody>
      </p:sp>
    </p:spTree>
    <p:extLst>
      <p:ext uri="{BB962C8B-B14F-4D97-AF65-F5344CB8AC3E}">
        <p14:creationId xmlns:p14="http://schemas.microsoft.com/office/powerpoint/2010/main" val="4117023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 Type="http://schemas.openxmlformats.org/officeDocument/2006/relationships/slideLayout" Target="../slideLayouts/slideLayout19.xml"/><Relationship Id="rId21" Type="http://schemas.openxmlformats.org/officeDocument/2006/relationships/slideLayout" Target="../slideLayouts/slideLayout37.xml"/><Relationship Id="rId34" Type="http://schemas.openxmlformats.org/officeDocument/2006/relationships/theme" Target="../theme/theme2.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83919EB-8CDC-4530-89FC-6DE05C344E1A}"/>
              </a:ext>
            </a:extLst>
          </p:cNvPr>
          <p:cNvSpPr>
            <a:spLocks noGrp="1" noChangeArrowheads="1"/>
          </p:cNvSpPr>
          <p:nvPr>
            <p:ph type="title"/>
          </p:nvPr>
        </p:nvSpPr>
        <p:spPr bwMode="auto">
          <a:xfrm>
            <a:off x="623888" y="244475"/>
            <a:ext cx="93122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de-DE" altLang="zh-CN"/>
              <a:t>Click here to edit the title of your presentation</a:t>
            </a:r>
            <a:br>
              <a:rPr lang="de-DE" altLang="zh-CN"/>
            </a:br>
            <a:r>
              <a:rPr lang="de-DE" altLang="zh-CN"/>
              <a:t>(two rows maximum)</a:t>
            </a:r>
          </a:p>
        </p:txBody>
      </p:sp>
      <p:sp>
        <p:nvSpPr>
          <p:cNvPr id="1027" name="Rectangle 3">
            <a:extLst>
              <a:ext uri="{FF2B5EF4-FFF2-40B4-BE49-F238E27FC236}">
                <a16:creationId xmlns:a16="http://schemas.microsoft.com/office/drawing/2014/main" id="{1DED4CA5-FC79-4D57-9BB6-B644D30ADA17}"/>
              </a:ext>
            </a:extLst>
          </p:cNvPr>
          <p:cNvSpPr>
            <a:spLocks noGrp="1" noChangeArrowheads="1"/>
          </p:cNvSpPr>
          <p:nvPr>
            <p:ph type="body" idx="1"/>
          </p:nvPr>
        </p:nvSpPr>
        <p:spPr bwMode="auto">
          <a:xfrm>
            <a:off x="623888" y="1268413"/>
            <a:ext cx="10944225"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1"/>
            <a:r>
              <a:rPr lang="de-DE" altLang="zh-CN"/>
              <a:t>Second level</a:t>
            </a:r>
          </a:p>
          <a:p>
            <a:pPr lvl="2"/>
            <a:r>
              <a:rPr lang="de-DE" altLang="zh-CN"/>
              <a:t>Third level</a:t>
            </a:r>
          </a:p>
          <a:p>
            <a:pPr lvl="3"/>
            <a:r>
              <a:rPr lang="de-DE" altLang="zh-CN"/>
              <a:t>Fourth level</a:t>
            </a:r>
          </a:p>
          <a:p>
            <a:pPr lvl="4"/>
            <a:r>
              <a:rPr lang="de-DE" altLang="zh-CN"/>
              <a:t>Fifth level</a:t>
            </a:r>
          </a:p>
        </p:txBody>
      </p:sp>
      <p:sp>
        <p:nvSpPr>
          <p:cNvPr id="1029" name="Rectangle 5">
            <a:extLst>
              <a:ext uri="{FF2B5EF4-FFF2-40B4-BE49-F238E27FC236}">
                <a16:creationId xmlns:a16="http://schemas.microsoft.com/office/drawing/2014/main" id="{E39FC25D-F300-4B8B-9ED5-0ED8A1C965B6}"/>
              </a:ext>
            </a:extLst>
          </p:cNvPr>
          <p:cNvSpPr>
            <a:spLocks noGrp="1" noChangeArrowheads="1"/>
          </p:cNvSpPr>
          <p:nvPr>
            <p:ph type="ftr" sz="quarter" idx="3"/>
          </p:nvPr>
        </p:nvSpPr>
        <p:spPr bwMode="auto">
          <a:xfrm>
            <a:off x="2135188" y="6416675"/>
            <a:ext cx="8928100" cy="13017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eaLnBrk="1" hangingPunct="1">
              <a:defRPr sz="1000">
                <a:solidFill>
                  <a:schemeClr val="bg2"/>
                </a:solidFill>
              </a:defRPr>
            </a:lvl1pPr>
          </a:lstStyle>
          <a:p>
            <a:pPr>
              <a:defRPr/>
            </a:pPr>
            <a:r>
              <a:rPr lang="en-US" altLang="zh-CN"/>
              <a:t>Leo Huang</a:t>
            </a:r>
            <a:endParaRPr lang="de-DE" altLang="zh-CN"/>
          </a:p>
        </p:txBody>
      </p:sp>
      <p:sp>
        <p:nvSpPr>
          <p:cNvPr id="1030" name="Rectangle 6">
            <a:extLst>
              <a:ext uri="{FF2B5EF4-FFF2-40B4-BE49-F238E27FC236}">
                <a16:creationId xmlns:a16="http://schemas.microsoft.com/office/drawing/2014/main" id="{0AF8E4F9-BE1C-453E-87F2-8CCB309CB65F}"/>
              </a:ext>
            </a:extLst>
          </p:cNvPr>
          <p:cNvSpPr>
            <a:spLocks noGrp="1" noChangeArrowheads="1"/>
          </p:cNvSpPr>
          <p:nvPr>
            <p:ph type="sldNum" sz="quarter" idx="4"/>
          </p:nvPr>
        </p:nvSpPr>
        <p:spPr bwMode="auto">
          <a:xfrm>
            <a:off x="11496675" y="6416675"/>
            <a:ext cx="287338" cy="13017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1" hangingPunct="1">
              <a:defRPr sz="1000" b="1"/>
            </a:lvl1pPr>
          </a:lstStyle>
          <a:p>
            <a:pPr>
              <a:defRPr/>
            </a:pPr>
            <a:fld id="{F7626433-3DD3-4321-B109-D1B1B3FD1C4F}" type="slidenum">
              <a:rPr lang="de-DE" altLang="zh-CN"/>
              <a:pPr>
                <a:defRPr/>
              </a:pPr>
              <a:t>‹#›</a:t>
            </a:fld>
            <a:endParaRPr lang="de-DE" altLang="zh-CN"/>
          </a:p>
        </p:txBody>
      </p:sp>
      <p:sp>
        <p:nvSpPr>
          <p:cNvPr id="2" name="Line 8">
            <a:extLst>
              <a:ext uri="{FF2B5EF4-FFF2-40B4-BE49-F238E27FC236}">
                <a16:creationId xmlns:a16="http://schemas.microsoft.com/office/drawing/2014/main" id="{97C7BA65-C845-426A-B7D4-038E7352D4D4}"/>
              </a:ext>
            </a:extLst>
          </p:cNvPr>
          <p:cNvSpPr>
            <a:spLocks noChangeShapeType="1"/>
          </p:cNvSpPr>
          <p:nvPr/>
        </p:nvSpPr>
        <p:spPr bwMode="auto">
          <a:xfrm flipV="1">
            <a:off x="623888" y="6092825"/>
            <a:ext cx="1094422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lIns="91429" tIns="45715" rIns="91429" bIns="45715" anchor="ctr"/>
          <a:lstStyle/>
          <a:p>
            <a:endParaRPr lang="zh-CN" altLang="en-US"/>
          </a:p>
        </p:txBody>
      </p:sp>
      <p:sp>
        <p:nvSpPr>
          <p:cNvPr id="1031" name="Line 9">
            <a:extLst>
              <a:ext uri="{FF2B5EF4-FFF2-40B4-BE49-F238E27FC236}">
                <a16:creationId xmlns:a16="http://schemas.microsoft.com/office/drawing/2014/main" id="{F289B59F-2FF6-4029-8AA3-D9B8EB3DDFBD}"/>
              </a:ext>
            </a:extLst>
          </p:cNvPr>
          <p:cNvSpPr>
            <a:spLocks noChangeShapeType="1"/>
          </p:cNvSpPr>
          <p:nvPr/>
        </p:nvSpPr>
        <p:spPr bwMode="auto">
          <a:xfrm>
            <a:off x="623888" y="1052513"/>
            <a:ext cx="1094422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lIns="91429" tIns="45715" rIns="91429" bIns="45715" anchor="ctr"/>
          <a:lstStyle/>
          <a:p>
            <a:endParaRPr lang="zh-CN" altLang="en-US"/>
          </a:p>
        </p:txBody>
      </p:sp>
      <p:grpSp>
        <p:nvGrpSpPr>
          <p:cNvPr id="1032" name="组 15">
            <a:extLst>
              <a:ext uri="{FF2B5EF4-FFF2-40B4-BE49-F238E27FC236}">
                <a16:creationId xmlns:a16="http://schemas.microsoft.com/office/drawing/2014/main" id="{B5BCB9C4-7054-4FAC-B1EC-9EE045B8C636}"/>
              </a:ext>
            </a:extLst>
          </p:cNvPr>
          <p:cNvGrpSpPr>
            <a:grpSpLocks/>
          </p:cNvGrpSpPr>
          <p:nvPr userDrawn="1"/>
        </p:nvGrpSpPr>
        <p:grpSpPr bwMode="auto">
          <a:xfrm>
            <a:off x="-7938" y="115888"/>
            <a:ext cx="593726" cy="404812"/>
            <a:chOff x="-1" y="2022572"/>
            <a:chExt cx="593564" cy="404250"/>
          </a:xfrm>
        </p:grpSpPr>
        <p:sp>
          <p:nvSpPr>
            <p:cNvPr id="9" name="五边形 13">
              <a:extLst>
                <a:ext uri="{FF2B5EF4-FFF2-40B4-BE49-F238E27FC236}">
                  <a16:creationId xmlns:a16="http://schemas.microsoft.com/office/drawing/2014/main" id="{E4FD4267-202E-4B32-A171-A4886BDF00E5}"/>
                </a:ext>
              </a:extLst>
            </p:cNvPr>
            <p:cNvSpPr/>
            <p:nvPr/>
          </p:nvSpPr>
          <p:spPr>
            <a:xfrm>
              <a:off x="65069" y="2022572"/>
              <a:ext cx="528494" cy="404250"/>
            </a:xfrm>
            <a:prstGeom prst="homePlate">
              <a:avLst>
                <a:gd name="adj" fmla="val 4247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sp>
          <p:nvSpPr>
            <p:cNvPr id="10" name="五边形 14">
              <a:extLst>
                <a:ext uri="{FF2B5EF4-FFF2-40B4-BE49-F238E27FC236}">
                  <a16:creationId xmlns:a16="http://schemas.microsoft.com/office/drawing/2014/main" id="{6F63B5F1-3790-4B55-A4B8-E46EA8B72175}"/>
                </a:ext>
              </a:extLst>
            </p:cNvPr>
            <p:cNvSpPr/>
            <p:nvPr/>
          </p:nvSpPr>
          <p:spPr>
            <a:xfrm>
              <a:off x="-1" y="2022572"/>
              <a:ext cx="528494" cy="404250"/>
            </a:xfrm>
            <a:prstGeom prst="homePlate">
              <a:avLst>
                <a:gd name="adj" fmla="val 4247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grpSp>
    </p:spTree>
    <p:custDataLst>
      <p:tags r:id="rId18"/>
    </p:custDataLst>
  </p:cSld>
  <p:clrMap bg1="lt1" tx1="dk1" bg2="lt2" tx2="dk2" accent1="accent1" accent2="accent2" accent3="accent3" accent4="accent4" accent5="accent5" accent6="accent6" hlink="hlink" folHlink="folHlink"/>
  <p:sldLayoutIdLst>
    <p:sldLayoutId id="2147485806" r:id="rId1"/>
    <p:sldLayoutId id="2147485807" r:id="rId2"/>
    <p:sldLayoutId id="2147485808" r:id="rId3"/>
    <p:sldLayoutId id="2147485809" r:id="rId4"/>
    <p:sldLayoutId id="2147485810" r:id="rId5"/>
    <p:sldLayoutId id="2147485811" r:id="rId6"/>
    <p:sldLayoutId id="2147485812" r:id="rId7"/>
    <p:sldLayoutId id="2147485813" r:id="rId8"/>
    <p:sldLayoutId id="2147485814" r:id="rId9"/>
    <p:sldLayoutId id="2147485815" r:id="rId10"/>
    <p:sldLayoutId id="2147485805" r:id="rId11"/>
    <p:sldLayoutId id="2147485816" r:id="rId12"/>
    <p:sldLayoutId id="2147485817" r:id="rId13"/>
    <p:sldLayoutId id="2147485819" r:id="rId14"/>
    <p:sldLayoutId id="2147485855" r:id="rId15"/>
    <p:sldLayoutId id="2147485856" r:id="rId16"/>
  </p:sldLayoutIdLst>
  <p:transition>
    <p:wipe dir="r"/>
  </p:transition>
  <p:hf hdr="0" dt="0"/>
  <p:txStyles>
    <p:titleStyle>
      <a:lvl1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145" algn="l" rtl="0" fontAlgn="base">
        <a:lnSpc>
          <a:spcPct val="110000"/>
        </a:lnSpc>
        <a:spcBef>
          <a:spcPct val="0"/>
        </a:spcBef>
        <a:spcAft>
          <a:spcPct val="0"/>
        </a:spcAft>
        <a:defRPr sz="2400" b="1">
          <a:solidFill>
            <a:schemeClr val="tx1"/>
          </a:solidFill>
          <a:latin typeface="Arial" charset="0"/>
        </a:defRPr>
      </a:lvl6pPr>
      <a:lvl7pPr marL="914290" algn="l" rtl="0" fontAlgn="base">
        <a:lnSpc>
          <a:spcPct val="110000"/>
        </a:lnSpc>
        <a:spcBef>
          <a:spcPct val="0"/>
        </a:spcBef>
        <a:spcAft>
          <a:spcPct val="0"/>
        </a:spcAft>
        <a:defRPr sz="2400" b="1">
          <a:solidFill>
            <a:schemeClr val="tx1"/>
          </a:solidFill>
          <a:latin typeface="Arial" charset="0"/>
        </a:defRPr>
      </a:lvl7pPr>
      <a:lvl8pPr marL="1371435" algn="l" rtl="0" fontAlgn="base">
        <a:lnSpc>
          <a:spcPct val="110000"/>
        </a:lnSpc>
        <a:spcBef>
          <a:spcPct val="0"/>
        </a:spcBef>
        <a:spcAft>
          <a:spcPct val="0"/>
        </a:spcAft>
        <a:defRPr sz="2400" b="1">
          <a:solidFill>
            <a:schemeClr val="tx1"/>
          </a:solidFill>
          <a:latin typeface="Arial" charset="0"/>
        </a:defRPr>
      </a:lvl8pPr>
      <a:lvl9pPr marL="1828581" algn="l" rtl="0" fontAlgn="base">
        <a:lnSpc>
          <a:spcPct val="110000"/>
        </a:lnSpc>
        <a:spcBef>
          <a:spcPct val="0"/>
        </a:spcBef>
        <a:spcAft>
          <a:spcPct val="0"/>
        </a:spcAft>
        <a:defRPr sz="2400" b="1">
          <a:solidFill>
            <a:schemeClr val="tx1"/>
          </a:solidFill>
          <a:latin typeface="Arial" charset="0"/>
        </a:defRPr>
      </a:lvl9pPr>
    </p:titleStyle>
    <p:body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p:bodyStyle>
    <p:otherStyle>
      <a:defPPr>
        <a:defRPr lang="en-US"/>
      </a:defPPr>
      <a:lvl1pPr marL="0" algn="l" defTabSz="914290" rtl="0" eaLnBrk="1" latinLnBrk="0" hangingPunct="1">
        <a:defRPr sz="1800" kern="1200">
          <a:solidFill>
            <a:schemeClr val="tx1"/>
          </a:solidFill>
          <a:latin typeface="+mn-lt"/>
          <a:ea typeface="+mn-ea"/>
          <a:cs typeface="+mn-cs"/>
        </a:defRPr>
      </a:lvl1pPr>
      <a:lvl2pPr marL="457145" algn="l" defTabSz="914290" rtl="0" eaLnBrk="1" latinLnBrk="0" hangingPunct="1">
        <a:defRPr sz="1800" kern="1200">
          <a:solidFill>
            <a:schemeClr val="tx1"/>
          </a:solidFill>
          <a:latin typeface="+mn-lt"/>
          <a:ea typeface="+mn-ea"/>
          <a:cs typeface="+mn-cs"/>
        </a:defRPr>
      </a:lvl2pPr>
      <a:lvl3pPr marL="914290" algn="l" defTabSz="914290" rtl="0" eaLnBrk="1" latinLnBrk="0" hangingPunct="1">
        <a:defRPr sz="1800" kern="1200">
          <a:solidFill>
            <a:schemeClr val="tx1"/>
          </a:solidFill>
          <a:latin typeface="+mn-lt"/>
          <a:ea typeface="+mn-ea"/>
          <a:cs typeface="+mn-cs"/>
        </a:defRPr>
      </a:lvl3pPr>
      <a:lvl4pPr marL="1371435" algn="l" defTabSz="914290" rtl="0" eaLnBrk="1" latinLnBrk="0" hangingPunct="1">
        <a:defRPr sz="1800" kern="1200">
          <a:solidFill>
            <a:schemeClr val="tx1"/>
          </a:solidFill>
          <a:latin typeface="+mn-lt"/>
          <a:ea typeface="+mn-ea"/>
          <a:cs typeface="+mn-cs"/>
        </a:defRPr>
      </a:lvl4pPr>
      <a:lvl5pPr marL="1828581" algn="l" defTabSz="914290" rtl="0" eaLnBrk="1" latinLnBrk="0" hangingPunct="1">
        <a:defRPr sz="1800" kern="1200">
          <a:solidFill>
            <a:schemeClr val="tx1"/>
          </a:solidFill>
          <a:latin typeface="+mn-lt"/>
          <a:ea typeface="+mn-ea"/>
          <a:cs typeface="+mn-cs"/>
        </a:defRPr>
      </a:lvl5pPr>
      <a:lvl6pPr marL="2285726" algn="l" defTabSz="914290" rtl="0" eaLnBrk="1" latinLnBrk="0" hangingPunct="1">
        <a:defRPr sz="1800" kern="1200">
          <a:solidFill>
            <a:schemeClr val="tx1"/>
          </a:solidFill>
          <a:latin typeface="+mn-lt"/>
          <a:ea typeface="+mn-ea"/>
          <a:cs typeface="+mn-cs"/>
        </a:defRPr>
      </a:lvl6pPr>
      <a:lvl7pPr marL="2742871" algn="l" defTabSz="914290" rtl="0" eaLnBrk="1" latinLnBrk="0" hangingPunct="1">
        <a:defRPr sz="1800" kern="1200">
          <a:solidFill>
            <a:schemeClr val="tx1"/>
          </a:solidFill>
          <a:latin typeface="+mn-lt"/>
          <a:ea typeface="+mn-ea"/>
          <a:cs typeface="+mn-cs"/>
        </a:defRPr>
      </a:lvl7pPr>
      <a:lvl8pPr marL="3200016" algn="l" defTabSz="914290" rtl="0" eaLnBrk="1" latinLnBrk="0" hangingPunct="1">
        <a:defRPr sz="1800" kern="1200">
          <a:solidFill>
            <a:schemeClr val="tx1"/>
          </a:solidFill>
          <a:latin typeface="+mn-lt"/>
          <a:ea typeface="+mn-ea"/>
          <a:cs typeface="+mn-cs"/>
        </a:defRPr>
      </a:lvl8pPr>
      <a:lvl9pPr marL="3657161" algn="l" defTabSz="91429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23229" y="468192"/>
            <a:ext cx="10686952" cy="400110"/>
          </a:xfrm>
          <a:prstGeom prst="rect">
            <a:avLst/>
          </a:prstGeom>
        </p:spPr>
        <p:txBody>
          <a:bodyPr vert="horz" wrap="square" lIns="0" tIns="0" rIns="0" bIns="0" rtlCol="0" anchor="t">
            <a:sp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130705" y="1561982"/>
            <a:ext cx="10679476" cy="4439573"/>
          </a:xfrm>
          <a:prstGeom prst="rect">
            <a:avLst/>
          </a:prstGeom>
        </p:spPr>
        <p:txBody>
          <a:bodyPr vert="horz" lIns="0" tIns="0" rIns="0" bIns="0" rtlCol="0">
            <a:no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6" name="Slide Number Placeholder 5"/>
          <p:cNvSpPr>
            <a:spLocks noGrp="1"/>
          </p:cNvSpPr>
          <p:nvPr>
            <p:ph type="sldNum" sz="quarter" idx="4"/>
          </p:nvPr>
        </p:nvSpPr>
        <p:spPr>
          <a:xfrm>
            <a:off x="11409440" y="6261100"/>
            <a:ext cx="403815" cy="365125"/>
          </a:xfrm>
          <a:prstGeom prst="rect">
            <a:avLst/>
          </a:prstGeom>
        </p:spPr>
        <p:txBody>
          <a:bodyPr vert="horz" lIns="0" tIns="0" rIns="0" bIns="0" rtlCol="0" anchor="ctr">
            <a:noAutofit/>
          </a:bodyPr>
          <a:lstStyle>
            <a:lvl1pPr algn="r">
              <a:defRPr sz="800" b="0" i="0">
                <a:solidFill>
                  <a:schemeClr val="tx1"/>
                </a:solidFill>
                <a:latin typeface="Helvetica Now Text" panose="020B0504030202020204" pitchFamily="34" charset="77"/>
              </a:defRPr>
            </a:lvl1pPr>
          </a:lstStyle>
          <a:p>
            <a:fld id="{91D568E7-61F5-D04E-995D-81EF41C01A2A}" type="slidenum">
              <a:rPr lang="en-GB" smtClean="0"/>
              <a:pPr/>
              <a:t>‹#›</a:t>
            </a:fld>
            <a:endParaRPr lang="en-GB" dirty="0"/>
          </a:p>
        </p:txBody>
      </p:sp>
      <p:sp>
        <p:nvSpPr>
          <p:cNvPr id="4" name="Footer Placeholder 3">
            <a:extLst>
              <a:ext uri="{FF2B5EF4-FFF2-40B4-BE49-F238E27FC236}">
                <a16:creationId xmlns:a16="http://schemas.microsoft.com/office/drawing/2014/main" id="{669AB973-A2B1-A840-82A8-D85DCE1A2D09}"/>
              </a:ext>
            </a:extLst>
          </p:cNvPr>
          <p:cNvSpPr>
            <a:spLocks noGrp="1"/>
          </p:cNvSpPr>
          <p:nvPr>
            <p:ph type="ftr" sz="quarter" idx="3"/>
          </p:nvPr>
        </p:nvSpPr>
        <p:spPr>
          <a:xfrm>
            <a:off x="6011954" y="6277284"/>
            <a:ext cx="5038972" cy="365125"/>
          </a:xfrm>
          <a:prstGeom prst="rect">
            <a:avLst/>
          </a:prstGeom>
        </p:spPr>
        <p:txBody>
          <a:bodyPr vert="horz" wrap="square" lIns="0" tIns="0" rIns="0" bIns="0" rtlCol="0" anchor="ctr"/>
          <a:lstStyle>
            <a:lvl1pPr marL="0" marR="0" indent="0" algn="r" defTabSz="914355" rtl="0" eaLnBrk="1" fontAlgn="auto" latinLnBrk="0" hangingPunct="1">
              <a:lnSpc>
                <a:spcPct val="100000"/>
              </a:lnSpc>
              <a:spcBef>
                <a:spcPts val="0"/>
              </a:spcBef>
              <a:spcAft>
                <a:spcPts val="0"/>
              </a:spcAft>
              <a:buClrTx/>
              <a:buSzTx/>
              <a:buFontTx/>
              <a:buNone/>
              <a:tabLst/>
              <a:defRPr sz="400" b="0" i="0">
                <a:solidFill>
                  <a:schemeClr val="tx1"/>
                </a:solidFill>
                <a:latin typeface="Helvetica Now Text" panose="020B0504030202020204" pitchFamily="34" charset="77"/>
              </a:defRPr>
            </a:lvl1pPr>
          </a:lstStyle>
          <a:p>
            <a:r>
              <a:rPr lang="en-GB" dirty="0"/>
              <a:t>Legal Copy Helvetica Regular 8/9.6 Black</a:t>
            </a:r>
          </a:p>
        </p:txBody>
      </p:sp>
    </p:spTree>
    <p:extLst>
      <p:ext uri="{BB962C8B-B14F-4D97-AF65-F5344CB8AC3E}">
        <p14:creationId xmlns:p14="http://schemas.microsoft.com/office/powerpoint/2010/main" val="2373772660"/>
      </p:ext>
    </p:extLst>
  </p:cSld>
  <p:clrMap bg1="lt1" tx1="dk1" bg2="lt2" tx2="dk2" accent1="accent1" accent2="accent2" accent3="accent3" accent4="accent4" accent5="accent5" accent6="accent6" hlink="hlink" folHlink="folHlink"/>
  <p:sldLayoutIdLst>
    <p:sldLayoutId id="2147485821" r:id="rId1"/>
    <p:sldLayoutId id="2147485822" r:id="rId2"/>
    <p:sldLayoutId id="2147485823" r:id="rId3"/>
    <p:sldLayoutId id="2147485824" r:id="rId4"/>
    <p:sldLayoutId id="2147485825" r:id="rId5"/>
    <p:sldLayoutId id="2147485826" r:id="rId6"/>
    <p:sldLayoutId id="2147485827" r:id="rId7"/>
    <p:sldLayoutId id="2147485828" r:id="rId8"/>
    <p:sldLayoutId id="2147485829" r:id="rId9"/>
    <p:sldLayoutId id="2147485830" r:id="rId10"/>
    <p:sldLayoutId id="2147485831" r:id="rId11"/>
    <p:sldLayoutId id="2147485832" r:id="rId12"/>
    <p:sldLayoutId id="2147485833" r:id="rId13"/>
    <p:sldLayoutId id="2147485834" r:id="rId14"/>
    <p:sldLayoutId id="2147485835" r:id="rId15"/>
    <p:sldLayoutId id="2147485836" r:id="rId16"/>
    <p:sldLayoutId id="2147485837" r:id="rId17"/>
    <p:sldLayoutId id="2147485838" r:id="rId18"/>
    <p:sldLayoutId id="2147485839" r:id="rId19"/>
    <p:sldLayoutId id="2147485840" r:id="rId20"/>
    <p:sldLayoutId id="2147485841" r:id="rId21"/>
    <p:sldLayoutId id="2147485842" r:id="rId22"/>
    <p:sldLayoutId id="2147485843" r:id="rId23"/>
    <p:sldLayoutId id="2147485844" r:id="rId24"/>
    <p:sldLayoutId id="2147485845" r:id="rId25"/>
    <p:sldLayoutId id="2147485846" r:id="rId26"/>
    <p:sldLayoutId id="2147485847" r:id="rId27"/>
    <p:sldLayoutId id="2147485848" r:id="rId28"/>
    <p:sldLayoutId id="2147485849" r:id="rId29"/>
    <p:sldLayoutId id="2147485850" r:id="rId30"/>
    <p:sldLayoutId id="2147485851" r:id="rId31"/>
    <p:sldLayoutId id="2147485852" r:id="rId32"/>
    <p:sldLayoutId id="2147485853" r:id="rId33"/>
  </p:sldLayoutIdLst>
  <p:hf hdr="0" dt="0"/>
  <p:txStyles>
    <p:titleStyle>
      <a:lvl1pPr algn="l" defTabSz="914355" rtl="0" eaLnBrk="1" latinLnBrk="0" hangingPunct="1">
        <a:lnSpc>
          <a:spcPct val="100000"/>
        </a:lnSpc>
        <a:spcBef>
          <a:spcPct val="0"/>
        </a:spcBef>
        <a:buNone/>
        <a:defRPr sz="2600" b="1" i="0" kern="1200" spc="-15" baseline="0">
          <a:solidFill>
            <a:schemeClr val="tx1"/>
          </a:solidFill>
          <a:latin typeface="Helvetica Now Text" panose="020B0504030202020204" pitchFamily="34" charset="77"/>
          <a:ea typeface="M 翔鹤黑体 SC Std" panose="020B0603020203020204" pitchFamily="34" charset="-122"/>
          <a:cs typeface="+mj-cs"/>
        </a:defRPr>
      </a:lvl1pPr>
    </p:titleStyle>
    <p:body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3" orient="horz" pos="7560">
          <p15:clr>
            <a:srgbClr val="F26B43"/>
          </p15:clr>
        </p15:guide>
        <p15:guide id="104" pos="480">
          <p15:clr>
            <a:srgbClr val="F26B43"/>
          </p15:clr>
        </p15:guide>
        <p15:guide id="105" pos="959">
          <p15:clr>
            <a:srgbClr val="F26B43"/>
          </p15:clr>
        </p15:guide>
        <p15:guide id="106" pos="1439">
          <p15:clr>
            <a:srgbClr val="F26B43"/>
          </p15:clr>
        </p15:guide>
        <p15:guide id="107" pos="1917">
          <p15:clr>
            <a:srgbClr val="F26B43"/>
          </p15:clr>
        </p15:guide>
        <p15:guide id="108" pos="2398">
          <p15:clr>
            <a:srgbClr val="F26B43"/>
          </p15:clr>
        </p15:guide>
        <p15:guide id="109" pos="2877">
          <p15:clr>
            <a:srgbClr val="F26B43"/>
          </p15:clr>
        </p15:guide>
        <p15:guide id="110" pos="3358">
          <p15:clr>
            <a:srgbClr val="F26B43"/>
          </p15:clr>
        </p15:guide>
        <p15:guide id="111" pos="4317">
          <p15:clr>
            <a:srgbClr val="F26B43"/>
          </p15:clr>
        </p15:guide>
        <p15:guide id="112" pos="3839">
          <p15:clr>
            <a:srgbClr val="F26B43"/>
          </p15:clr>
        </p15:guide>
        <p15:guide id="113" pos="4798">
          <p15:clr>
            <a:srgbClr val="F26B43"/>
          </p15:clr>
        </p15:guide>
        <p15:guide id="114" pos="5279">
          <p15:clr>
            <a:srgbClr val="F26B43"/>
          </p15:clr>
        </p15:guide>
        <p15:guide id="115" pos="5757">
          <p15:clr>
            <a:srgbClr val="F26B43"/>
          </p15:clr>
        </p15:guide>
        <p15:guide id="116" pos="6238">
          <p15:clr>
            <a:srgbClr val="F26B43"/>
          </p15:clr>
        </p15:guide>
        <p15:guide id="117" pos="6719">
          <p15:clr>
            <a:srgbClr val="F26B43"/>
          </p15:clr>
        </p15:guide>
        <p15:guide id="118" pos="7197">
          <p15:clr>
            <a:srgbClr val="F26B43"/>
          </p15:clr>
        </p15:guide>
        <p15:guide id="119" pos="7678">
          <p15:clr>
            <a:srgbClr val="F26B43"/>
          </p15:clr>
        </p15:guide>
        <p15:guide id="120" pos="8159">
          <p15:clr>
            <a:srgbClr val="F26B43"/>
          </p15:clr>
        </p15:guide>
        <p15:guide id="121" pos="8637">
          <p15:clr>
            <a:srgbClr val="F26B43"/>
          </p15:clr>
        </p15:guide>
        <p15:guide id="122" pos="9118">
          <p15:clr>
            <a:srgbClr val="F26B43"/>
          </p15:clr>
        </p15:guide>
        <p15:guide id="123" pos="9599">
          <p15:clr>
            <a:srgbClr val="F26B43"/>
          </p15:clr>
        </p15:guide>
        <p15:guide id="124" pos="10077">
          <p15:clr>
            <a:srgbClr val="F26B43"/>
          </p15:clr>
        </p15:guide>
        <p15:guide id="125" pos="10558">
          <p15:clr>
            <a:srgbClr val="F26B43"/>
          </p15:clr>
        </p15:guide>
        <p15:guide id="126" pos="11037">
          <p15:clr>
            <a:srgbClr val="F26B43"/>
          </p15:clr>
        </p15:guide>
        <p15:guide id="127" pos="11517">
          <p15:clr>
            <a:srgbClr val="F26B43"/>
          </p15:clr>
        </p15:guide>
        <p15:guide id="128" pos="11998">
          <p15:clr>
            <a:srgbClr val="F26B43"/>
          </p15:clr>
        </p15:guide>
        <p15:guide id="129" pos="12479">
          <p15:clr>
            <a:srgbClr val="F26B43"/>
          </p15:clr>
        </p15:guide>
        <p15:guide id="130" pos="12957">
          <p15:clr>
            <a:srgbClr val="F26B43"/>
          </p15:clr>
        </p15:guide>
        <p15:guide id="131" pos="13438">
          <p15:clr>
            <a:srgbClr val="F26B43"/>
          </p15:clr>
        </p15:guide>
        <p15:guide id="132" pos="13919">
          <p15:clr>
            <a:srgbClr val="F26B43"/>
          </p15:clr>
        </p15:guide>
        <p15:guide id="133" pos="14397">
          <p15:clr>
            <a:srgbClr val="F26B43"/>
          </p15:clr>
        </p15:guide>
        <p15:guide id="134" pos="14878">
          <p15:clr>
            <a:srgbClr val="F26B43"/>
          </p15:clr>
        </p15:guide>
        <p15:guide id="135" orient="horz" pos="576">
          <p15:clr>
            <a:srgbClr val="F26B43"/>
          </p15:clr>
        </p15:guide>
        <p15:guide id="136" orient="horz" pos="8158">
          <p15:clr>
            <a:srgbClr val="F26B43"/>
          </p15:clr>
        </p15:guide>
        <p15:guide id="137" orient="horz" pos="1968">
          <p15:clr>
            <a:srgbClr val="F26B43"/>
          </p15:clr>
        </p15:guide>
        <p15:guide id="138" orient="horz" pos="1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5.jpeg"/><Relationship Id="rId2" Type="http://schemas.openxmlformats.org/officeDocument/2006/relationships/image" Target="../media/image19.png"/><Relationship Id="rId1" Type="http://schemas.openxmlformats.org/officeDocument/2006/relationships/slideLayout" Target="../slideLayouts/slideLayout11.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34.png"/><Relationship Id="rId7" Type="http://schemas.openxmlformats.org/officeDocument/2006/relationships/diagramData" Target="../diagrams/data3.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7.png"/><Relationship Id="rId11" Type="http://schemas.microsoft.com/office/2007/relationships/diagramDrawing" Target="../diagrams/drawing3.xml"/><Relationship Id="rId5" Type="http://schemas.openxmlformats.org/officeDocument/2006/relationships/image" Target="../media/image36.png"/><Relationship Id="rId10" Type="http://schemas.openxmlformats.org/officeDocument/2006/relationships/diagramColors" Target="../diagrams/colors3.xml"/><Relationship Id="rId4" Type="http://schemas.openxmlformats.org/officeDocument/2006/relationships/image" Target="../media/image35.png"/><Relationship Id="rId9" Type="http://schemas.openxmlformats.org/officeDocument/2006/relationships/diagramQuickStyle" Target="../diagrams/quickStyle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9.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1.xml"/><Relationship Id="rId5" Type="http://schemas.openxmlformats.org/officeDocument/2006/relationships/image" Target="../media/image46.gif"/><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1.xml"/><Relationship Id="rId5" Type="http://schemas.openxmlformats.org/officeDocument/2006/relationships/image" Target="../media/image73.png"/><Relationship Id="rId4" Type="http://schemas.openxmlformats.org/officeDocument/2006/relationships/customXml" Target="../ink/ink2.xml"/></Relationships>
</file>

<file path=ppt/slides/_rels/slide62.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customXml" Target="../ink/ink3.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7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7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12.xml"/><Relationship Id="rId1" Type="http://schemas.openxmlformats.org/officeDocument/2006/relationships/tags" Target="../tags/tag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Placeholder 51">
            <a:extLst>
              <a:ext uri="{FF2B5EF4-FFF2-40B4-BE49-F238E27FC236}">
                <a16:creationId xmlns:a16="http://schemas.microsoft.com/office/drawing/2014/main" id="{C4064FE7-EA25-8841-9468-8009AA7002C9}"/>
              </a:ext>
            </a:extLst>
          </p:cNvPr>
          <p:cNvPicPr>
            <a:picLocks noGrp="1" noChangeAspect="1"/>
          </p:cNvPicPr>
          <p:nvPr>
            <p:ph type="pic" sz="quarter" idx="13"/>
          </p:nvPr>
        </p:nvPicPr>
        <p:blipFill rotWithShape="1">
          <a:blip r:embed="rId3"/>
          <a:srcRect t="6" b="6"/>
          <a:stretch/>
        </p:blipFill>
        <p:spPr/>
      </p:pic>
      <p:sp>
        <p:nvSpPr>
          <p:cNvPr id="3" name="Text Placeholder 2">
            <a:extLst>
              <a:ext uri="{FF2B5EF4-FFF2-40B4-BE49-F238E27FC236}">
                <a16:creationId xmlns:a16="http://schemas.microsoft.com/office/drawing/2014/main" id="{156ABE95-9A39-3D4C-A23F-A10B86F38DEF}"/>
              </a:ext>
            </a:extLst>
          </p:cNvPr>
          <p:cNvSpPr>
            <a:spLocks noGrp="1"/>
          </p:cNvSpPr>
          <p:nvPr>
            <p:ph type="body" sz="quarter" idx="16"/>
          </p:nvPr>
        </p:nvSpPr>
        <p:spPr>
          <a:xfrm>
            <a:off x="99782" y="1708150"/>
            <a:ext cx="4192818" cy="4401972"/>
          </a:xfrm>
        </p:spPr>
        <p:txBody>
          <a:bodyPr/>
          <a:lstStyle/>
          <a:p>
            <a:endParaRPr lang="en-US" altLang="zh-CN" sz="3200" b="1" dirty="0">
              <a:latin typeface="微软雅黑" panose="020B0503020204020204" pitchFamily="34" charset="-122"/>
              <a:ea typeface="微软雅黑" panose="020B0503020204020204" pitchFamily="34" charset="-122"/>
              <a:cs typeface="OPPOSans B" panose="00020600040101010101" pitchFamily="18" charset="-122"/>
            </a:endParaRPr>
          </a:p>
          <a:p>
            <a:r>
              <a:rPr lang="en-US" altLang="zh-CN" sz="3200" b="1" dirty="0">
                <a:cs typeface="OPPOSans B" panose="00020600040101010101" pitchFamily="18" charset="-122"/>
              </a:rPr>
              <a:t>AI</a:t>
            </a:r>
            <a:r>
              <a:rPr lang="zh-CN" altLang="en-US" sz="3200" b="1" dirty="0">
                <a:cs typeface="OPPOSans B" panose="00020600040101010101" pitchFamily="18" charset="-122"/>
              </a:rPr>
              <a:t>赋能</a:t>
            </a:r>
            <a:r>
              <a:rPr lang="zh-CN" altLang="en-US" sz="3200" b="1" dirty="0">
                <a:latin typeface="微软雅黑" panose="020B0503020204020204" pitchFamily="34" charset="-122"/>
                <a:ea typeface="微软雅黑" panose="020B0503020204020204" pitchFamily="34" charset="-122"/>
                <a:cs typeface="OPPOSans B" panose="00020600040101010101" pitchFamily="18" charset="-122"/>
              </a:rPr>
              <a:t>系统化问题分析与解决</a:t>
            </a:r>
          </a:p>
          <a:p>
            <a:pPr lvl="1"/>
            <a:endParaRPr lang="en-GB" dirty="0"/>
          </a:p>
          <a:p>
            <a:pPr lvl="1"/>
            <a:r>
              <a:rPr lang="en-GB" dirty="0"/>
              <a:t>Leo Huang  </a:t>
            </a:r>
          </a:p>
          <a:p>
            <a:pPr lvl="2"/>
            <a:endParaRPr lang="en-US" altLang="zh-CN" dirty="0">
              <a:latin typeface="M 翔鹤黑体 SC Std" panose="020B0603020203020204" pitchFamily="34" charset="-122"/>
            </a:endParaRPr>
          </a:p>
          <a:p>
            <a:pPr lvl="2"/>
            <a:endParaRPr lang="en-US" altLang="zh-CN" dirty="0">
              <a:latin typeface="M 翔鹤黑体 SC Std" panose="020B0603020203020204" pitchFamily="34" charset="-122"/>
            </a:endParaRPr>
          </a:p>
          <a:p>
            <a:pPr lvl="2"/>
            <a:r>
              <a:rPr lang="en-US" altLang="zh-CN" dirty="0">
                <a:latin typeface="M 翔鹤黑体 SC Std" panose="020B0603020203020204" pitchFamily="34" charset="-122"/>
              </a:rPr>
              <a:t>     </a:t>
            </a:r>
            <a:r>
              <a:rPr lang="zh-CN" altLang="en-US" dirty="0">
                <a:latin typeface="M 翔鹤黑体 SC Std" panose="020B0603020203020204" pitchFamily="34" charset="-122"/>
              </a:rPr>
              <a:t>日期 </a:t>
            </a:r>
            <a:r>
              <a:rPr lang="en-US" altLang="zh-CN" dirty="0">
                <a:latin typeface="M 翔鹤黑体 SC Std" panose="020B0603020203020204" pitchFamily="34" charset="-122"/>
              </a:rPr>
              <a:t>2026/5/21</a:t>
            </a:r>
            <a:endParaRPr lang="en-GB" dirty="0">
              <a:latin typeface="+mn-ea"/>
            </a:endParaRPr>
          </a:p>
        </p:txBody>
      </p:sp>
    </p:spTree>
    <p:extLst>
      <p:ext uri="{BB962C8B-B14F-4D97-AF65-F5344CB8AC3E}">
        <p14:creationId xmlns:p14="http://schemas.microsoft.com/office/powerpoint/2010/main" val="915545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内容占位符 5" descr="穿着西装笔挺的男子卡通人物&#10;&#10;AI 生成的内容可能不正确。">
            <a:extLst>
              <a:ext uri="{FF2B5EF4-FFF2-40B4-BE49-F238E27FC236}">
                <a16:creationId xmlns:a16="http://schemas.microsoft.com/office/drawing/2014/main" id="{6BEF4AB0-8FC1-D90A-0892-38D67B7ED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457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文本框 5">
            <a:extLst>
              <a:ext uri="{FF2B5EF4-FFF2-40B4-BE49-F238E27FC236}">
                <a16:creationId xmlns:a16="http://schemas.microsoft.com/office/drawing/2014/main" id="{426C039D-1F33-ABA2-5BD6-ECB5BB5BB094}"/>
              </a:ext>
            </a:extLst>
          </p:cNvPr>
          <p:cNvSpPr txBox="1">
            <a:spLocks noChangeArrowheads="1"/>
          </p:cNvSpPr>
          <p:nvPr/>
        </p:nvSpPr>
        <p:spPr bwMode="auto">
          <a:xfrm>
            <a:off x="-1588" y="4763"/>
            <a:ext cx="6097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FFC000"/>
                </a:solidFill>
                <a:latin typeface="微软雅黑" panose="020B0503020204020204" pitchFamily="34" charset="-122"/>
                <a:ea typeface="微软雅黑" panose="020B0503020204020204" pitchFamily="34" charset="-122"/>
              </a:rPr>
              <a:t>Leo Huang</a:t>
            </a:r>
            <a:r>
              <a:rPr lang="zh-CN" altLang="en-US" sz="2000" b="1">
                <a:solidFill>
                  <a:srgbClr val="FFC000"/>
                </a:solidFill>
                <a:latin typeface="微软雅黑" panose="020B0503020204020204" pitchFamily="34" charset="-122"/>
                <a:ea typeface="微软雅黑" panose="020B0503020204020204" pitchFamily="34" charset="-122"/>
              </a:rPr>
              <a:t>介绍</a:t>
            </a:r>
          </a:p>
        </p:txBody>
      </p:sp>
      <p:sp>
        <p:nvSpPr>
          <p:cNvPr id="3" name="内容占位符 2">
            <a:extLst>
              <a:ext uri="{FF2B5EF4-FFF2-40B4-BE49-F238E27FC236}">
                <a16:creationId xmlns:a16="http://schemas.microsoft.com/office/drawing/2014/main" id="{CC957BA0-7AF7-6EF7-2455-584B1B59F699}"/>
              </a:ext>
            </a:extLst>
          </p:cNvPr>
          <p:cNvSpPr txBox="1">
            <a:spLocks/>
          </p:cNvSpPr>
          <p:nvPr/>
        </p:nvSpPr>
        <p:spPr bwMode="auto">
          <a:xfrm>
            <a:off x="4827588" y="3968750"/>
            <a:ext cx="5891212" cy="1187450"/>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sz="1800">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sz="1800">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sz="1800">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sz="1800">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marL="342891" indent="-342891">
              <a:lnSpc>
                <a:spcPct val="150000"/>
              </a:lnSpc>
              <a:spcBef>
                <a:spcPct val="20000"/>
              </a:spcBef>
              <a:buFont typeface="Wingdings" panose="05000000000000000000" pitchFamily="2" charset="2"/>
              <a:buChar char="ü"/>
              <a:defRPr/>
            </a:pPr>
            <a:r>
              <a:rPr lang="zh-CN" altLang="en-US" sz="1200" dirty="0">
                <a:effectLst>
                  <a:outerShdw blurRad="38100" dist="38100" dir="2700000" algn="tl">
                    <a:srgbClr val="C0C0C0"/>
                  </a:outerShdw>
                </a:effectLst>
                <a:cs typeface="Arial" pitchFamily="34" charset="0"/>
              </a:rPr>
              <a:t>中国管理科学院领导力客座教授</a:t>
            </a:r>
            <a:endParaRPr lang="en-US" altLang="zh-CN" sz="1200" dirty="0">
              <a:effectLst>
                <a:outerShdw blurRad="38100" dist="38100" dir="2700000" algn="tl">
                  <a:srgbClr val="C0C0C0"/>
                </a:outerShdw>
              </a:effectLst>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200" dirty="0">
                <a:effectLst>
                  <a:outerShdw blurRad="38100" dist="38100" dir="2700000" algn="tl">
                    <a:srgbClr val="C0C0C0"/>
                  </a:outerShdw>
                </a:effectLst>
                <a:cs typeface="Arial" pitchFamily="34" charset="0"/>
              </a:rPr>
              <a:t>北大博雅人力资源智库专家</a:t>
            </a:r>
            <a:endParaRPr lang="en-US" altLang="zh-CN" sz="1200" dirty="0">
              <a:effectLst>
                <a:outerShdw blurRad="38100" dist="38100" dir="2700000" algn="tl">
                  <a:srgbClr val="C0C0C0"/>
                </a:outerShdw>
              </a:effectLst>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200" dirty="0">
                <a:effectLst>
                  <a:outerShdw blurRad="38100" dist="38100" dir="2700000" algn="tl">
                    <a:srgbClr val="C0C0C0"/>
                  </a:outerShdw>
                </a:effectLst>
                <a:cs typeface="Arial" pitchFamily="34" charset="0"/>
              </a:rPr>
              <a:t>上海交通大学海外继续教育学院讲师</a:t>
            </a:r>
            <a:endParaRPr lang="en-US" altLang="zh-CN" sz="1200" dirty="0">
              <a:effectLst>
                <a:outerShdw blurRad="38100" dist="38100" dir="2700000" algn="tl">
                  <a:srgbClr val="C0C0C0"/>
                </a:outerShdw>
              </a:effectLst>
              <a:cs typeface="Arial" pitchFamily="34" charset="0"/>
            </a:endParaRPr>
          </a:p>
          <a:p>
            <a:pPr marL="342891" indent="-342891">
              <a:lnSpc>
                <a:spcPct val="150000"/>
              </a:lnSpc>
              <a:spcBef>
                <a:spcPct val="20000"/>
              </a:spcBef>
              <a:buFont typeface="Arial" pitchFamily="34" charset="0"/>
              <a:buChar char="•"/>
              <a:defRPr/>
            </a:pPr>
            <a:r>
              <a:rPr lang="en-US" altLang="zh-CN" sz="1200" dirty="0">
                <a:effectLst>
                  <a:outerShdw blurRad="38100" dist="38100" dir="2700000" algn="tl">
                    <a:srgbClr val="C0C0C0"/>
                  </a:outerShdw>
                </a:effectLst>
                <a:cs typeface="Arial" pitchFamily="34" charset="0"/>
              </a:rPr>
              <a:t>CAQ</a:t>
            </a:r>
            <a:r>
              <a:rPr lang="zh-CN" altLang="en-US" sz="1200" dirty="0">
                <a:effectLst>
                  <a:outerShdw blurRad="38100" dist="38100" dir="2700000" algn="tl">
                    <a:srgbClr val="C0C0C0"/>
                  </a:outerShdw>
                </a:effectLst>
                <a:cs typeface="Arial" pitchFamily="34" charset="0"/>
              </a:rPr>
              <a:t>、</a:t>
            </a:r>
            <a:r>
              <a:rPr lang="en-US" altLang="zh-CN" sz="1200" dirty="0">
                <a:effectLst>
                  <a:outerShdw blurRad="38100" dist="38100" dir="2700000" algn="tl">
                    <a:srgbClr val="C0C0C0"/>
                  </a:outerShdw>
                </a:effectLst>
                <a:cs typeface="Arial" pitchFamily="34" charset="0"/>
              </a:rPr>
              <a:t>ASQ</a:t>
            </a:r>
            <a:r>
              <a:rPr lang="zh-CN" altLang="en-US" sz="1200" dirty="0">
                <a:effectLst>
                  <a:outerShdw blurRad="38100" dist="38100" dir="2700000" algn="tl">
                    <a:srgbClr val="C0C0C0"/>
                  </a:outerShdw>
                </a:effectLst>
                <a:cs typeface="Arial" pitchFamily="34" charset="0"/>
              </a:rPr>
              <a:t>双重认证六西格玛黑带</a:t>
            </a:r>
            <a:endParaRPr lang="en-US" altLang="zh-CN" sz="1200" dirty="0">
              <a:effectLst>
                <a:outerShdw blurRad="38100" dist="38100" dir="2700000" algn="tl">
                  <a:srgbClr val="C0C0C0"/>
                </a:outerShdw>
              </a:effectLst>
              <a:cs typeface="Arial" pitchFamily="34" charset="0"/>
            </a:endParaRPr>
          </a:p>
          <a:p>
            <a:pPr marL="342891" indent="-342891">
              <a:lnSpc>
                <a:spcPct val="150000"/>
              </a:lnSpc>
              <a:spcBef>
                <a:spcPct val="20000"/>
              </a:spcBef>
              <a:buFont typeface="Arial" pitchFamily="34" charset="0"/>
              <a:buChar char="•"/>
              <a:defRPr/>
            </a:pPr>
            <a:r>
              <a:rPr lang="en-US" altLang="zh-CN" sz="1200" dirty="0">
                <a:effectLst>
                  <a:outerShdw blurRad="38100" dist="38100" dir="2700000" algn="tl">
                    <a:srgbClr val="C0C0C0"/>
                  </a:outerShdw>
                </a:effectLst>
                <a:cs typeface="Arial" pitchFamily="34" charset="0"/>
              </a:rPr>
              <a:t>PMP/ACP</a:t>
            </a:r>
            <a:r>
              <a:rPr lang="zh-CN" altLang="en-US" sz="1200" dirty="0">
                <a:effectLst>
                  <a:outerShdw blurRad="38100" dist="38100" dir="2700000" algn="tl">
                    <a:srgbClr val="C0C0C0"/>
                  </a:outerShdw>
                </a:effectLst>
                <a:cs typeface="Arial" pitchFamily="34" charset="0"/>
              </a:rPr>
              <a:t>项目管理认证</a:t>
            </a:r>
          </a:p>
          <a:p>
            <a:pPr marL="342891" indent="-342891">
              <a:lnSpc>
                <a:spcPct val="150000"/>
              </a:lnSpc>
              <a:spcBef>
                <a:spcPct val="20000"/>
              </a:spcBef>
              <a:buFont typeface="Arial" pitchFamily="34" charset="0"/>
              <a:buChar char="•"/>
              <a:defRPr/>
            </a:pPr>
            <a:r>
              <a:rPr lang="en-US" altLang="zh-CN" sz="1200" dirty="0">
                <a:effectLst>
                  <a:outerShdw blurRad="38100" dist="38100" dir="2700000" algn="tl">
                    <a:srgbClr val="C0C0C0"/>
                  </a:outerShdw>
                </a:effectLst>
                <a:cs typeface="Arial" pitchFamily="34" charset="0"/>
              </a:rPr>
              <a:t>City &amp; Guilds</a:t>
            </a:r>
            <a:r>
              <a:rPr lang="zh-CN" altLang="en-US" sz="1200" dirty="0">
                <a:effectLst>
                  <a:outerShdw blurRad="38100" dist="38100" dir="2700000" algn="tl">
                    <a:srgbClr val="C0C0C0"/>
                  </a:outerShdw>
                </a:effectLst>
                <a:cs typeface="Arial" pitchFamily="34" charset="0"/>
              </a:rPr>
              <a:t>认证国际培训师、</a:t>
            </a:r>
            <a:r>
              <a:rPr lang="en-US" altLang="zh-CN" sz="1200" dirty="0">
                <a:effectLst>
                  <a:outerShdw blurRad="38100" dist="38100" dir="2700000" algn="tl">
                    <a:srgbClr val="C0C0C0"/>
                  </a:outerShdw>
                </a:effectLst>
                <a:cs typeface="Arial" pitchFamily="34" charset="0"/>
              </a:rPr>
              <a:t>AACTP</a:t>
            </a:r>
            <a:r>
              <a:rPr lang="zh-CN" altLang="en-US" sz="1200" dirty="0">
                <a:effectLst>
                  <a:outerShdw blurRad="38100" dist="38100" dir="2700000" algn="tl">
                    <a:srgbClr val="C0C0C0"/>
                  </a:outerShdw>
                </a:effectLst>
                <a:cs typeface="Arial" pitchFamily="34" charset="0"/>
              </a:rPr>
              <a:t>认证讲师、日本通产省</a:t>
            </a:r>
            <a:r>
              <a:rPr lang="en-US" altLang="zh-CN" sz="1200" dirty="0">
                <a:effectLst>
                  <a:outerShdw blurRad="38100" dist="38100" dir="2700000" algn="tl">
                    <a:srgbClr val="C0C0C0"/>
                  </a:outerShdw>
                </a:effectLst>
                <a:cs typeface="Arial" pitchFamily="34" charset="0"/>
              </a:rPr>
              <a:t>TWI</a:t>
            </a:r>
            <a:r>
              <a:rPr lang="zh-CN" altLang="en-US" sz="1200" dirty="0">
                <a:effectLst>
                  <a:outerShdw blurRad="38100" dist="38100" dir="2700000" algn="tl">
                    <a:srgbClr val="C0C0C0"/>
                  </a:outerShdw>
                </a:effectLst>
                <a:cs typeface="Arial" pitchFamily="34" charset="0"/>
              </a:rPr>
              <a:t>认证讲师、</a:t>
            </a:r>
            <a:r>
              <a:rPr lang="en-US" altLang="zh-CN" sz="1200" dirty="0">
                <a:effectLst>
                  <a:outerShdw blurRad="38100" dist="38100" dir="2700000" algn="tl">
                    <a:srgbClr val="C0C0C0"/>
                  </a:outerShdw>
                </a:effectLst>
                <a:cs typeface="Arial" pitchFamily="34" charset="0"/>
              </a:rPr>
              <a:t>MOT</a:t>
            </a:r>
            <a:r>
              <a:rPr lang="zh-CN" altLang="en-US" sz="1200" dirty="0">
                <a:effectLst>
                  <a:outerShdw blurRad="38100" dist="38100" dir="2700000" algn="tl">
                    <a:srgbClr val="C0C0C0"/>
                  </a:outerShdw>
                </a:effectLst>
                <a:cs typeface="Arial" pitchFamily="34" charset="0"/>
              </a:rPr>
              <a:t>授权讲师、</a:t>
            </a:r>
            <a:r>
              <a:rPr lang="en-US" altLang="zh-CN" sz="1200" dirty="0">
                <a:solidFill>
                  <a:schemeClr val="bg1"/>
                </a:solidFill>
                <a:effectLst>
                  <a:outerShdw blurRad="38100" dist="38100" dir="2700000" algn="tl">
                    <a:srgbClr val="C0C0C0"/>
                  </a:outerShdw>
                </a:effectLst>
                <a:cs typeface="Arial" pitchFamily="34" charset="0"/>
              </a:rPr>
              <a:t> </a:t>
            </a:r>
            <a:r>
              <a:rPr lang="en-US" altLang="zh-CN" sz="1200" dirty="0">
                <a:effectLst>
                  <a:outerShdw blurRad="38100" dist="38100" dir="2700000" algn="tl">
                    <a:srgbClr val="C0C0C0"/>
                  </a:outerShdw>
                </a:effectLst>
                <a:cs typeface="Arial" pitchFamily="34" charset="0"/>
              </a:rPr>
              <a:t>4D</a:t>
            </a:r>
            <a:r>
              <a:rPr lang="zh-CN" altLang="en-US" sz="1200" dirty="0">
                <a:effectLst>
                  <a:outerShdw blurRad="38100" dist="38100" dir="2700000" algn="tl">
                    <a:srgbClr val="C0C0C0"/>
                  </a:outerShdw>
                </a:effectLst>
                <a:cs typeface="Arial" pitchFamily="34" charset="0"/>
              </a:rPr>
              <a:t>领导力认证讲师、</a:t>
            </a:r>
            <a:r>
              <a:rPr lang="en-US" altLang="zh-CN" sz="1200" dirty="0">
                <a:effectLst>
                  <a:outerShdw blurRad="38100" dist="38100" dir="2700000" algn="tl">
                    <a:srgbClr val="C0C0C0"/>
                  </a:outerShdw>
                </a:effectLst>
                <a:cs typeface="Arial" pitchFamily="34" charset="0"/>
              </a:rPr>
              <a:t>DDI</a:t>
            </a:r>
            <a:r>
              <a:rPr lang="zh-CN" altLang="en-US" sz="1200" dirty="0">
                <a:effectLst>
                  <a:outerShdw blurRad="38100" dist="38100" dir="2700000" algn="tl">
                    <a:srgbClr val="C0C0C0"/>
                  </a:outerShdw>
                </a:effectLst>
                <a:cs typeface="Arial" pitchFamily="34" charset="0"/>
              </a:rPr>
              <a:t>认证讲师</a:t>
            </a:r>
            <a:endParaRPr lang="en-US" altLang="zh-CN" sz="1200" dirty="0">
              <a:effectLst>
                <a:outerShdw blurRad="38100" dist="38100" dir="2700000" algn="tl">
                  <a:srgbClr val="C0C0C0"/>
                </a:outerShdw>
              </a:effectLst>
              <a:cs typeface="Arial" pitchFamily="34" charset="0"/>
            </a:endParaRPr>
          </a:p>
          <a:p>
            <a:pPr marL="342891" indent="-342891">
              <a:lnSpc>
                <a:spcPct val="150000"/>
              </a:lnSpc>
              <a:spcBef>
                <a:spcPct val="20000"/>
              </a:spcBef>
              <a:buFont typeface="Arial" pitchFamily="34" charset="0"/>
              <a:buChar char="•"/>
              <a:defRPr/>
            </a:pPr>
            <a:r>
              <a:rPr lang="en-US" altLang="zh-CN" sz="1200" dirty="0">
                <a:effectLst>
                  <a:outerShdw blurRad="38100" dist="38100" dir="2700000" algn="tl">
                    <a:srgbClr val="C0C0C0"/>
                  </a:outerShdw>
                </a:effectLst>
                <a:cs typeface="Arial" pitchFamily="34" charset="0"/>
              </a:rPr>
              <a:t>GCDF</a:t>
            </a:r>
            <a:r>
              <a:rPr lang="zh-CN" altLang="en-US" sz="1200" dirty="0">
                <a:effectLst>
                  <a:outerShdw blurRad="38100" dist="38100" dir="2700000" algn="tl">
                    <a:srgbClr val="C0C0C0"/>
                  </a:outerShdw>
                </a:effectLst>
                <a:cs typeface="Arial" pitchFamily="34" charset="0"/>
              </a:rPr>
              <a:t>全球职业规划师</a:t>
            </a:r>
            <a:endParaRPr lang="en-US" altLang="zh-CN" sz="1200" dirty="0">
              <a:effectLst>
                <a:outerShdw blurRad="38100" dist="38100" dir="2700000" algn="tl">
                  <a:srgbClr val="C0C0C0"/>
                </a:outerShdw>
              </a:effectLst>
              <a:cs typeface="Arial" pitchFamily="34" charset="0"/>
            </a:endParaRPr>
          </a:p>
          <a:p>
            <a:pPr marL="342891" indent="-342891">
              <a:lnSpc>
                <a:spcPct val="150000"/>
              </a:lnSpc>
              <a:spcBef>
                <a:spcPct val="20000"/>
              </a:spcBef>
              <a:buFont typeface="Arial" pitchFamily="34" charset="0"/>
              <a:buChar char="•"/>
              <a:defRPr/>
            </a:pPr>
            <a:endParaRPr lang="zh-CN" altLang="en-US" sz="1200" dirty="0">
              <a:effectLst>
                <a:outerShdw blurRad="38100" dist="38100" dir="2700000" algn="tl">
                  <a:srgbClr val="C0C0C0"/>
                </a:outerShdw>
              </a:effectLst>
              <a:cs typeface="Arial" pitchFamily="34" charset="0"/>
            </a:endParaRPr>
          </a:p>
          <a:p>
            <a:pPr>
              <a:defRPr/>
            </a:pPr>
            <a:endParaRPr lang="zh-CN" altLang="zh-CN" sz="1600" kern="0" dirty="0"/>
          </a:p>
          <a:p>
            <a:pPr>
              <a:defRPr/>
            </a:pPr>
            <a:endParaRPr lang="zh-CN" altLang="en-US" sz="2800" kern="0" dirty="0">
              <a:ea typeface="华文细黑" pitchFamily="2" charset="-122"/>
            </a:endParaRPr>
          </a:p>
        </p:txBody>
      </p:sp>
      <p:sp>
        <p:nvSpPr>
          <p:cNvPr id="5" name="矩形 4">
            <a:extLst>
              <a:ext uri="{FF2B5EF4-FFF2-40B4-BE49-F238E27FC236}">
                <a16:creationId xmlns:a16="http://schemas.microsoft.com/office/drawing/2014/main" id="{77E296F1-0F48-C2C4-4127-3EDF32288409}"/>
              </a:ext>
            </a:extLst>
          </p:cNvPr>
          <p:cNvSpPr/>
          <p:nvPr/>
        </p:nvSpPr>
        <p:spPr>
          <a:xfrm>
            <a:off x="4695825" y="-127000"/>
            <a:ext cx="6840538" cy="3910013"/>
          </a:xfrm>
          <a:prstGeom prst="rect">
            <a:avLst/>
          </a:prstGeom>
        </p:spPr>
        <p:txBody>
          <a:bodyPr>
            <a:spAutoFit/>
          </a:bodyPr>
          <a:lstStyle/>
          <a:p>
            <a:pPr>
              <a:lnSpc>
                <a:spcPct val="150000"/>
              </a:lnSpc>
              <a:spcBef>
                <a:spcPct val="20000"/>
              </a:spcBef>
              <a:defRPr/>
            </a:pPr>
            <a:endParaRPr lang="en-US" altLang="zh-CN" sz="1400" dirty="0">
              <a:effectLst>
                <a:outerShdw blurRad="38100" dist="38100" dir="2700000" algn="tl">
                  <a:srgbClr val="C0C0C0"/>
                </a:outerShdw>
              </a:effectLst>
              <a:latin typeface="微软雅黑" pitchFamily="34" charset="-122"/>
              <a:ea typeface="微软雅黑" pitchFamily="34" charset="-122"/>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资深的培训咨询专家，具有近</a:t>
            </a:r>
            <a:r>
              <a:rPr lang="en-US" altLang="zh-CN" sz="1400" dirty="0">
                <a:effectLst>
                  <a:outerShdw blurRad="38100" dist="38100" dir="2700000" algn="tl">
                    <a:srgbClr val="C0C0C0"/>
                  </a:outerShdw>
                </a:effectLst>
                <a:latin typeface="微软雅黑" pitchFamily="34" charset="-122"/>
                <a:ea typeface="微软雅黑" pitchFamily="34" charset="-122"/>
                <a:cs typeface="Arial" pitchFamily="34" charset="0"/>
              </a:rPr>
              <a:t>20</a:t>
            </a: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年的培训经验。</a:t>
            </a:r>
            <a:endParaRPr lang="en-US" altLang="zh-CN" sz="1400" dirty="0">
              <a:effectLst>
                <a:outerShdw blurRad="38100" dist="38100" dir="2700000" algn="tl">
                  <a:srgbClr val="C0C0C0"/>
                </a:outerShdw>
              </a:effectLst>
              <a:latin typeface="微软雅黑" pitchFamily="34" charset="-122"/>
              <a:ea typeface="微软雅黑" pitchFamily="34" charset="-122"/>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曾先后主持并参加了宝钢人才开发院研究员人才培养项目，金茂集团人才测评咨询项目，交通银行太平洋卡中心职务性格分析咨询项目，建设银行支行客户经理人岗匹配咨询项目等。行动学习项目服务客户：广汽三菱、佛吉亚、松下电机、金茂集团、湘江集团、三一重工、中车制造、烟草集团、吉利汽车  上汽集团</a:t>
            </a:r>
            <a:endParaRPr lang="en-US" altLang="zh-CN" sz="1400" b="1" dirty="0">
              <a:effectLst>
                <a:outerShdw blurRad="38100" dist="38100" dir="2700000" algn="tl">
                  <a:srgbClr val="C0C0C0"/>
                </a:outerShdw>
              </a:effectLst>
              <a:latin typeface="微软雅黑" pitchFamily="34" charset="-122"/>
              <a:ea typeface="微软雅黑" pitchFamily="34" charset="-122"/>
              <a:cs typeface="Arial" pitchFamily="34" charset="0"/>
            </a:endParaRPr>
          </a:p>
          <a:p>
            <a:pPr>
              <a:lnSpc>
                <a:spcPct val="150000"/>
              </a:lnSpc>
              <a:spcBef>
                <a:spcPct val="20000"/>
              </a:spcBef>
              <a:defRPr/>
            </a:pPr>
            <a:r>
              <a:rPr lang="zh-CN" altLang="en-US" sz="1400" b="1" dirty="0">
                <a:effectLst>
                  <a:outerShdw blurRad="38100" dist="38100" dir="2700000" algn="tl">
                    <a:srgbClr val="C0C0C0"/>
                  </a:outerShdw>
                </a:effectLst>
                <a:latin typeface="微软雅黑" pitchFamily="34" charset="-122"/>
                <a:ea typeface="微软雅黑" pitchFamily="34" charset="-122"/>
                <a:cs typeface="Arial" pitchFamily="34" charset="0"/>
              </a:rPr>
              <a:t>工作经历</a:t>
            </a:r>
            <a:endParaRPr lang="en-US" altLang="zh-CN" sz="1400" b="1" dirty="0">
              <a:effectLst>
                <a:outerShdw blurRad="38100" dist="38100" dir="2700000" algn="tl">
                  <a:srgbClr val="C0C0C0"/>
                </a:outerShdw>
              </a:effectLst>
              <a:latin typeface="微软雅黑" pitchFamily="34" charset="-122"/>
              <a:ea typeface="微软雅黑" pitchFamily="34" charset="-122"/>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曾担任国内最大汽车集团旗下企业大学负责人及精益改善六西格玛推进倡导者</a:t>
            </a:r>
            <a:endParaRPr lang="en-US" altLang="zh-CN" sz="1400" dirty="0">
              <a:effectLst>
                <a:outerShdw blurRad="38100" dist="38100" dir="2700000" algn="tl">
                  <a:srgbClr val="C0C0C0"/>
                </a:outerShdw>
              </a:effectLst>
              <a:latin typeface="微软雅黑" pitchFamily="34" charset="-122"/>
              <a:ea typeface="微软雅黑" pitchFamily="34" charset="-122"/>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丰田现场运营改善专家</a:t>
            </a:r>
            <a:endParaRPr lang="en-US" altLang="zh-CN" sz="1400" dirty="0">
              <a:effectLst>
                <a:outerShdw blurRad="38100" dist="38100" dir="2700000" algn="tl">
                  <a:srgbClr val="C0C0C0"/>
                </a:outerShdw>
              </a:effectLst>
              <a:latin typeface="微软雅黑" pitchFamily="34" charset="-122"/>
              <a:ea typeface="微软雅黑" pitchFamily="34" charset="-122"/>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德国弗劳恩霍夫应用促进研究会数字化解决方案专家</a:t>
            </a:r>
            <a:endParaRPr lang="en-US" altLang="zh-CN" sz="1400" dirty="0">
              <a:effectLst>
                <a:outerShdw blurRad="38100" dist="38100" dir="2700000" algn="tl">
                  <a:srgbClr val="C0C0C0"/>
                </a:outerShdw>
              </a:effectLst>
              <a:latin typeface="微软雅黑" pitchFamily="34" charset="-122"/>
              <a:ea typeface="微软雅黑" pitchFamily="34" charset="-122"/>
              <a:cs typeface="Arial" pitchFamily="34" charset="0"/>
            </a:endParaRPr>
          </a:p>
          <a:p>
            <a:pPr marL="342891" indent="-342891">
              <a:lnSpc>
                <a:spcPct val="150000"/>
              </a:lnSpc>
              <a:spcBef>
                <a:spcPct val="20000"/>
              </a:spcBef>
              <a:buFont typeface="Wingdings" panose="05000000000000000000" pitchFamily="2" charset="2"/>
              <a:buChar char="ü"/>
              <a:defRPr/>
            </a:pPr>
            <a:r>
              <a:rPr lang="zh-CN" altLang="en-US" sz="1400" dirty="0">
                <a:effectLst>
                  <a:outerShdw blurRad="38100" dist="38100" dir="2700000" algn="tl">
                    <a:srgbClr val="C0C0C0"/>
                  </a:outerShdw>
                </a:effectLst>
                <a:latin typeface="微软雅黑" pitchFamily="34" charset="-122"/>
                <a:ea typeface="微软雅黑" pitchFamily="34" charset="-122"/>
                <a:cs typeface="Arial" pitchFamily="34" charset="0"/>
              </a:rPr>
              <a:t>上海帛钥智能科技有限公司创始人</a:t>
            </a:r>
            <a:endParaRPr lang="en-US" altLang="zh-CN" sz="14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a:extLst>
              <a:ext uri="{FF2B5EF4-FFF2-40B4-BE49-F238E27FC236}">
                <a16:creationId xmlns:a16="http://schemas.microsoft.com/office/drawing/2014/main" id="{1ED40723-5802-739D-C77B-81B09CFF8B42}"/>
              </a:ext>
            </a:extLst>
          </p:cNvPr>
          <p:cNvSpPr>
            <a:spLocks noGrp="1" noChangeArrowheads="1"/>
          </p:cNvSpPr>
          <p:nvPr>
            <p:ph type="sldNum" sz="quarter" idx="12"/>
          </p:nvPr>
        </p:nvSpPr>
        <p:spPr bwMode="auto">
          <a:xfrm>
            <a:off x="8610600" y="6356350"/>
            <a:ext cx="2743200" cy="365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de-DE"/>
            </a:defPPr>
            <a:lvl1pPr algn="l" rtl="0" eaLnBrk="1" fontAlgn="base" hangingPunct="1">
              <a:spcBef>
                <a:spcPct val="0"/>
              </a:spcBef>
              <a:spcAft>
                <a:spcPct val="0"/>
              </a:spcAft>
              <a:defRPr sz="1000" b="1"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2F82CA7-8D0F-4E10-9124-1ACEDF5E82BF}" type="slidenum">
              <a:rPr lang="zh-CN" altLang="en-US" smtClean="0"/>
              <a:pPr/>
              <a:t>3</a:t>
            </a:fld>
            <a:endParaRPr lang="zh-CN" altLang="en-US"/>
          </a:p>
        </p:txBody>
      </p:sp>
      <p:pic>
        <p:nvPicPr>
          <p:cNvPr id="21507" name="图片 2" descr="日历&#10;&#10;AI 生成的内容可能不正确。">
            <a:extLst>
              <a:ext uri="{FF2B5EF4-FFF2-40B4-BE49-F238E27FC236}">
                <a16:creationId xmlns:a16="http://schemas.microsoft.com/office/drawing/2014/main" id="{D3740B05-931D-EF55-BC74-09F27FE51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078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EDE7CD2E-9CFD-4FF2-F816-DE1A7B83E80B}"/>
                  </a:ext>
                </a:extLst>
              </p14:cNvPr>
              <p14:cNvContentPartPr/>
              <p14:nvPr/>
            </p14:nvContentPartPr>
            <p14:xfrm>
              <a:off x="853702" y="6276800"/>
              <a:ext cx="613440" cy="273960"/>
            </p14:xfrm>
          </p:contentPart>
        </mc:Choice>
        <mc:Fallback xmlns="">
          <p:pic>
            <p:nvPicPr>
              <p:cNvPr id="4" name="墨迹 3">
                <a:extLst>
                  <a:ext uri="{FF2B5EF4-FFF2-40B4-BE49-F238E27FC236}">
                    <a16:creationId xmlns:a16="http://schemas.microsoft.com/office/drawing/2014/main" id="{EDE7CD2E-9CFD-4FF2-F816-DE1A7B83E80B}"/>
                  </a:ext>
                </a:extLst>
              </p:cNvPr>
              <p:cNvPicPr/>
              <p:nvPr/>
            </p:nvPicPr>
            <p:blipFill>
              <a:blip r:embed="rId5"/>
              <a:stretch>
                <a:fillRect/>
              </a:stretch>
            </p:blipFill>
            <p:spPr>
              <a:xfrm>
                <a:off x="847582" y="6270680"/>
                <a:ext cx="625680" cy="286200"/>
              </a:xfrm>
              <a:prstGeom prst="rect">
                <a:avLst/>
              </a:prstGeom>
            </p:spPr>
          </p:pic>
        </mc:Fallback>
      </mc:AlternateContent>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94E0DF21-3082-93C0-C3A5-20A9B46F3D50}"/>
              </a:ext>
            </a:extLst>
          </p:cNvPr>
          <p:cNvSpPr>
            <a:spLocks noGrp="1" noChangeArrowheads="1"/>
          </p:cNvSpPr>
          <p:nvPr>
            <p:ph type="title"/>
          </p:nvPr>
        </p:nvSpPr>
        <p:spPr>
          <a:xfrm>
            <a:off x="598488" y="603250"/>
            <a:ext cx="9312275" cy="647700"/>
          </a:xfrm>
        </p:spPr>
        <p:txBody>
          <a:bodyPr/>
          <a:lstStyle/>
          <a:p>
            <a:r>
              <a:rPr lang="zh-CN" altLang="en-US"/>
              <a:t>版权内容</a:t>
            </a:r>
          </a:p>
        </p:txBody>
      </p:sp>
      <p:sp>
        <p:nvSpPr>
          <p:cNvPr id="21507" name="内容占位符 2">
            <a:extLst>
              <a:ext uri="{FF2B5EF4-FFF2-40B4-BE49-F238E27FC236}">
                <a16:creationId xmlns:a16="http://schemas.microsoft.com/office/drawing/2014/main" id="{9AD5E0CE-7E0C-9D94-251F-17E599F3BB72}"/>
              </a:ext>
            </a:extLst>
          </p:cNvPr>
          <p:cNvSpPr>
            <a:spLocks noGrp="1" noChangeArrowheads="1"/>
          </p:cNvSpPr>
          <p:nvPr>
            <p:ph idx="1"/>
          </p:nvPr>
        </p:nvSpPr>
        <p:spPr>
          <a:xfrm>
            <a:off x="623888" y="1268413"/>
            <a:ext cx="10944225" cy="4681537"/>
          </a:xfrm>
        </p:spPr>
        <p:txBody>
          <a:bodyPr/>
          <a:lstStyle/>
          <a:p>
            <a:r>
              <a:rPr lang="en-US" altLang="zh-CN" sz="2000"/>
              <a:t>AI</a:t>
            </a:r>
            <a:r>
              <a:rPr lang="zh-CN" altLang="en-US" sz="2000"/>
              <a:t>助力系统化问题分析与解决</a:t>
            </a:r>
            <a:endParaRPr lang="en-US" altLang="zh-CN" sz="2000"/>
          </a:p>
          <a:p>
            <a:r>
              <a:rPr lang="zh-CN" altLang="en-US" sz="2000"/>
              <a:t>打造高绩效团队建立合作伙伴关系</a:t>
            </a:r>
            <a:endParaRPr lang="en-US" altLang="zh-CN" sz="2000"/>
          </a:p>
          <a:p>
            <a:r>
              <a:rPr lang="zh-CN" altLang="en-US" sz="2000"/>
              <a:t>全局思维系统性解决问题工作坊</a:t>
            </a:r>
            <a:endParaRPr lang="en-US" altLang="zh-CN" sz="2000"/>
          </a:p>
          <a:p>
            <a:r>
              <a:rPr lang="en-US" altLang="zh-CN" sz="2000"/>
              <a:t>52</a:t>
            </a:r>
            <a:r>
              <a:rPr lang="zh-CN" altLang="en-US" sz="2000"/>
              <a:t>步向上突破</a:t>
            </a:r>
            <a:endParaRPr lang="en-US" altLang="zh-CN" sz="2000"/>
          </a:p>
          <a:p>
            <a:endParaRPr lang="zh-CN" altLang="en-US"/>
          </a:p>
        </p:txBody>
      </p:sp>
      <p:sp>
        <p:nvSpPr>
          <p:cNvPr id="21508" name="页脚占位符 3">
            <a:extLst>
              <a:ext uri="{FF2B5EF4-FFF2-40B4-BE49-F238E27FC236}">
                <a16:creationId xmlns:a16="http://schemas.microsoft.com/office/drawing/2014/main" id="{A631FEDD-59F0-3F96-FAA9-77270390B95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
        <p:nvSpPr>
          <p:cNvPr id="21509" name="灯片编号占位符 4">
            <a:extLst>
              <a:ext uri="{FF2B5EF4-FFF2-40B4-BE49-F238E27FC236}">
                <a16:creationId xmlns:a16="http://schemas.microsoft.com/office/drawing/2014/main" id="{C7DEE364-3696-C1F8-1601-392823687B7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pic>
        <p:nvPicPr>
          <p:cNvPr id="21510" name="图片 7">
            <a:extLst>
              <a:ext uri="{FF2B5EF4-FFF2-40B4-BE49-F238E27FC236}">
                <a16:creationId xmlns:a16="http://schemas.microsoft.com/office/drawing/2014/main" id="{FB706F66-584B-8A7E-7437-FD3CFFBBE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0075" y="1238250"/>
            <a:ext cx="3008313"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图片 9">
            <a:extLst>
              <a:ext uri="{FF2B5EF4-FFF2-40B4-BE49-F238E27FC236}">
                <a16:creationId xmlns:a16="http://schemas.microsoft.com/office/drawing/2014/main" id="{078559C3-13DD-21FF-8D84-0CFAADCA0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3388" y="2168525"/>
            <a:ext cx="2941637" cy="217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图片 11">
            <a:extLst>
              <a:ext uri="{FF2B5EF4-FFF2-40B4-BE49-F238E27FC236}">
                <a16:creationId xmlns:a16="http://schemas.microsoft.com/office/drawing/2014/main" id="{37EA013E-9FEF-2B76-8078-B81EAC3345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6413" y="3105150"/>
            <a:ext cx="3789362" cy="27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图片 13">
            <a:extLst>
              <a:ext uri="{FF2B5EF4-FFF2-40B4-BE49-F238E27FC236}">
                <a16:creationId xmlns:a16="http://schemas.microsoft.com/office/drawing/2014/main" id="{F102D85D-ACB3-4CD3-D2D3-B6BECA516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6000" y="4262438"/>
            <a:ext cx="3195638" cy="235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图片 17">
            <a:extLst>
              <a:ext uri="{FF2B5EF4-FFF2-40B4-BE49-F238E27FC236}">
                <a16:creationId xmlns:a16="http://schemas.microsoft.com/office/drawing/2014/main" id="{ECD8F7E3-5284-764D-22A6-086DD599C7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3688" y="3687763"/>
            <a:ext cx="322580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5" name="图片 15">
            <a:extLst>
              <a:ext uri="{FF2B5EF4-FFF2-40B4-BE49-F238E27FC236}">
                <a16:creationId xmlns:a16="http://schemas.microsoft.com/office/drawing/2014/main" id="{9620FE2E-F1B2-1C24-5691-E9DB06391C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9063" y="5232400"/>
            <a:ext cx="2887662"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D2FCD3-1626-27AB-062D-557C7B1731CC}"/>
              </a:ext>
            </a:extLst>
          </p:cNvPr>
          <p:cNvSpPr>
            <a:spLocks noGrp="1"/>
          </p:cNvSpPr>
          <p:nvPr>
            <p:ph type="ctrTitle"/>
          </p:nvPr>
        </p:nvSpPr>
        <p:spPr>
          <a:xfrm>
            <a:off x="3791745" y="2292344"/>
            <a:ext cx="7015956" cy="939800"/>
          </a:xfrm>
        </p:spPr>
        <p:txBody>
          <a:bodyPr/>
          <a:lstStyle/>
          <a:p>
            <a:r>
              <a:rPr lang="zh-CN" altLang="en-US" sz="1800" dirty="0"/>
              <a:t>课前案例阅读</a:t>
            </a:r>
            <a:r>
              <a:rPr lang="en-US" altLang="zh-CN" sz="1800" dirty="0"/>
              <a:t>.</a:t>
            </a:r>
            <a:r>
              <a:rPr lang="zh-CN" altLang="en-US" sz="1800" dirty="0"/>
              <a:t>你从案例中发现了哪些问题？导致这些问题发生的根本原因是什么？有哪些措施能够帮助你解决这些问题？</a:t>
            </a:r>
            <a:br>
              <a:rPr lang="en-US" altLang="zh-CN" dirty="0"/>
            </a:br>
            <a:br>
              <a:rPr lang="en-US" altLang="zh-CN" dirty="0"/>
            </a:br>
            <a:endParaRPr lang="zh-CN" altLang="en-US" dirty="0"/>
          </a:p>
        </p:txBody>
      </p:sp>
      <p:sp>
        <p:nvSpPr>
          <p:cNvPr id="3" name="副标题 2">
            <a:extLst>
              <a:ext uri="{FF2B5EF4-FFF2-40B4-BE49-F238E27FC236}">
                <a16:creationId xmlns:a16="http://schemas.microsoft.com/office/drawing/2014/main" id="{B6D39A38-E529-F5FA-CBB5-1452BFBCBB58}"/>
              </a:ext>
            </a:extLst>
          </p:cNvPr>
          <p:cNvSpPr>
            <a:spLocks noGrp="1"/>
          </p:cNvSpPr>
          <p:nvPr>
            <p:ph type="subTitle" idx="1"/>
          </p:nvPr>
        </p:nvSpPr>
        <p:spPr/>
        <p:txBody>
          <a:bodyPr/>
          <a:lstStyle/>
          <a:p>
            <a:endParaRPr lang="zh-CN" altLang="en-US"/>
          </a:p>
        </p:txBody>
      </p:sp>
      <p:sp>
        <p:nvSpPr>
          <p:cNvPr id="4" name="页脚占位符 3">
            <a:extLst>
              <a:ext uri="{FF2B5EF4-FFF2-40B4-BE49-F238E27FC236}">
                <a16:creationId xmlns:a16="http://schemas.microsoft.com/office/drawing/2014/main" id="{7A2D9F29-9EA2-8E14-CF77-CC9AAF2982FE}"/>
              </a:ext>
            </a:extLst>
          </p:cNvPr>
          <p:cNvSpPr>
            <a:spLocks noGrp="1"/>
          </p:cNvSpPr>
          <p:nvPr>
            <p:ph type="ftr" sz="quarter" idx="10"/>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CC3A1CB9-7587-98D5-D51E-823D494ACDA5}"/>
              </a:ext>
            </a:extLst>
          </p:cNvPr>
          <p:cNvSpPr>
            <a:spLocks noGrp="1"/>
          </p:cNvSpPr>
          <p:nvPr>
            <p:ph type="sldNum" sz="quarter" idx="11"/>
          </p:nvPr>
        </p:nvSpPr>
        <p:spPr/>
        <p:txBody>
          <a:bodyPr/>
          <a:lstStyle/>
          <a:p>
            <a:pPr>
              <a:defRPr/>
            </a:pPr>
            <a:fld id="{B3E1ACF5-AA63-423A-B2CF-064EF9455300}" type="slidenum">
              <a:rPr lang="de-DE" altLang="zh-CN" smtClean="0"/>
              <a:pPr>
                <a:defRPr/>
              </a:pPr>
              <a:t>5</a:t>
            </a:fld>
            <a:endParaRPr lang="de-DE" altLang="zh-CN"/>
          </a:p>
        </p:txBody>
      </p:sp>
      <p:sp>
        <p:nvSpPr>
          <p:cNvPr id="6" name="文本框 5">
            <a:extLst>
              <a:ext uri="{FF2B5EF4-FFF2-40B4-BE49-F238E27FC236}">
                <a16:creationId xmlns:a16="http://schemas.microsoft.com/office/drawing/2014/main" id="{DEA94C2C-7CAC-4CDD-ABED-FE2965CF33C1}"/>
              </a:ext>
            </a:extLst>
          </p:cNvPr>
          <p:cNvSpPr txBox="1"/>
          <p:nvPr/>
        </p:nvSpPr>
        <p:spPr>
          <a:xfrm>
            <a:off x="6216650" y="1174750"/>
            <a:ext cx="603250" cy="369332"/>
          </a:xfrm>
          <a:prstGeom prst="rect">
            <a:avLst/>
          </a:prstGeom>
          <a:noFill/>
        </p:spPr>
        <p:txBody>
          <a:bodyPr wrap="square" rtlCol="0">
            <a:spAutoFit/>
          </a:bodyPr>
          <a:lstStyle/>
          <a:p>
            <a:r>
              <a:rPr lang="en-US" altLang="zh-CN" dirty="0">
                <a:solidFill>
                  <a:schemeClr val="bg1"/>
                </a:solidFill>
              </a:rPr>
              <a:t>20</a:t>
            </a:r>
            <a:endParaRPr lang="zh-CN" altLang="en-US" dirty="0">
              <a:solidFill>
                <a:schemeClr val="bg1"/>
              </a:solidFill>
            </a:endParaRPr>
          </a:p>
        </p:txBody>
      </p:sp>
    </p:spTree>
    <p:extLst>
      <p:ext uri="{BB962C8B-B14F-4D97-AF65-F5344CB8AC3E}">
        <p14:creationId xmlns:p14="http://schemas.microsoft.com/office/powerpoint/2010/main" val="138503198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DA191AA-2068-E280-627E-2FE139D96EF8}"/>
              </a:ext>
            </a:extLst>
          </p:cNvPr>
          <p:cNvSpPr>
            <a:spLocks noGrp="1"/>
          </p:cNvSpPr>
          <p:nvPr>
            <p:ph type="ftr" sz="quarter" idx="3"/>
          </p:nvPr>
        </p:nvSpPr>
        <p:spPr/>
        <p:txBody>
          <a:bodyPr/>
          <a:lstStyle/>
          <a:p>
            <a:r>
              <a:rPr lang="en-GB" dirty="0"/>
              <a:t>Legal Copy Helvetica Regular 8/9.6 Black</a:t>
            </a:r>
          </a:p>
        </p:txBody>
      </p:sp>
      <p:sp>
        <p:nvSpPr>
          <p:cNvPr id="4" name="文本占位符 2">
            <a:extLst>
              <a:ext uri="{FF2B5EF4-FFF2-40B4-BE49-F238E27FC236}">
                <a16:creationId xmlns:a16="http://schemas.microsoft.com/office/drawing/2014/main" id="{C0B94E50-3B21-192A-0FCC-6276A64BD582}"/>
              </a:ext>
            </a:extLst>
          </p:cNvPr>
          <p:cNvSpPr txBox="1">
            <a:spLocks/>
          </p:cNvSpPr>
          <p:nvPr/>
        </p:nvSpPr>
        <p:spPr>
          <a:xfrm>
            <a:off x="1653700" y="631316"/>
            <a:ext cx="2736304" cy="366855"/>
          </a:xfrm>
          <a:prstGeom prst="rect">
            <a:avLst/>
          </a:prstGeom>
        </p:spPr>
        <p:txBody>
          <a:bodyPr/>
          <a:lst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a:lstStyle>
          <a:p>
            <a:pPr fontAlgn="auto"/>
            <a:r>
              <a:rPr lang="zh-CN" altLang="en-US" sz="1400" dirty="0">
                <a:solidFill>
                  <a:srgbClr val="404040"/>
                </a:solidFill>
                <a:latin typeface="微软雅黑" panose="020B0503020204020204" pitchFamily="34" charset="-122"/>
                <a:ea typeface="Lantinghei SC Demibold"/>
              </a:rPr>
              <a:t>解决问题需要“流程”</a:t>
            </a:r>
          </a:p>
        </p:txBody>
      </p:sp>
      <p:sp>
        <p:nvSpPr>
          <p:cNvPr id="5" name="文本占位符 3">
            <a:extLst>
              <a:ext uri="{FF2B5EF4-FFF2-40B4-BE49-F238E27FC236}">
                <a16:creationId xmlns:a16="http://schemas.microsoft.com/office/drawing/2014/main" id="{A7A8FFD6-25C3-5B0F-EBAD-271A2B560149}"/>
              </a:ext>
            </a:extLst>
          </p:cNvPr>
          <p:cNvSpPr txBox="1">
            <a:spLocks/>
          </p:cNvSpPr>
          <p:nvPr/>
        </p:nvSpPr>
        <p:spPr>
          <a:xfrm>
            <a:off x="1653700" y="1274316"/>
            <a:ext cx="3822700" cy="366855"/>
          </a:xfrm>
          <a:prstGeom prst="rect">
            <a:avLst/>
          </a:prstGeom>
        </p:spPr>
        <p:txBody>
          <a:bodyPr/>
          <a:lst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a:lstStyle>
          <a:p>
            <a:pPr fontAlgn="auto"/>
            <a:r>
              <a:rPr lang="zh-CN" altLang="en-US" sz="1400" dirty="0">
                <a:solidFill>
                  <a:srgbClr val="404040"/>
                </a:solidFill>
                <a:latin typeface="微软雅黑" panose="020B0503020204020204" pitchFamily="34" charset="-122"/>
                <a:ea typeface="Lantinghei SC Demibold"/>
                <a:cs typeface="Lantinghei SC Demibold"/>
              </a:rPr>
              <a:t>步骤一：明确问题</a:t>
            </a:r>
          </a:p>
        </p:txBody>
      </p:sp>
      <p:sp>
        <p:nvSpPr>
          <p:cNvPr id="6" name="文本占位符 5">
            <a:extLst>
              <a:ext uri="{FF2B5EF4-FFF2-40B4-BE49-F238E27FC236}">
                <a16:creationId xmlns:a16="http://schemas.microsoft.com/office/drawing/2014/main" id="{829E143D-11BB-B31F-A35C-FC0F4D2A983B}"/>
              </a:ext>
            </a:extLst>
          </p:cNvPr>
          <p:cNvSpPr txBox="1">
            <a:spLocks/>
          </p:cNvSpPr>
          <p:nvPr/>
        </p:nvSpPr>
        <p:spPr>
          <a:xfrm>
            <a:off x="1653700" y="2039524"/>
            <a:ext cx="3822700" cy="366855"/>
          </a:xfrm>
          <a:prstGeom prst="rect">
            <a:avLst/>
          </a:prstGeom>
        </p:spPr>
        <p:txBody>
          <a:bodyPr/>
          <a:lst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a:lstStyle>
          <a:p>
            <a:pPr fontAlgn="auto"/>
            <a:r>
              <a:rPr lang="zh-CN" altLang="en-US" sz="1400" dirty="0">
                <a:solidFill>
                  <a:srgbClr val="404040"/>
                </a:solidFill>
                <a:latin typeface="微软雅黑" panose="020B0503020204020204" pitchFamily="34" charset="-122"/>
                <a:ea typeface="Lantinghei SC Demibold"/>
                <a:cs typeface="Lantinghei SC Demibold"/>
              </a:rPr>
              <a:t>步骤二：分解问题</a:t>
            </a:r>
          </a:p>
        </p:txBody>
      </p:sp>
      <p:sp>
        <p:nvSpPr>
          <p:cNvPr id="7" name="文本占位符 6">
            <a:extLst>
              <a:ext uri="{FF2B5EF4-FFF2-40B4-BE49-F238E27FC236}">
                <a16:creationId xmlns:a16="http://schemas.microsoft.com/office/drawing/2014/main" id="{785BD44B-A503-DE0E-A73E-A991E0244ED6}"/>
              </a:ext>
            </a:extLst>
          </p:cNvPr>
          <p:cNvSpPr txBox="1">
            <a:spLocks/>
          </p:cNvSpPr>
          <p:nvPr/>
        </p:nvSpPr>
        <p:spPr>
          <a:xfrm>
            <a:off x="1653700" y="2795905"/>
            <a:ext cx="3822700" cy="366855"/>
          </a:xfrm>
          <a:prstGeom prst="rect">
            <a:avLst/>
          </a:prstGeom>
        </p:spPr>
        <p:txBody>
          <a:bodyPr/>
          <a:lst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a:lstStyle>
          <a:p>
            <a:pPr fontAlgn="auto"/>
            <a:r>
              <a:rPr lang="zh-CN" altLang="en-US" sz="1400" dirty="0">
                <a:solidFill>
                  <a:srgbClr val="404040"/>
                </a:solidFill>
                <a:latin typeface="微软雅黑" panose="020B0503020204020204" pitchFamily="34" charset="-122"/>
                <a:ea typeface="Lantinghei SC Demibold"/>
                <a:cs typeface="Lantinghei SC Demibold"/>
              </a:rPr>
              <a:t>步骤三：设定关键性问题目标</a:t>
            </a:r>
          </a:p>
        </p:txBody>
      </p:sp>
      <p:sp>
        <p:nvSpPr>
          <p:cNvPr id="8" name="文本占位符 7">
            <a:extLst>
              <a:ext uri="{FF2B5EF4-FFF2-40B4-BE49-F238E27FC236}">
                <a16:creationId xmlns:a16="http://schemas.microsoft.com/office/drawing/2014/main" id="{4E9AA961-1EFC-D9E0-BD54-9A6BF6B4936E}"/>
              </a:ext>
            </a:extLst>
          </p:cNvPr>
          <p:cNvSpPr txBox="1">
            <a:spLocks/>
          </p:cNvSpPr>
          <p:nvPr/>
        </p:nvSpPr>
        <p:spPr>
          <a:xfrm>
            <a:off x="1653700" y="3455348"/>
            <a:ext cx="3822700" cy="366855"/>
          </a:xfrm>
          <a:prstGeom prst="rect">
            <a:avLst/>
          </a:prstGeom>
        </p:spPr>
        <p:txBody>
          <a:bodyPr/>
          <a:lst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a:lstStyle>
          <a:p>
            <a:pPr fontAlgn="auto"/>
            <a:r>
              <a:rPr lang="zh-CN" altLang="en-US" sz="1400" dirty="0">
                <a:solidFill>
                  <a:srgbClr val="404040"/>
                </a:solidFill>
                <a:latin typeface="微软雅黑" panose="020B0503020204020204" pitchFamily="34" charset="-122"/>
                <a:ea typeface="Lantinghei SC Demibold"/>
                <a:cs typeface="Lantinghei SC Demibold"/>
              </a:rPr>
              <a:t>步骤四：把握真因</a:t>
            </a:r>
          </a:p>
        </p:txBody>
      </p:sp>
      <p:sp>
        <p:nvSpPr>
          <p:cNvPr id="9" name="文本占位符 8">
            <a:extLst>
              <a:ext uri="{FF2B5EF4-FFF2-40B4-BE49-F238E27FC236}">
                <a16:creationId xmlns:a16="http://schemas.microsoft.com/office/drawing/2014/main" id="{7A1E1017-DD96-D53C-FD82-59D443199F8C}"/>
              </a:ext>
            </a:extLst>
          </p:cNvPr>
          <p:cNvSpPr txBox="1">
            <a:spLocks/>
          </p:cNvSpPr>
          <p:nvPr/>
        </p:nvSpPr>
        <p:spPr>
          <a:xfrm>
            <a:off x="1607180" y="4137076"/>
            <a:ext cx="3822700" cy="366855"/>
          </a:xfrm>
          <a:prstGeom prst="rect">
            <a:avLst/>
          </a:prstGeom>
        </p:spPr>
        <p:txBody>
          <a:bodyPr/>
          <a:lstStyle>
            <a:lvl1pPr marL="0" indent="0" algn="l" defTabSz="914355" rtl="0" eaLnBrk="1" latinLnBrk="0" hangingPunct="1">
              <a:lnSpc>
                <a:spcPct val="100000"/>
              </a:lnSpc>
              <a:spcBef>
                <a:spcPts val="0"/>
              </a:spcBef>
              <a:spcAft>
                <a:spcPts val="700"/>
              </a:spcAft>
              <a:buFont typeface="Arial" panose="020B0604020202020204" pitchFamily="34" charset="0"/>
              <a:buNone/>
              <a:tabLst/>
              <a:defRPr sz="1500" b="1" i="0" kern="1200">
                <a:solidFill>
                  <a:schemeClr val="tx1"/>
                </a:solidFill>
                <a:latin typeface="Helvetica Now Text" panose="020B0504030202020204" pitchFamily="34" charset="77"/>
                <a:ea typeface="M 翔鹤黑体 SC Std" panose="020B0603020203020204" pitchFamily="34" charset="-122"/>
                <a:cs typeface="+mn-cs"/>
              </a:defRPr>
            </a:lvl1pPr>
            <a:lvl2pPr marL="0" indent="0" algn="l" defTabSz="914355" rtl="0" eaLnBrk="1" latinLnBrk="0" hangingPunct="1">
              <a:lnSpc>
                <a:spcPct val="117000"/>
              </a:lnSpc>
              <a:spcBef>
                <a:spcPts val="0"/>
              </a:spcBef>
              <a:spcAft>
                <a:spcPts val="500"/>
              </a:spcAft>
              <a:buFont typeface="Arial" panose="020B0604020202020204" pitchFamily="34" charset="0"/>
              <a:buNone/>
              <a:tabLst/>
              <a:defRPr sz="1000" b="0" i="0" kern="1200">
                <a:solidFill>
                  <a:schemeClr val="tx1"/>
                </a:solidFill>
                <a:latin typeface="Helvetica Now Text" panose="020B0504030202020204" pitchFamily="34" charset="77"/>
                <a:ea typeface="M 翔鹤黑体 SC Std" panose="020B0603020203020204" pitchFamily="34" charset="-122"/>
                <a:cs typeface="+mn-cs"/>
              </a:defRPr>
            </a:lvl2pPr>
            <a:lvl3pPr marL="127000" indent="-127000" algn="l" defTabSz="914355" rtl="0" eaLnBrk="1" latinLnBrk="0" hangingPunct="1">
              <a:lnSpc>
                <a:spcPct val="117000"/>
              </a:lnSpc>
              <a:spcBef>
                <a:spcPts val="0"/>
              </a:spcBef>
              <a:buClr>
                <a:schemeClr val="tx1"/>
              </a:buClr>
              <a:buFont typeface="Helvetica Neue Condensed Bold" panose="02000503000000020004" pitchFamily="2" charset="0"/>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3pPr>
            <a:lvl4pPr marL="260604" indent="-127000" algn="l" defTabSz="914355" rtl="0" eaLnBrk="1" latinLnBrk="0" hangingPunct="1">
              <a:lnSpc>
                <a:spcPct val="117000"/>
              </a:lnSpc>
              <a:spcBef>
                <a:spcPts val="0"/>
              </a:spcBef>
              <a:buClr>
                <a:schemeClr val="tx1"/>
              </a:buClr>
              <a:buSzPct val="80000"/>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4pPr>
            <a:lvl5pPr marL="457200" indent="-19050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 翔鹤黑体 SC Std" panose="020B0603020203020204" pitchFamily="34" charset="-122"/>
                <a:cs typeface="+mn-cs"/>
              </a:defRPr>
            </a:lvl5pPr>
            <a:lvl6pPr marL="599758" indent="-133350" algn="l" defTabSz="914355" rtl="0" eaLnBrk="1" latinLnBrk="0" hangingPunct="1">
              <a:lnSpc>
                <a:spcPct val="117000"/>
              </a:lnSpc>
              <a:spcBef>
                <a:spcPts val="0"/>
              </a:spcBef>
              <a:buClr>
                <a:schemeClr val="tx1"/>
              </a:buClr>
              <a:buFont typeface="System Font Regular"/>
              <a:buChar char="–"/>
              <a:tabLst/>
              <a:defRPr sz="1000" b="0" i="0" kern="1200">
                <a:solidFill>
                  <a:schemeClr val="tx1"/>
                </a:solidFill>
                <a:latin typeface="Helvetica Now Text" panose="020B0504030202020204" pitchFamily="34" charset="77"/>
                <a:ea typeface="+mn-ea"/>
                <a:cs typeface="+mn-cs"/>
              </a:defRPr>
            </a:lvl6pPr>
            <a:lvl7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7pPr>
            <a:lvl8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8pPr>
            <a:lvl9pPr marL="0" indent="0" algn="l" defTabSz="914355" rtl="0" eaLnBrk="1" latinLnBrk="0" hangingPunct="1">
              <a:lnSpc>
                <a:spcPct val="117000"/>
              </a:lnSpc>
              <a:spcBef>
                <a:spcPts val="0"/>
              </a:spcBef>
              <a:buFont typeface="Arial" panose="020B0604020202020204" pitchFamily="34" charset="0"/>
              <a:buNone/>
              <a:tabLst/>
              <a:defRPr sz="1000" b="0" i="0" kern="1200">
                <a:solidFill>
                  <a:schemeClr val="tx1"/>
                </a:solidFill>
                <a:latin typeface="Helvetica Now Text" panose="020B0504030202020204" pitchFamily="34" charset="77"/>
                <a:ea typeface="+mn-ea"/>
                <a:cs typeface="+mn-cs"/>
              </a:defRPr>
            </a:lvl9pPr>
          </a:lstStyle>
          <a:p>
            <a:pPr fontAlgn="auto"/>
            <a:r>
              <a:rPr lang="zh-CN" altLang="en-US" sz="1400" dirty="0">
                <a:solidFill>
                  <a:srgbClr val="404040"/>
                </a:solidFill>
                <a:latin typeface="微软雅黑" panose="020B0503020204020204" pitchFamily="34" charset="-122"/>
                <a:ea typeface="Lantinghei SC Demibold"/>
                <a:cs typeface="Lantinghei SC Demibold"/>
              </a:rPr>
              <a:t>步骤五：制定对策</a:t>
            </a:r>
          </a:p>
        </p:txBody>
      </p:sp>
      <p:sp>
        <p:nvSpPr>
          <p:cNvPr id="10" name="文本框 9">
            <a:extLst>
              <a:ext uri="{FF2B5EF4-FFF2-40B4-BE49-F238E27FC236}">
                <a16:creationId xmlns:a16="http://schemas.microsoft.com/office/drawing/2014/main" id="{5B95DAB8-7CAF-F068-5DFD-59D16A99C5E3}"/>
              </a:ext>
            </a:extLst>
          </p:cNvPr>
          <p:cNvSpPr txBox="1"/>
          <p:nvPr/>
        </p:nvSpPr>
        <p:spPr>
          <a:xfrm>
            <a:off x="1607180" y="4766608"/>
            <a:ext cx="2074643" cy="307777"/>
          </a:xfrm>
          <a:prstGeom prst="rect">
            <a:avLst/>
          </a:prstGeom>
          <a:noFill/>
        </p:spPr>
        <p:txBody>
          <a:bodyPr wrap="square">
            <a:spAutoFit/>
          </a:bodyPr>
          <a:lstStyle/>
          <a:p>
            <a:r>
              <a:rPr kumimoji="1" lang="zh-CN" altLang="en-US" sz="1400" b="1" dirty="0">
                <a:solidFill>
                  <a:srgbClr val="404040"/>
                </a:solidFill>
                <a:latin typeface="微软雅黑" panose="020B0503020204020204" pitchFamily="34" charset="-122"/>
                <a:ea typeface="Lantinghei SC Demibold"/>
              </a:rPr>
              <a:t>步骤六 贯彻实施对策</a:t>
            </a:r>
          </a:p>
        </p:txBody>
      </p:sp>
      <p:sp>
        <p:nvSpPr>
          <p:cNvPr id="11" name="文本占位符 12">
            <a:extLst>
              <a:ext uri="{FF2B5EF4-FFF2-40B4-BE49-F238E27FC236}">
                <a16:creationId xmlns:a16="http://schemas.microsoft.com/office/drawing/2014/main" id="{F42E6AEB-9B76-5022-FAFE-A5E2EAC86811}"/>
              </a:ext>
            </a:extLst>
          </p:cNvPr>
          <p:cNvSpPr txBox="1">
            <a:spLocks/>
          </p:cNvSpPr>
          <p:nvPr/>
        </p:nvSpPr>
        <p:spPr bwMode="auto">
          <a:xfrm>
            <a:off x="1540053" y="5298426"/>
            <a:ext cx="2341605" cy="36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993" tIns="72497" rIns="144993" bIns="72497" numCol="1" rtlCol="0" anchor="t" anchorCtr="0" compatLnSpc="1">
            <a:prstTxWarp prst="textNoShape">
              <a:avLst/>
            </a:prstTxWarp>
            <a:spAutoFit/>
          </a:bodyPr>
          <a:lstStyle>
            <a:lvl1pPr algn="l" rtl="0" eaLnBrk="0" fontAlgn="base" hangingPunct="0">
              <a:lnSpc>
                <a:spcPct val="110000"/>
              </a:lnSpc>
              <a:spcBef>
                <a:spcPct val="50000"/>
              </a:spcBef>
              <a:spcAft>
                <a:spcPct val="0"/>
              </a:spcAft>
              <a:buClr>
                <a:schemeClr val="bg2"/>
              </a:buClr>
              <a:buFont typeface="Wingdings" panose="05000000000000000000" pitchFamily="2" charset="2"/>
              <a:defRPr kumimoji="1" lang="zh-CN" altLang="en-US" sz="1400" dirty="0" smtClean="0">
                <a:solidFill>
                  <a:schemeClr val="tx1">
                    <a:lumMod val="75000"/>
                    <a:lumOff val="25000"/>
                  </a:schemeClr>
                </a:solidFill>
                <a:latin typeface="微软雅黑" panose="020B0503020204020204" charset="-122"/>
                <a:ea typeface="微软雅黑" panose="020B0503020204020204" charset="-122"/>
                <a:cs typeface="Lantinghei SC Demibold" charset="-122"/>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lang="zh-CN" altLang="en-US" dirty="0" smtClean="0">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lang="zh-CN" altLang="en-US" dirty="0" smtClean="0">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lang="zh-CN" altLang="en-US" dirty="0" smtClean="0">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lang="zh-CN" altLang="en-US" dirty="0">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r>
              <a:rPr lang="zh-CN" altLang="en-US" sz="1400" b="1" dirty="0">
                <a:solidFill>
                  <a:srgbClr val="404040"/>
                </a:solidFill>
                <a:latin typeface="微软雅黑" panose="020B0503020204020204" pitchFamily="34" charset="-122"/>
                <a:ea typeface="Lantinghei SC Demibold"/>
                <a:cs typeface="Lantinghei SC Demibold"/>
              </a:rPr>
              <a:t>步骤七：评价结果和过程</a:t>
            </a:r>
          </a:p>
        </p:txBody>
      </p:sp>
      <p:sp>
        <p:nvSpPr>
          <p:cNvPr id="12" name="文本框 11">
            <a:extLst>
              <a:ext uri="{FF2B5EF4-FFF2-40B4-BE49-F238E27FC236}">
                <a16:creationId xmlns:a16="http://schemas.microsoft.com/office/drawing/2014/main" id="{BF75260D-F10F-1BF7-A673-A22D9D8DBB13}"/>
              </a:ext>
            </a:extLst>
          </p:cNvPr>
          <p:cNvSpPr txBox="1"/>
          <p:nvPr/>
        </p:nvSpPr>
        <p:spPr>
          <a:xfrm>
            <a:off x="1607180" y="5903861"/>
            <a:ext cx="1995919" cy="307777"/>
          </a:xfrm>
          <a:prstGeom prst="rect">
            <a:avLst/>
          </a:prstGeom>
          <a:noFill/>
        </p:spPr>
        <p:txBody>
          <a:bodyPr wrap="square">
            <a:spAutoFit/>
          </a:bodyPr>
          <a:lstStyle/>
          <a:p>
            <a:r>
              <a:rPr kumimoji="1" lang="zh-CN" altLang="en-US" sz="1400" b="1" dirty="0">
                <a:solidFill>
                  <a:srgbClr val="404040"/>
                </a:solidFill>
                <a:latin typeface="微软雅黑" panose="020B0503020204020204" pitchFamily="34" charset="-122"/>
                <a:ea typeface="Lantinghei SC Demibold"/>
              </a:rPr>
              <a:t>步骤八：巩固成果</a:t>
            </a:r>
          </a:p>
        </p:txBody>
      </p:sp>
      <p:pic>
        <p:nvPicPr>
          <p:cNvPr id="14" name="图片 13" descr="图示&#10;&#10;AI 生成的内容可能不正确。">
            <a:extLst>
              <a:ext uri="{FF2B5EF4-FFF2-40B4-BE49-F238E27FC236}">
                <a16:creationId xmlns:a16="http://schemas.microsoft.com/office/drawing/2014/main" id="{453E2373-A43A-AA36-A7AB-611313A032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9611" y="1457743"/>
            <a:ext cx="4202389" cy="3993221"/>
          </a:xfrm>
          <a:prstGeom prst="rect">
            <a:avLst/>
          </a:prstGeom>
        </p:spPr>
      </p:pic>
    </p:spTree>
    <p:extLst>
      <p:ext uri="{BB962C8B-B14F-4D97-AF65-F5344CB8AC3E}">
        <p14:creationId xmlns:p14="http://schemas.microsoft.com/office/powerpoint/2010/main" val="712357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占位符 1">
            <a:extLst>
              <a:ext uri="{FF2B5EF4-FFF2-40B4-BE49-F238E27FC236}">
                <a16:creationId xmlns:a16="http://schemas.microsoft.com/office/drawing/2014/main" id="{67D7601C-D1F2-4C8B-BC44-436ED4AD1A99}"/>
              </a:ext>
            </a:extLst>
          </p:cNvPr>
          <p:cNvSpPr>
            <a:spLocks noGrp="1" noChangeArrowheads="1"/>
          </p:cNvSpPr>
          <p:nvPr>
            <p:ph type="body" sz="quarter" idx="12"/>
          </p:nvPr>
        </p:nvSpPr>
        <p:spPr>
          <a:xfrm>
            <a:off x="4386263" y="2211388"/>
            <a:ext cx="3822700" cy="873084"/>
          </a:xfrm>
        </p:spPr>
        <p:txBody>
          <a:bodyPr/>
          <a:lstStyle/>
          <a:p>
            <a:r>
              <a:rPr lang="zh-CN" altLang="en-US" sz="1800" b="1" dirty="0">
                <a:solidFill>
                  <a:srgbClr val="404040"/>
                </a:solidFill>
                <a:latin typeface="微软雅黑" panose="020B0503020204020204" pitchFamily="34" charset="-122"/>
              </a:rPr>
              <a:t>解决问题需要“流程”</a:t>
            </a:r>
          </a:p>
          <a:p>
            <a:endParaRPr sz="1800" b="1" dirty="0">
              <a:solidFill>
                <a:srgbClr val="404040"/>
              </a:solidFill>
              <a:latin typeface="微软雅黑" panose="020B0503020204020204" pitchFamily="34" charset="-122"/>
              <a:ea typeface="Lantinghei SC Demibold"/>
              <a:cs typeface="Lantinghei SC Demibold"/>
            </a:endParaRPr>
          </a:p>
        </p:txBody>
      </p:sp>
      <p:sp>
        <p:nvSpPr>
          <p:cNvPr id="20483" name="页脚占位符 2">
            <a:extLst>
              <a:ext uri="{FF2B5EF4-FFF2-40B4-BE49-F238E27FC236}">
                <a16:creationId xmlns:a16="http://schemas.microsoft.com/office/drawing/2014/main" id="{2A6DEC40-662F-40AD-ABD7-EDF3EBF710AA}"/>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20484" name="灯片编号占位符 3">
            <a:extLst>
              <a:ext uri="{FF2B5EF4-FFF2-40B4-BE49-F238E27FC236}">
                <a16:creationId xmlns:a16="http://schemas.microsoft.com/office/drawing/2014/main" id="{131AE1B9-033B-4161-BF74-EE376C100DC4}"/>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CBBD5E7-0AFA-497A-BE76-51ABDC00FD90}" type="slidenum">
              <a:rPr lang="de-DE" altLang="zh-CN" smtClean="0"/>
              <a:pPr/>
              <a:t>7</a:t>
            </a:fld>
            <a:endParaRPr lang="de-DE" altLang="zh-CN"/>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占位符 5" descr="图示&#10;&#10;AI 生成的内容可能不正确。">
            <a:extLst>
              <a:ext uri="{FF2B5EF4-FFF2-40B4-BE49-F238E27FC236}">
                <a16:creationId xmlns:a16="http://schemas.microsoft.com/office/drawing/2014/main" id="{50A75E74-6619-A4BD-842B-B48EF76DF70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090" r="5089" b="-1"/>
          <a:stretch/>
        </p:blipFill>
        <p:spPr>
          <a:xfrm>
            <a:off x="1638749" y="-50360"/>
            <a:ext cx="6483665" cy="6857544"/>
          </a:xfrm>
          <a:noFill/>
        </p:spPr>
      </p:pic>
      <p:sp>
        <p:nvSpPr>
          <p:cNvPr id="3" name="页脚占位符 2">
            <a:extLst>
              <a:ext uri="{FF2B5EF4-FFF2-40B4-BE49-F238E27FC236}">
                <a16:creationId xmlns:a16="http://schemas.microsoft.com/office/drawing/2014/main" id="{86DA3B43-AD4D-01A9-50F5-0E6224C898D3}"/>
              </a:ext>
            </a:extLst>
          </p:cNvPr>
          <p:cNvSpPr>
            <a:spLocks noGrp="1"/>
          </p:cNvSpPr>
          <p:nvPr>
            <p:ph type="ftr" sz="quarter" idx="3"/>
          </p:nvPr>
        </p:nvSpPr>
        <p:spPr>
          <a:xfrm>
            <a:off x="8364690" y="6277284"/>
            <a:ext cx="3449907" cy="365125"/>
          </a:xfrm>
        </p:spPr>
        <p:txBody>
          <a:bodyPr wrap="square" anchor="ctr">
            <a:normAutofit/>
          </a:bodyPr>
          <a:lstStyle/>
          <a:p>
            <a:pPr>
              <a:spcAft>
                <a:spcPts val="600"/>
              </a:spcAft>
            </a:pPr>
            <a:r>
              <a:rPr lang="en-GB"/>
              <a:t>Legal Copy Helvetica Regular 8/9.6 Black</a:t>
            </a:r>
          </a:p>
        </p:txBody>
      </p:sp>
      <p:sp>
        <p:nvSpPr>
          <p:cNvPr id="11" name="Text Placeholder 3">
            <a:extLst>
              <a:ext uri="{FF2B5EF4-FFF2-40B4-BE49-F238E27FC236}">
                <a16:creationId xmlns:a16="http://schemas.microsoft.com/office/drawing/2014/main" id="{44B95728-C120-DB7C-C8D6-DFE7C7E819AE}"/>
              </a:ext>
            </a:extLst>
          </p:cNvPr>
          <p:cNvSpPr>
            <a:spLocks noGrp="1"/>
          </p:cNvSpPr>
          <p:nvPr>
            <p:ph type="body" sz="quarter" idx="16"/>
          </p:nvPr>
        </p:nvSpPr>
        <p:spPr>
          <a:xfrm>
            <a:off x="8364690" y="1562100"/>
            <a:ext cx="3442179" cy="4438650"/>
          </a:xfrm>
        </p:spPr>
        <p:txBody>
          <a:bodyPr/>
          <a:lstStyle/>
          <a:p>
            <a:r>
              <a:rPr lang="zh-CN" altLang="en-US" dirty="0"/>
              <a:t>先来认识一下问题分析的常见工具有哪些？</a:t>
            </a:r>
            <a:endParaRPr lang="en-US" dirty="0"/>
          </a:p>
        </p:txBody>
      </p:sp>
    </p:spTree>
    <p:extLst>
      <p:ext uri="{BB962C8B-B14F-4D97-AF65-F5344CB8AC3E}">
        <p14:creationId xmlns:p14="http://schemas.microsoft.com/office/powerpoint/2010/main" val="238391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B9F98B1-39BD-4A91-A440-FB760D557D24}"/>
              </a:ext>
            </a:extLst>
          </p:cNvPr>
          <p:cNvSpPr>
            <a:spLocks noGrp="1" noChangeArrowheads="1"/>
          </p:cNvSpPr>
          <p:nvPr>
            <p:ph type="title"/>
          </p:nvPr>
        </p:nvSpPr>
        <p:spPr>
          <a:xfrm>
            <a:off x="587554" y="273863"/>
            <a:ext cx="9312275" cy="647700"/>
          </a:xfrm>
        </p:spPr>
        <p:txBody>
          <a:bodyPr/>
          <a:lstStyle/>
          <a:p>
            <a:r>
              <a:rPr lang="zh-CN" altLang="en-US"/>
              <a:t>常见的问题分析解决工具</a:t>
            </a:r>
            <a:r>
              <a:rPr lang="en-US" altLang="zh-CN"/>
              <a:t>-8D</a:t>
            </a:r>
            <a:endParaRPr lang="zh-CN" altLang="en-US"/>
          </a:p>
        </p:txBody>
      </p:sp>
      <p:sp>
        <p:nvSpPr>
          <p:cNvPr id="4" name="Footer Placeholder 3">
            <a:extLst>
              <a:ext uri="{FF2B5EF4-FFF2-40B4-BE49-F238E27FC236}">
                <a16:creationId xmlns:a16="http://schemas.microsoft.com/office/drawing/2014/main" id="{F46BD599-642D-47F9-9281-EB3A7678578F}"/>
              </a:ext>
            </a:extLst>
          </p:cNvPr>
          <p:cNvSpPr>
            <a:spLocks noGrp="1"/>
          </p:cNvSpPr>
          <p:nvPr>
            <p:ph type="ftr" sz="quarter" idx="10"/>
          </p:nvPr>
        </p:nvSpPr>
        <p:spPr/>
        <p:txBody>
          <a:bodyPr/>
          <a:lstStyle/>
          <a:p>
            <a:pPr>
              <a:defRPr/>
            </a:pPr>
            <a:r>
              <a:rPr lang="de-DE"/>
              <a:t>Leo Huang</a:t>
            </a:r>
          </a:p>
        </p:txBody>
      </p:sp>
      <p:sp>
        <p:nvSpPr>
          <p:cNvPr id="31748" name="Slide Number Placeholder 4">
            <a:extLst>
              <a:ext uri="{FF2B5EF4-FFF2-40B4-BE49-F238E27FC236}">
                <a16:creationId xmlns:a16="http://schemas.microsoft.com/office/drawing/2014/main" id="{F2791EA2-968E-422E-A061-0209FFC456B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DFC5E65-ADB1-4D56-96D7-815AF2FD39E2}" type="slidenum">
              <a:rPr lang="de-DE" altLang="zh-CN" smtClean="0"/>
              <a:pPr/>
              <a:t>9</a:t>
            </a:fld>
            <a:endParaRPr lang="de-DE" altLang="zh-CN"/>
          </a:p>
        </p:txBody>
      </p:sp>
      <p:sp>
        <p:nvSpPr>
          <p:cNvPr id="6" name="Rectangle 4">
            <a:extLst>
              <a:ext uri="{FF2B5EF4-FFF2-40B4-BE49-F238E27FC236}">
                <a16:creationId xmlns:a16="http://schemas.microsoft.com/office/drawing/2014/main" id="{0A6BA82C-6EB9-476D-BA66-CB960B9FA9CC}"/>
              </a:ext>
            </a:extLst>
          </p:cNvPr>
          <p:cNvSpPr>
            <a:spLocks noChangeArrowheads="1"/>
          </p:cNvSpPr>
          <p:nvPr/>
        </p:nvSpPr>
        <p:spPr bwMode="auto">
          <a:xfrm>
            <a:off x="4446787" y="1773250"/>
            <a:ext cx="4432973" cy="346068"/>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建立小组</a:t>
            </a:r>
            <a:endParaRPr lang="zh-TW" altLang="en-US">
              <a:solidFill>
                <a:schemeClr val="tx1"/>
              </a:solidFill>
              <a:latin typeface="標楷體"/>
              <a:ea typeface="標楷體"/>
              <a:cs typeface="標楷體"/>
            </a:endParaRPr>
          </a:p>
        </p:txBody>
      </p:sp>
      <p:sp>
        <p:nvSpPr>
          <p:cNvPr id="7" name="Rectangle 5">
            <a:extLst>
              <a:ext uri="{FF2B5EF4-FFF2-40B4-BE49-F238E27FC236}">
                <a16:creationId xmlns:a16="http://schemas.microsoft.com/office/drawing/2014/main" id="{5AA73DE2-A4C8-433A-A7E1-70DA8F202304}"/>
              </a:ext>
            </a:extLst>
          </p:cNvPr>
          <p:cNvSpPr>
            <a:spLocks noChangeArrowheads="1"/>
          </p:cNvSpPr>
          <p:nvPr/>
        </p:nvSpPr>
        <p:spPr bwMode="auto">
          <a:xfrm>
            <a:off x="4459487" y="3138500"/>
            <a:ext cx="4419631" cy="409578"/>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开发临时控制行为</a:t>
            </a:r>
            <a:endParaRPr lang="zh-TW" altLang="en-US">
              <a:solidFill>
                <a:schemeClr val="tx1"/>
              </a:solidFill>
              <a:latin typeface="標楷體"/>
              <a:ea typeface="標楷體"/>
              <a:cs typeface="標楷體"/>
            </a:endParaRPr>
          </a:p>
        </p:txBody>
      </p:sp>
      <p:sp>
        <p:nvSpPr>
          <p:cNvPr id="8" name="Rectangle 6">
            <a:extLst>
              <a:ext uri="{FF2B5EF4-FFF2-40B4-BE49-F238E27FC236}">
                <a16:creationId xmlns:a16="http://schemas.microsoft.com/office/drawing/2014/main" id="{87760BA4-D81A-451A-A374-6F54582EBDBF}"/>
              </a:ext>
            </a:extLst>
          </p:cNvPr>
          <p:cNvSpPr>
            <a:spLocks noChangeArrowheads="1"/>
          </p:cNvSpPr>
          <p:nvPr/>
        </p:nvSpPr>
        <p:spPr bwMode="auto">
          <a:xfrm>
            <a:off x="4459487" y="2443176"/>
            <a:ext cx="4419631" cy="390522"/>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描述问题</a:t>
            </a:r>
            <a:endParaRPr lang="zh-TW" altLang="en-US">
              <a:solidFill>
                <a:schemeClr val="tx1"/>
              </a:solidFill>
              <a:latin typeface="標楷體"/>
              <a:ea typeface="標楷體"/>
              <a:cs typeface="標楷體"/>
            </a:endParaRPr>
          </a:p>
        </p:txBody>
      </p:sp>
      <p:sp>
        <p:nvSpPr>
          <p:cNvPr id="31758" name="Text Box 7">
            <a:extLst>
              <a:ext uri="{FF2B5EF4-FFF2-40B4-BE49-F238E27FC236}">
                <a16:creationId xmlns:a16="http://schemas.microsoft.com/office/drawing/2014/main" id="{B3E77222-E7C7-4D0F-B88F-1E38D5A2ADF3}"/>
              </a:ext>
            </a:extLst>
          </p:cNvPr>
          <p:cNvSpPr txBox="1">
            <a:spLocks noChangeArrowheads="1"/>
          </p:cNvSpPr>
          <p:nvPr/>
        </p:nvSpPr>
        <p:spPr bwMode="auto">
          <a:xfrm>
            <a:off x="3179763" y="1635125"/>
            <a:ext cx="1646237"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D1</a:t>
            </a:r>
          </a:p>
        </p:txBody>
      </p:sp>
      <p:sp>
        <p:nvSpPr>
          <p:cNvPr id="31759" name="Text Box 8">
            <a:extLst>
              <a:ext uri="{FF2B5EF4-FFF2-40B4-BE49-F238E27FC236}">
                <a16:creationId xmlns:a16="http://schemas.microsoft.com/office/drawing/2014/main" id="{E3FF970B-20A8-490E-B29B-3C1314BECE1A}"/>
              </a:ext>
            </a:extLst>
          </p:cNvPr>
          <p:cNvSpPr txBox="1">
            <a:spLocks noChangeArrowheads="1"/>
          </p:cNvSpPr>
          <p:nvPr/>
        </p:nvSpPr>
        <p:spPr bwMode="auto">
          <a:xfrm>
            <a:off x="3179763" y="2262188"/>
            <a:ext cx="164623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D2</a:t>
            </a:r>
          </a:p>
        </p:txBody>
      </p:sp>
      <p:sp>
        <p:nvSpPr>
          <p:cNvPr id="31760" name="Text Box 9">
            <a:extLst>
              <a:ext uri="{FF2B5EF4-FFF2-40B4-BE49-F238E27FC236}">
                <a16:creationId xmlns:a16="http://schemas.microsoft.com/office/drawing/2014/main" id="{0B67A1B7-FC2C-4494-8420-493120FA48CA}"/>
              </a:ext>
            </a:extLst>
          </p:cNvPr>
          <p:cNvSpPr txBox="1">
            <a:spLocks noChangeArrowheads="1"/>
          </p:cNvSpPr>
          <p:nvPr/>
        </p:nvSpPr>
        <p:spPr bwMode="auto">
          <a:xfrm>
            <a:off x="3179763" y="2957513"/>
            <a:ext cx="109696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D3</a:t>
            </a:r>
          </a:p>
        </p:txBody>
      </p:sp>
      <p:sp>
        <p:nvSpPr>
          <p:cNvPr id="31761" name="Line 10">
            <a:extLst>
              <a:ext uri="{FF2B5EF4-FFF2-40B4-BE49-F238E27FC236}">
                <a16:creationId xmlns:a16="http://schemas.microsoft.com/office/drawing/2014/main" id="{E08A81B3-432A-4BC8-8A69-683C0D65AEB7}"/>
              </a:ext>
            </a:extLst>
          </p:cNvPr>
          <p:cNvSpPr>
            <a:spLocks noChangeShapeType="1"/>
          </p:cNvSpPr>
          <p:nvPr/>
        </p:nvSpPr>
        <p:spPr bwMode="auto">
          <a:xfrm>
            <a:off x="6472238" y="2790825"/>
            <a:ext cx="0" cy="3413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Rectangle 11">
            <a:extLst>
              <a:ext uri="{FF2B5EF4-FFF2-40B4-BE49-F238E27FC236}">
                <a16:creationId xmlns:a16="http://schemas.microsoft.com/office/drawing/2014/main" id="{AA30DAA1-D90B-42D4-9452-CCC218008A12}"/>
              </a:ext>
            </a:extLst>
          </p:cNvPr>
          <p:cNvSpPr>
            <a:spLocks noChangeArrowheads="1"/>
          </p:cNvSpPr>
          <p:nvPr/>
        </p:nvSpPr>
        <p:spPr bwMode="auto">
          <a:xfrm>
            <a:off x="4459487" y="3763975"/>
            <a:ext cx="4419631" cy="355607"/>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定义</a:t>
            </a:r>
            <a:r>
              <a:rPr lang="en-US" altLang="zh-CN">
                <a:solidFill>
                  <a:schemeClr val="tx1"/>
                </a:solidFill>
              </a:rPr>
              <a:t>﹑</a:t>
            </a:r>
            <a:r>
              <a:rPr lang="zh-CN" altLang="en-US">
                <a:solidFill>
                  <a:schemeClr val="tx1"/>
                </a:solidFill>
              </a:rPr>
              <a:t>验证根本原因和问题逃出点</a:t>
            </a:r>
            <a:endParaRPr lang="zh-TW" altLang="en-US">
              <a:solidFill>
                <a:schemeClr val="tx1"/>
              </a:solidFill>
              <a:latin typeface="標楷體"/>
              <a:ea typeface="標楷體"/>
              <a:cs typeface="標楷體"/>
            </a:endParaRPr>
          </a:p>
          <a:p>
            <a:pPr algn="ctr">
              <a:defRPr/>
            </a:pPr>
            <a:endParaRPr lang="en-US" altLang="zh-TW">
              <a:solidFill>
                <a:schemeClr val="tx1"/>
              </a:solidFill>
              <a:latin typeface="標楷體"/>
              <a:ea typeface="標楷體"/>
              <a:cs typeface="標楷體"/>
            </a:endParaRPr>
          </a:p>
        </p:txBody>
      </p:sp>
      <p:sp>
        <p:nvSpPr>
          <p:cNvPr id="31765" name="Text Box 12">
            <a:extLst>
              <a:ext uri="{FF2B5EF4-FFF2-40B4-BE49-F238E27FC236}">
                <a16:creationId xmlns:a16="http://schemas.microsoft.com/office/drawing/2014/main" id="{36D33FFC-EEB7-46CB-9DD6-4127DE7F667F}"/>
              </a:ext>
            </a:extLst>
          </p:cNvPr>
          <p:cNvSpPr txBox="1">
            <a:spLocks noChangeArrowheads="1"/>
          </p:cNvSpPr>
          <p:nvPr/>
        </p:nvSpPr>
        <p:spPr bwMode="auto">
          <a:xfrm>
            <a:off x="3179763" y="3584575"/>
            <a:ext cx="1096962"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D4</a:t>
            </a:r>
          </a:p>
        </p:txBody>
      </p:sp>
      <p:sp>
        <p:nvSpPr>
          <p:cNvPr id="31766" name="Text Box 13">
            <a:extLst>
              <a:ext uri="{FF2B5EF4-FFF2-40B4-BE49-F238E27FC236}">
                <a16:creationId xmlns:a16="http://schemas.microsoft.com/office/drawing/2014/main" id="{4C8A399C-4F8D-4A6A-B402-F64F79F2EB25}"/>
              </a:ext>
            </a:extLst>
          </p:cNvPr>
          <p:cNvSpPr txBox="1">
            <a:spLocks noChangeArrowheads="1"/>
          </p:cNvSpPr>
          <p:nvPr/>
        </p:nvSpPr>
        <p:spPr bwMode="auto">
          <a:xfrm>
            <a:off x="3179763" y="4140200"/>
            <a:ext cx="146367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D5</a:t>
            </a:r>
          </a:p>
          <a:p>
            <a:pPr eaLnBrk="1" hangingPunct="1">
              <a:lnSpc>
                <a:spcPct val="100000"/>
              </a:lnSpc>
              <a:spcBef>
                <a:spcPct val="0"/>
              </a:spcBef>
              <a:buClrTx/>
              <a:buFontTx/>
              <a:buNone/>
            </a:pPr>
            <a:endParaRPr lang="en-US" altLang="zh-TW" sz="2000">
              <a:latin typeface="Arial" panose="020B0604020202020204" pitchFamily="34" charset="0"/>
              <a:ea typeface="新細明體" panose="02020500000000000000" pitchFamily="18" charset="-120"/>
            </a:endParaRPr>
          </a:p>
        </p:txBody>
      </p:sp>
      <p:sp>
        <p:nvSpPr>
          <p:cNvPr id="16" name="Rectangle 14">
            <a:extLst>
              <a:ext uri="{FF2B5EF4-FFF2-40B4-BE49-F238E27FC236}">
                <a16:creationId xmlns:a16="http://schemas.microsoft.com/office/drawing/2014/main" id="{52F866C2-A0B4-45D7-ADEA-96F1F7EC3814}"/>
              </a:ext>
            </a:extLst>
          </p:cNvPr>
          <p:cNvSpPr>
            <a:spLocks noChangeArrowheads="1"/>
          </p:cNvSpPr>
          <p:nvPr/>
        </p:nvSpPr>
        <p:spPr bwMode="auto">
          <a:xfrm>
            <a:off x="4459487" y="4391038"/>
            <a:ext cx="4419631" cy="442925"/>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defRPr/>
            </a:pPr>
            <a:r>
              <a:rPr lang="zh-CN" altLang="en-US">
                <a:solidFill>
                  <a:schemeClr val="tx1"/>
                </a:solidFill>
              </a:rPr>
              <a:t>根据根本原因和逃逸点选取永久修正计划</a:t>
            </a:r>
            <a:endParaRPr lang="zh-TW" altLang="en-US">
              <a:solidFill>
                <a:schemeClr val="tx1"/>
              </a:solidFill>
              <a:latin typeface="標楷體"/>
              <a:ea typeface="標楷體"/>
              <a:cs typeface="標楷體"/>
            </a:endParaRPr>
          </a:p>
          <a:p>
            <a:pPr algn="ctr">
              <a:defRPr/>
            </a:pPr>
            <a:endParaRPr lang="en-US" altLang="zh-TW">
              <a:solidFill>
                <a:schemeClr val="tx1"/>
              </a:solidFill>
              <a:latin typeface="標楷體"/>
              <a:ea typeface="標楷體"/>
              <a:cs typeface="標楷體"/>
            </a:endParaRPr>
          </a:p>
        </p:txBody>
      </p:sp>
      <p:sp>
        <p:nvSpPr>
          <p:cNvPr id="31770" name="Line 15">
            <a:extLst>
              <a:ext uri="{FF2B5EF4-FFF2-40B4-BE49-F238E27FC236}">
                <a16:creationId xmlns:a16="http://schemas.microsoft.com/office/drawing/2014/main" id="{DBB43C48-0D8C-4A03-927D-1DC5A6FF30FE}"/>
              </a:ext>
            </a:extLst>
          </p:cNvPr>
          <p:cNvSpPr>
            <a:spLocks noChangeShapeType="1"/>
          </p:cNvSpPr>
          <p:nvPr/>
        </p:nvSpPr>
        <p:spPr bwMode="auto">
          <a:xfrm>
            <a:off x="6472238" y="3486150"/>
            <a:ext cx="0" cy="273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1" name="Text Box 16">
            <a:extLst>
              <a:ext uri="{FF2B5EF4-FFF2-40B4-BE49-F238E27FC236}">
                <a16:creationId xmlns:a16="http://schemas.microsoft.com/office/drawing/2014/main" id="{47F36FA1-7D24-4FB2-9C16-DC490B0ACBDB}"/>
              </a:ext>
            </a:extLst>
          </p:cNvPr>
          <p:cNvSpPr txBox="1">
            <a:spLocks noChangeArrowheads="1"/>
          </p:cNvSpPr>
          <p:nvPr/>
        </p:nvSpPr>
        <p:spPr bwMode="auto">
          <a:xfrm>
            <a:off x="3179763" y="4765675"/>
            <a:ext cx="146367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D6</a:t>
            </a:r>
          </a:p>
          <a:p>
            <a:pPr eaLnBrk="1" hangingPunct="1">
              <a:lnSpc>
                <a:spcPct val="100000"/>
              </a:lnSpc>
              <a:spcBef>
                <a:spcPct val="0"/>
              </a:spcBef>
              <a:buClrTx/>
              <a:buFontTx/>
              <a:buNone/>
            </a:pPr>
            <a:endParaRPr lang="en-US" altLang="zh-TW" sz="2000">
              <a:latin typeface="Arial" panose="020B0604020202020204" pitchFamily="34" charset="0"/>
              <a:ea typeface="新細明體" panose="02020500000000000000" pitchFamily="18" charset="-120"/>
            </a:endParaRPr>
          </a:p>
          <a:p>
            <a:pPr eaLnBrk="1" hangingPunct="1">
              <a:lnSpc>
                <a:spcPct val="100000"/>
              </a:lnSpc>
              <a:spcBef>
                <a:spcPct val="0"/>
              </a:spcBef>
              <a:buClrTx/>
              <a:buFontTx/>
              <a:buNone/>
            </a:pPr>
            <a:endParaRPr lang="en-US" altLang="zh-TW" sz="2000">
              <a:latin typeface="Arial" panose="020B0604020202020204" pitchFamily="34" charset="0"/>
              <a:ea typeface="新細明體" panose="02020500000000000000" pitchFamily="18" charset="-120"/>
            </a:endParaRPr>
          </a:p>
        </p:txBody>
      </p:sp>
      <p:sp>
        <p:nvSpPr>
          <p:cNvPr id="19" name="Rectangle 17">
            <a:extLst>
              <a:ext uri="{FF2B5EF4-FFF2-40B4-BE49-F238E27FC236}">
                <a16:creationId xmlns:a16="http://schemas.microsoft.com/office/drawing/2014/main" id="{5ECED17C-7945-4070-8865-E0129DACE93D}"/>
              </a:ext>
            </a:extLst>
          </p:cNvPr>
          <p:cNvSpPr>
            <a:spLocks noChangeArrowheads="1"/>
          </p:cNvSpPr>
          <p:nvPr/>
        </p:nvSpPr>
        <p:spPr bwMode="auto">
          <a:xfrm>
            <a:off x="4459487" y="5016512"/>
            <a:ext cx="4419631" cy="388954"/>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执行和验证永久修正行动</a:t>
            </a:r>
            <a:endParaRPr lang="en-US" altLang="zh-TW">
              <a:solidFill>
                <a:schemeClr val="tx1"/>
              </a:solidFill>
              <a:latin typeface="標楷體"/>
              <a:ea typeface="標楷體"/>
              <a:cs typeface="標楷體"/>
            </a:endParaRPr>
          </a:p>
        </p:txBody>
      </p:sp>
      <p:sp>
        <p:nvSpPr>
          <p:cNvPr id="31775" name="Line 18">
            <a:extLst>
              <a:ext uri="{FF2B5EF4-FFF2-40B4-BE49-F238E27FC236}">
                <a16:creationId xmlns:a16="http://schemas.microsoft.com/office/drawing/2014/main" id="{E3B5C062-CBAE-4519-9225-AE60C62350F9}"/>
              </a:ext>
            </a:extLst>
          </p:cNvPr>
          <p:cNvSpPr>
            <a:spLocks noChangeShapeType="1"/>
          </p:cNvSpPr>
          <p:nvPr/>
        </p:nvSpPr>
        <p:spPr bwMode="auto">
          <a:xfrm>
            <a:off x="6472238" y="4111625"/>
            <a:ext cx="0" cy="279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6" name="Line 19">
            <a:extLst>
              <a:ext uri="{FF2B5EF4-FFF2-40B4-BE49-F238E27FC236}">
                <a16:creationId xmlns:a16="http://schemas.microsoft.com/office/drawing/2014/main" id="{EA413D3B-CB6A-49BD-B6DD-FEBA158F98E0}"/>
              </a:ext>
            </a:extLst>
          </p:cNvPr>
          <p:cNvSpPr>
            <a:spLocks noChangeShapeType="1"/>
          </p:cNvSpPr>
          <p:nvPr/>
        </p:nvSpPr>
        <p:spPr bwMode="auto">
          <a:xfrm>
            <a:off x="6472238" y="2095500"/>
            <a:ext cx="0" cy="3476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7" name="Line 20">
            <a:extLst>
              <a:ext uri="{FF2B5EF4-FFF2-40B4-BE49-F238E27FC236}">
                <a16:creationId xmlns:a16="http://schemas.microsoft.com/office/drawing/2014/main" id="{92190B8E-E26F-42AB-91CE-22D265C1E4CB}"/>
              </a:ext>
            </a:extLst>
          </p:cNvPr>
          <p:cNvSpPr>
            <a:spLocks noChangeShapeType="1"/>
          </p:cNvSpPr>
          <p:nvPr/>
        </p:nvSpPr>
        <p:spPr bwMode="auto">
          <a:xfrm>
            <a:off x="6472238" y="4738688"/>
            <a:ext cx="0" cy="2778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Line 21">
            <a:extLst>
              <a:ext uri="{FF2B5EF4-FFF2-40B4-BE49-F238E27FC236}">
                <a16:creationId xmlns:a16="http://schemas.microsoft.com/office/drawing/2014/main" id="{D5E6FEDD-8B6D-42D4-B4F6-49EBAFCDE668}"/>
              </a:ext>
            </a:extLst>
          </p:cNvPr>
          <p:cNvSpPr>
            <a:spLocks noChangeShapeType="1"/>
          </p:cNvSpPr>
          <p:nvPr/>
        </p:nvSpPr>
        <p:spPr bwMode="auto">
          <a:xfrm>
            <a:off x="6472238" y="5364163"/>
            <a:ext cx="0" cy="2095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9" name="Text Box 22">
            <a:extLst>
              <a:ext uri="{FF2B5EF4-FFF2-40B4-BE49-F238E27FC236}">
                <a16:creationId xmlns:a16="http://schemas.microsoft.com/office/drawing/2014/main" id="{EC481D88-2A86-4D2E-A249-3F2B36CB7D9B}"/>
              </a:ext>
            </a:extLst>
          </p:cNvPr>
          <p:cNvSpPr txBox="1">
            <a:spLocks noChangeArrowheads="1"/>
          </p:cNvSpPr>
          <p:nvPr/>
        </p:nvSpPr>
        <p:spPr bwMode="auto">
          <a:xfrm>
            <a:off x="3179763" y="5392738"/>
            <a:ext cx="109696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D7</a:t>
            </a:r>
          </a:p>
        </p:txBody>
      </p:sp>
      <p:sp>
        <p:nvSpPr>
          <p:cNvPr id="25" name="Rectangle 23">
            <a:extLst>
              <a:ext uri="{FF2B5EF4-FFF2-40B4-BE49-F238E27FC236}">
                <a16:creationId xmlns:a16="http://schemas.microsoft.com/office/drawing/2014/main" id="{15AFDEB1-5390-442D-AE9E-413C0290E6B2}"/>
              </a:ext>
            </a:extLst>
          </p:cNvPr>
          <p:cNvSpPr>
            <a:spLocks noChangeArrowheads="1"/>
          </p:cNvSpPr>
          <p:nvPr/>
        </p:nvSpPr>
        <p:spPr bwMode="auto">
          <a:xfrm>
            <a:off x="4459487" y="5573725"/>
            <a:ext cx="4419631" cy="403245"/>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防止问题再次发生</a:t>
            </a:r>
            <a:endParaRPr lang="zh-TW" altLang="en-US">
              <a:solidFill>
                <a:schemeClr val="tx1"/>
              </a:solidFill>
              <a:latin typeface="標楷體"/>
              <a:ea typeface="標楷體"/>
              <a:cs typeface="標楷體"/>
            </a:endParaRPr>
          </a:p>
        </p:txBody>
      </p:sp>
      <p:sp>
        <p:nvSpPr>
          <p:cNvPr id="31783" name="Line 24">
            <a:extLst>
              <a:ext uri="{FF2B5EF4-FFF2-40B4-BE49-F238E27FC236}">
                <a16:creationId xmlns:a16="http://schemas.microsoft.com/office/drawing/2014/main" id="{DFEB999C-7B39-4EA9-8A90-02A90DCAFFDD}"/>
              </a:ext>
            </a:extLst>
          </p:cNvPr>
          <p:cNvSpPr>
            <a:spLocks noChangeShapeType="1"/>
          </p:cNvSpPr>
          <p:nvPr/>
        </p:nvSpPr>
        <p:spPr bwMode="auto">
          <a:xfrm>
            <a:off x="6472238" y="5921375"/>
            <a:ext cx="0" cy="2079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84" name="Text Box 25">
            <a:extLst>
              <a:ext uri="{FF2B5EF4-FFF2-40B4-BE49-F238E27FC236}">
                <a16:creationId xmlns:a16="http://schemas.microsoft.com/office/drawing/2014/main" id="{081002DA-1682-47BD-95D8-FABC6B243CE4}"/>
              </a:ext>
            </a:extLst>
          </p:cNvPr>
          <p:cNvSpPr txBox="1">
            <a:spLocks noChangeArrowheads="1"/>
          </p:cNvSpPr>
          <p:nvPr/>
        </p:nvSpPr>
        <p:spPr bwMode="auto">
          <a:xfrm>
            <a:off x="3179763" y="6018213"/>
            <a:ext cx="127952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latin typeface="Arial" panose="020B0604020202020204" pitchFamily="34" charset="0"/>
                <a:ea typeface="新細明體" panose="02020500000000000000" pitchFamily="18" charset="-120"/>
              </a:rPr>
              <a:t>D8</a:t>
            </a:r>
          </a:p>
        </p:txBody>
      </p:sp>
      <p:sp>
        <p:nvSpPr>
          <p:cNvPr id="28" name="Rectangle 26">
            <a:extLst>
              <a:ext uri="{FF2B5EF4-FFF2-40B4-BE49-F238E27FC236}">
                <a16:creationId xmlns:a16="http://schemas.microsoft.com/office/drawing/2014/main" id="{DC64D786-D03D-4F39-B494-DE9EF6B74A02}"/>
              </a:ext>
            </a:extLst>
          </p:cNvPr>
          <p:cNvSpPr>
            <a:spLocks noChangeArrowheads="1"/>
          </p:cNvSpPr>
          <p:nvPr/>
        </p:nvSpPr>
        <p:spPr bwMode="auto">
          <a:xfrm>
            <a:off x="4459487" y="6129350"/>
            <a:ext cx="4419631" cy="347662"/>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表彰个人和小组的贡献</a:t>
            </a:r>
            <a:endParaRPr lang="zh-TW" altLang="en-US">
              <a:solidFill>
                <a:schemeClr val="tx1"/>
              </a:solidFill>
              <a:latin typeface="標楷體"/>
              <a:ea typeface="標楷體"/>
              <a:cs typeface="標楷體"/>
            </a:endParaRPr>
          </a:p>
        </p:txBody>
      </p:sp>
      <p:sp>
        <p:nvSpPr>
          <p:cNvPr id="29" name="Rectangle 28">
            <a:extLst>
              <a:ext uri="{FF2B5EF4-FFF2-40B4-BE49-F238E27FC236}">
                <a16:creationId xmlns:a16="http://schemas.microsoft.com/office/drawing/2014/main" id="{1C7D5E1F-EB2C-4115-967B-1E2C98B083DA}"/>
              </a:ext>
            </a:extLst>
          </p:cNvPr>
          <p:cNvSpPr>
            <a:spLocks noChangeArrowheads="1"/>
          </p:cNvSpPr>
          <p:nvPr/>
        </p:nvSpPr>
        <p:spPr bwMode="auto">
          <a:xfrm>
            <a:off x="4449962" y="1095388"/>
            <a:ext cx="4432973" cy="380988"/>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defRPr/>
            </a:pPr>
            <a:r>
              <a:rPr lang="zh-CN" altLang="en-US">
                <a:solidFill>
                  <a:schemeClr val="tx1"/>
                </a:solidFill>
              </a:rPr>
              <a:t>准备</a:t>
            </a:r>
            <a:r>
              <a:rPr lang="en-US" altLang="zh-CN">
                <a:solidFill>
                  <a:schemeClr val="tx1"/>
                </a:solidFill>
              </a:rPr>
              <a:t>8D</a:t>
            </a:r>
            <a:r>
              <a:rPr lang="zh-CN" altLang="en-US">
                <a:solidFill>
                  <a:schemeClr val="tx1"/>
                </a:solidFill>
              </a:rPr>
              <a:t>过程</a:t>
            </a:r>
            <a:endParaRPr lang="zh-TW" altLang="en-US">
              <a:solidFill>
                <a:schemeClr val="tx1"/>
              </a:solidFill>
              <a:latin typeface="標楷體"/>
              <a:ea typeface="標楷體"/>
              <a:cs typeface="標楷體"/>
            </a:endParaRPr>
          </a:p>
        </p:txBody>
      </p:sp>
      <p:sp>
        <p:nvSpPr>
          <p:cNvPr id="31791" name="Text Box 29">
            <a:extLst>
              <a:ext uri="{FF2B5EF4-FFF2-40B4-BE49-F238E27FC236}">
                <a16:creationId xmlns:a16="http://schemas.microsoft.com/office/drawing/2014/main" id="{8E31260D-3FF8-4F2D-B93E-C148AC3B8F74}"/>
              </a:ext>
            </a:extLst>
          </p:cNvPr>
          <p:cNvSpPr txBox="1">
            <a:spLocks noChangeArrowheads="1"/>
          </p:cNvSpPr>
          <p:nvPr/>
        </p:nvSpPr>
        <p:spPr bwMode="auto">
          <a:xfrm>
            <a:off x="3171825" y="957263"/>
            <a:ext cx="1646238"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TW" b="1">
                <a:solidFill>
                  <a:srgbClr val="0033CC"/>
                </a:solidFill>
                <a:latin typeface="Arial" panose="020B0604020202020204" pitchFamily="34" charset="0"/>
                <a:ea typeface="新細明體" panose="02020500000000000000" pitchFamily="18" charset="-120"/>
              </a:rPr>
              <a:t>D0</a:t>
            </a:r>
          </a:p>
        </p:txBody>
      </p:sp>
      <p:sp>
        <p:nvSpPr>
          <p:cNvPr id="31792" name="Line 30">
            <a:extLst>
              <a:ext uri="{FF2B5EF4-FFF2-40B4-BE49-F238E27FC236}">
                <a16:creationId xmlns:a16="http://schemas.microsoft.com/office/drawing/2014/main" id="{C2F619A2-D0A0-4BBA-9D36-2088B9C174B2}"/>
              </a:ext>
            </a:extLst>
          </p:cNvPr>
          <p:cNvSpPr>
            <a:spLocks noChangeShapeType="1"/>
          </p:cNvSpPr>
          <p:nvPr/>
        </p:nvSpPr>
        <p:spPr bwMode="auto">
          <a:xfrm>
            <a:off x="6475413" y="1417638"/>
            <a:ext cx="0" cy="3476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A2C7E78-663D-494A-B509-35D00C5E91D9}"/>
              </a:ext>
            </a:extLst>
          </p:cNvPr>
          <p:cNvSpPr>
            <a:spLocks noGrp="1" noChangeArrowheads="1"/>
          </p:cNvSpPr>
          <p:nvPr>
            <p:ph type="title"/>
          </p:nvPr>
        </p:nvSpPr>
        <p:spPr/>
        <p:txBody>
          <a:bodyPr/>
          <a:lstStyle/>
          <a:p>
            <a:r>
              <a:rPr lang="zh-CN" altLang="en-US"/>
              <a:t>常见的问题分析解决工具</a:t>
            </a:r>
            <a:r>
              <a:rPr lang="en-US" altLang="zh-CN"/>
              <a:t>-8D</a:t>
            </a:r>
            <a:endParaRPr lang="zh-CN" altLang="en-US"/>
          </a:p>
        </p:txBody>
      </p:sp>
      <p:sp>
        <p:nvSpPr>
          <p:cNvPr id="4" name="Footer Placeholder 3">
            <a:extLst>
              <a:ext uri="{FF2B5EF4-FFF2-40B4-BE49-F238E27FC236}">
                <a16:creationId xmlns:a16="http://schemas.microsoft.com/office/drawing/2014/main" id="{2588DA6F-E144-4437-94CD-B28B98AD07E8}"/>
              </a:ext>
            </a:extLst>
          </p:cNvPr>
          <p:cNvSpPr>
            <a:spLocks noGrp="1"/>
          </p:cNvSpPr>
          <p:nvPr>
            <p:ph type="ftr" sz="quarter" idx="10"/>
          </p:nvPr>
        </p:nvSpPr>
        <p:spPr/>
        <p:txBody>
          <a:bodyPr/>
          <a:lstStyle/>
          <a:p>
            <a:pPr>
              <a:defRPr/>
            </a:pPr>
            <a:r>
              <a:rPr lang="de-DE"/>
              <a:t>Leo Huang</a:t>
            </a:r>
          </a:p>
        </p:txBody>
      </p:sp>
      <p:sp>
        <p:nvSpPr>
          <p:cNvPr id="32772" name="Slide Number Placeholder 4">
            <a:extLst>
              <a:ext uri="{FF2B5EF4-FFF2-40B4-BE49-F238E27FC236}">
                <a16:creationId xmlns:a16="http://schemas.microsoft.com/office/drawing/2014/main" id="{DFAB73E3-71EC-4CDA-8E4C-D4C66BBC92B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DDF87B-4234-45E9-8D79-62ECB2BE2DFD}" type="slidenum">
              <a:rPr lang="de-DE" altLang="zh-CN" smtClean="0"/>
              <a:pPr/>
              <a:t>10</a:t>
            </a:fld>
            <a:endParaRPr lang="de-DE" altLang="zh-CN"/>
          </a:p>
        </p:txBody>
      </p:sp>
      <p:pic>
        <p:nvPicPr>
          <p:cNvPr id="32773" name="Picture 7" descr="8d">
            <a:extLst>
              <a:ext uri="{FF2B5EF4-FFF2-40B4-BE49-F238E27FC236}">
                <a16:creationId xmlns:a16="http://schemas.microsoft.com/office/drawing/2014/main" id="{85A64011-E6D1-49EC-8DDB-0515F13F79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125" y="1196975"/>
            <a:ext cx="5665788"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6A06D731-856E-404C-B864-28A646FD708F}"/>
              </a:ext>
            </a:extLst>
          </p:cNvPr>
          <p:cNvSpPr>
            <a:spLocks noGrp="1" noChangeArrowheads="1"/>
          </p:cNvSpPr>
          <p:nvPr>
            <p:ph type="title"/>
          </p:nvPr>
        </p:nvSpPr>
        <p:spPr/>
        <p:txBody>
          <a:bodyPr/>
          <a:lstStyle/>
          <a:p>
            <a:r>
              <a:rPr lang="zh-CN" altLang="en-US"/>
              <a:t>常见的问题分析解决工具</a:t>
            </a:r>
            <a:r>
              <a:rPr lang="en-US" altLang="zh-CN"/>
              <a:t>-A3</a:t>
            </a:r>
            <a:endParaRPr lang="zh-CN" altLang="en-US"/>
          </a:p>
        </p:txBody>
      </p:sp>
      <p:sp>
        <p:nvSpPr>
          <p:cNvPr id="4" name="Footer Placeholder 3">
            <a:extLst>
              <a:ext uri="{FF2B5EF4-FFF2-40B4-BE49-F238E27FC236}">
                <a16:creationId xmlns:a16="http://schemas.microsoft.com/office/drawing/2014/main" id="{6BDD15BF-4A8E-4410-A452-6D502D839598}"/>
              </a:ext>
            </a:extLst>
          </p:cNvPr>
          <p:cNvSpPr>
            <a:spLocks noGrp="1"/>
          </p:cNvSpPr>
          <p:nvPr>
            <p:ph type="ftr" sz="quarter" idx="10"/>
          </p:nvPr>
        </p:nvSpPr>
        <p:spPr/>
        <p:txBody>
          <a:bodyPr/>
          <a:lstStyle/>
          <a:p>
            <a:pPr>
              <a:defRPr/>
            </a:pPr>
            <a:r>
              <a:rPr lang="de-DE"/>
              <a:t>Leo Huang</a:t>
            </a:r>
          </a:p>
        </p:txBody>
      </p:sp>
      <p:sp>
        <p:nvSpPr>
          <p:cNvPr id="33796" name="Slide Number Placeholder 4">
            <a:extLst>
              <a:ext uri="{FF2B5EF4-FFF2-40B4-BE49-F238E27FC236}">
                <a16:creationId xmlns:a16="http://schemas.microsoft.com/office/drawing/2014/main" id="{99464938-AD1F-4D44-83C3-0B0E8E4C3863}"/>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0EB0B1D-A626-4F79-8A34-7D975BB8DE1F}" type="slidenum">
              <a:rPr lang="de-DE" altLang="zh-CN" smtClean="0"/>
              <a:pPr/>
              <a:t>11</a:t>
            </a:fld>
            <a:endParaRPr lang="de-DE" altLang="zh-CN"/>
          </a:p>
        </p:txBody>
      </p:sp>
      <p:pic>
        <p:nvPicPr>
          <p:cNvPr id="33797" name="Picture 6">
            <a:extLst>
              <a:ext uri="{FF2B5EF4-FFF2-40B4-BE49-F238E27FC236}">
                <a16:creationId xmlns:a16="http://schemas.microsoft.com/office/drawing/2014/main" id="{1E221B72-A865-42FD-92F6-6309A9139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850" y="1268413"/>
            <a:ext cx="8342313"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0B0BB77-685F-48C0-9AC4-56B146D8D401}"/>
              </a:ext>
            </a:extLst>
          </p:cNvPr>
          <p:cNvSpPr>
            <a:spLocks noGrp="1" noChangeArrowheads="1"/>
          </p:cNvSpPr>
          <p:nvPr>
            <p:ph type="title"/>
          </p:nvPr>
        </p:nvSpPr>
        <p:spPr>
          <a:xfrm>
            <a:off x="874713" y="244475"/>
            <a:ext cx="9434512" cy="647700"/>
          </a:xfrm>
        </p:spPr>
        <p:txBody>
          <a:bodyPr/>
          <a:lstStyle/>
          <a:p>
            <a:r>
              <a:rPr lang="zh-CN" altLang="en-US"/>
              <a:t>常见的问题分析解决工具</a:t>
            </a:r>
            <a:r>
              <a:rPr lang="en-US" altLang="zh-CN"/>
              <a:t>-KT(Keoner </a:t>
            </a:r>
            <a:r>
              <a:rPr lang="zh-CN" altLang="en-US"/>
              <a:t>社会心理学者、</a:t>
            </a:r>
            <a:r>
              <a:rPr lang="en-US" altLang="zh-CN"/>
              <a:t>Tregoe</a:t>
            </a:r>
            <a:r>
              <a:rPr lang="zh-CN" altLang="en-US"/>
              <a:t>（社会学者）</a:t>
            </a:r>
          </a:p>
        </p:txBody>
      </p:sp>
      <p:sp>
        <p:nvSpPr>
          <p:cNvPr id="4" name="Footer Placeholder 3">
            <a:extLst>
              <a:ext uri="{FF2B5EF4-FFF2-40B4-BE49-F238E27FC236}">
                <a16:creationId xmlns:a16="http://schemas.microsoft.com/office/drawing/2014/main" id="{76EDA541-C010-4A01-8DB1-E97C8350B8CD}"/>
              </a:ext>
            </a:extLst>
          </p:cNvPr>
          <p:cNvSpPr>
            <a:spLocks noGrp="1"/>
          </p:cNvSpPr>
          <p:nvPr>
            <p:ph type="ftr" sz="quarter" idx="10"/>
          </p:nvPr>
        </p:nvSpPr>
        <p:spPr/>
        <p:txBody>
          <a:bodyPr/>
          <a:lstStyle/>
          <a:p>
            <a:pPr>
              <a:defRPr/>
            </a:pPr>
            <a:r>
              <a:rPr lang="de-DE"/>
              <a:t>Leo Huang</a:t>
            </a:r>
          </a:p>
        </p:txBody>
      </p:sp>
      <p:sp>
        <p:nvSpPr>
          <p:cNvPr id="34820" name="Slide Number Placeholder 4">
            <a:extLst>
              <a:ext uri="{FF2B5EF4-FFF2-40B4-BE49-F238E27FC236}">
                <a16:creationId xmlns:a16="http://schemas.microsoft.com/office/drawing/2014/main" id="{96A430FC-0169-4FC8-B7D1-A4DF81A455D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E6E4BCF-C81B-4395-A71A-373B9C8AEB92}" type="slidenum">
              <a:rPr lang="de-DE" altLang="zh-CN" smtClean="0"/>
              <a:pPr/>
              <a:t>12</a:t>
            </a:fld>
            <a:endParaRPr lang="de-DE" altLang="zh-CN"/>
          </a:p>
        </p:txBody>
      </p:sp>
      <p:grpSp>
        <p:nvGrpSpPr>
          <p:cNvPr id="34821" name="Group 83">
            <a:extLst>
              <a:ext uri="{FF2B5EF4-FFF2-40B4-BE49-F238E27FC236}">
                <a16:creationId xmlns:a16="http://schemas.microsoft.com/office/drawing/2014/main" id="{0461BF67-DB02-4B47-8D80-701D68CE4404}"/>
              </a:ext>
            </a:extLst>
          </p:cNvPr>
          <p:cNvGrpSpPr>
            <a:grpSpLocks/>
          </p:cNvGrpSpPr>
          <p:nvPr/>
        </p:nvGrpSpPr>
        <p:grpSpPr bwMode="auto">
          <a:xfrm>
            <a:off x="3324225" y="1322388"/>
            <a:ext cx="5335588" cy="4573587"/>
            <a:chOff x="2590800" y="1122363"/>
            <a:chExt cx="5666307" cy="4973637"/>
          </a:xfrm>
        </p:grpSpPr>
        <p:sp>
          <p:nvSpPr>
            <p:cNvPr id="34822" name="Oval 3">
              <a:extLst>
                <a:ext uri="{FF2B5EF4-FFF2-40B4-BE49-F238E27FC236}">
                  <a16:creationId xmlns:a16="http://schemas.microsoft.com/office/drawing/2014/main" id="{E24AFBE2-9CA7-4CEB-A7E4-0167BBBBA0D0}"/>
                </a:ext>
              </a:extLst>
            </p:cNvPr>
            <p:cNvSpPr>
              <a:spLocks noChangeArrowheads="1"/>
            </p:cNvSpPr>
            <p:nvPr/>
          </p:nvSpPr>
          <p:spPr bwMode="auto">
            <a:xfrm>
              <a:off x="2632075" y="1122363"/>
              <a:ext cx="5181600" cy="4973637"/>
            </a:xfrm>
            <a:prstGeom prst="ellipse">
              <a:avLst/>
            </a:prstGeom>
            <a:gradFill rotWithShape="0">
              <a:gsLst>
                <a:gs pos="0">
                  <a:srgbClr val="FFEBFA"/>
                </a:gs>
                <a:gs pos="30000">
                  <a:srgbClr val="C4D6EB"/>
                </a:gs>
                <a:gs pos="60001">
                  <a:srgbClr val="85C2FF"/>
                </a:gs>
                <a:gs pos="100000">
                  <a:srgbClr val="5E9EFF"/>
                </a:gs>
              </a:gsLst>
              <a:path path="shape">
                <a:fillToRect l="50000" t="50000" r="50000" b="50000"/>
              </a:path>
            </a:gra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23" name="Freeform 4">
              <a:extLst>
                <a:ext uri="{FF2B5EF4-FFF2-40B4-BE49-F238E27FC236}">
                  <a16:creationId xmlns:a16="http://schemas.microsoft.com/office/drawing/2014/main" id="{C277DD1A-C86A-4A8A-BFE4-8529F7204579}"/>
                </a:ext>
              </a:extLst>
            </p:cNvPr>
            <p:cNvSpPr>
              <a:spLocks/>
            </p:cNvSpPr>
            <p:nvPr/>
          </p:nvSpPr>
          <p:spPr bwMode="auto">
            <a:xfrm>
              <a:off x="2841625" y="4591050"/>
              <a:ext cx="1433513" cy="1273175"/>
            </a:xfrm>
            <a:custGeom>
              <a:avLst/>
              <a:gdLst>
                <a:gd name="T0" fmla="*/ 0 w 1101"/>
                <a:gd name="T1" fmla="*/ 0 h 979"/>
                <a:gd name="T2" fmla="*/ 2147483646 w 1101"/>
                <a:gd name="T3" fmla="*/ 2147483646 h 979"/>
                <a:gd name="T4" fmla="*/ 2147483646 w 1101"/>
                <a:gd name="T5" fmla="*/ 2147483646 h 979"/>
                <a:gd name="T6" fmla="*/ 2147483646 w 1101"/>
                <a:gd name="T7" fmla="*/ 2147483646 h 979"/>
                <a:gd name="T8" fmla="*/ 2147483646 w 1101"/>
                <a:gd name="T9" fmla="*/ 2147483646 h 979"/>
                <a:gd name="T10" fmla="*/ 2147483646 w 1101"/>
                <a:gd name="T11" fmla="*/ 2147483646 h 979"/>
                <a:gd name="T12" fmla="*/ 2147483646 w 1101"/>
                <a:gd name="T13" fmla="*/ 2147483646 h 979"/>
                <a:gd name="T14" fmla="*/ 2147483646 w 1101"/>
                <a:gd name="T15" fmla="*/ 2147483646 h 979"/>
                <a:gd name="T16" fmla="*/ 2147483646 w 1101"/>
                <a:gd name="T17" fmla="*/ 2147483646 h 979"/>
                <a:gd name="T18" fmla="*/ 2147483646 w 1101"/>
                <a:gd name="T19" fmla="*/ 2147483646 h 979"/>
                <a:gd name="T20" fmla="*/ 0 w 1101"/>
                <a:gd name="T21" fmla="*/ 0 h 9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01" h="979">
                  <a:moveTo>
                    <a:pt x="0" y="0"/>
                  </a:moveTo>
                  <a:lnTo>
                    <a:pt x="872" y="1"/>
                  </a:lnTo>
                  <a:lnTo>
                    <a:pt x="1100" y="475"/>
                  </a:lnTo>
                  <a:lnTo>
                    <a:pt x="985" y="971"/>
                  </a:lnTo>
                  <a:lnTo>
                    <a:pt x="804" y="978"/>
                  </a:lnTo>
                  <a:lnTo>
                    <a:pt x="581" y="841"/>
                  </a:lnTo>
                  <a:lnTo>
                    <a:pt x="392" y="673"/>
                  </a:lnTo>
                  <a:lnTo>
                    <a:pt x="186" y="449"/>
                  </a:lnTo>
                  <a:lnTo>
                    <a:pt x="63" y="291"/>
                  </a:lnTo>
                  <a:lnTo>
                    <a:pt x="1" y="108"/>
                  </a:lnTo>
                  <a:lnTo>
                    <a:pt x="0" y="0"/>
                  </a:lnTo>
                </a:path>
              </a:pathLst>
            </a:custGeom>
            <a:gradFill rotWithShape="0">
              <a:gsLst>
                <a:gs pos="0">
                  <a:srgbClr val="FFFF99"/>
                </a:gs>
                <a:gs pos="100000">
                  <a:srgbClr val="E7E9A7"/>
                </a:gs>
              </a:gsLst>
              <a:lin ang="0" scaled="1"/>
            </a:gradFill>
            <a:ln>
              <a:noFill/>
            </a:ln>
            <a:effectLst>
              <a:outerShdw dist="12700" dir="16200000" algn="ctr" rotWithShape="0">
                <a:srgbClr val="729BFE"/>
              </a:outerShdw>
            </a:effectLst>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sz="2800"/>
            </a:p>
          </p:txBody>
        </p:sp>
        <p:sp>
          <p:nvSpPr>
            <p:cNvPr id="34824" name="Freeform 5">
              <a:extLst>
                <a:ext uri="{FF2B5EF4-FFF2-40B4-BE49-F238E27FC236}">
                  <a16:creationId xmlns:a16="http://schemas.microsoft.com/office/drawing/2014/main" id="{90BFFD0C-4A70-4E75-95DD-56089FE7180B}"/>
                </a:ext>
              </a:extLst>
            </p:cNvPr>
            <p:cNvSpPr>
              <a:spLocks/>
            </p:cNvSpPr>
            <p:nvPr/>
          </p:nvSpPr>
          <p:spPr bwMode="auto">
            <a:xfrm>
              <a:off x="2590800" y="2981325"/>
              <a:ext cx="1004888" cy="1350963"/>
            </a:xfrm>
            <a:custGeom>
              <a:avLst/>
              <a:gdLst>
                <a:gd name="T0" fmla="*/ 2147483646 w 772"/>
                <a:gd name="T1" fmla="*/ 0 h 1038"/>
                <a:gd name="T2" fmla="*/ 2147483646 w 772"/>
                <a:gd name="T3" fmla="*/ 0 h 1038"/>
                <a:gd name="T4" fmla="*/ 2147483646 w 772"/>
                <a:gd name="T5" fmla="*/ 2147483646 h 1038"/>
                <a:gd name="T6" fmla="*/ 2147483646 w 772"/>
                <a:gd name="T7" fmla="*/ 2147483646 h 1038"/>
                <a:gd name="T8" fmla="*/ 2147483646 w 772"/>
                <a:gd name="T9" fmla="*/ 2147483646 h 1038"/>
                <a:gd name="T10" fmla="*/ 2147483646 w 772"/>
                <a:gd name="T11" fmla="*/ 2147483646 h 1038"/>
                <a:gd name="T12" fmla="*/ 2147483646 w 772"/>
                <a:gd name="T13" fmla="*/ 2147483646 h 1038"/>
                <a:gd name="T14" fmla="*/ 2147483646 w 772"/>
                <a:gd name="T15" fmla="*/ 2147483646 h 1038"/>
                <a:gd name="T16" fmla="*/ 2147483646 w 772"/>
                <a:gd name="T17" fmla="*/ 2147483646 h 1038"/>
                <a:gd name="T18" fmla="*/ 0 w 772"/>
                <a:gd name="T19" fmla="*/ 2147483646 h 1038"/>
                <a:gd name="T20" fmla="*/ 2147483646 w 772"/>
                <a:gd name="T21" fmla="*/ 2147483646 h 1038"/>
                <a:gd name="T22" fmla="*/ 2147483646 w 772"/>
                <a:gd name="T23" fmla="*/ 2147483646 h 1038"/>
                <a:gd name="T24" fmla="*/ 2147483646 w 772"/>
                <a:gd name="T25" fmla="*/ 2147483646 h 1038"/>
                <a:gd name="T26" fmla="*/ 2147483646 w 772"/>
                <a:gd name="T27" fmla="*/ 0 h 10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72" h="1038">
                  <a:moveTo>
                    <a:pt x="95" y="0"/>
                  </a:moveTo>
                  <a:lnTo>
                    <a:pt x="553" y="0"/>
                  </a:lnTo>
                  <a:lnTo>
                    <a:pt x="771" y="520"/>
                  </a:lnTo>
                  <a:lnTo>
                    <a:pt x="551" y="1030"/>
                  </a:lnTo>
                  <a:lnTo>
                    <a:pt x="122" y="1037"/>
                  </a:lnTo>
                  <a:lnTo>
                    <a:pt x="99" y="1032"/>
                  </a:lnTo>
                  <a:lnTo>
                    <a:pt x="47" y="971"/>
                  </a:lnTo>
                  <a:lnTo>
                    <a:pt x="10" y="803"/>
                  </a:lnTo>
                  <a:lnTo>
                    <a:pt x="1" y="639"/>
                  </a:lnTo>
                  <a:lnTo>
                    <a:pt x="0" y="463"/>
                  </a:lnTo>
                  <a:lnTo>
                    <a:pt x="19" y="217"/>
                  </a:lnTo>
                  <a:lnTo>
                    <a:pt x="45" y="98"/>
                  </a:lnTo>
                  <a:lnTo>
                    <a:pt x="71" y="27"/>
                  </a:lnTo>
                  <a:lnTo>
                    <a:pt x="95" y="0"/>
                  </a:lnTo>
                </a:path>
              </a:pathLst>
            </a:custGeom>
            <a:gradFill rotWithShape="0">
              <a:gsLst>
                <a:gs pos="0">
                  <a:srgbClr val="60C900"/>
                </a:gs>
                <a:gs pos="100000">
                  <a:srgbClr val="9DDE62"/>
                </a:gs>
              </a:gsLst>
              <a:lin ang="0" scaled="1"/>
            </a:gradFill>
            <a:ln>
              <a:noFill/>
            </a:ln>
            <a:effectLst>
              <a:outerShdw dist="25400" dir="5400000" algn="ctr" rotWithShape="0">
                <a:srgbClr val="729BFE"/>
              </a:outerShdw>
            </a:effectLst>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sz="2800"/>
            </a:p>
          </p:txBody>
        </p:sp>
        <p:grpSp>
          <p:nvGrpSpPr>
            <p:cNvPr id="34825" name="Group 6">
              <a:extLst>
                <a:ext uri="{FF2B5EF4-FFF2-40B4-BE49-F238E27FC236}">
                  <a16:creationId xmlns:a16="http://schemas.microsoft.com/office/drawing/2014/main" id="{4A350893-9911-44E3-8F2D-5E7B9170DD34}"/>
                </a:ext>
              </a:extLst>
            </p:cNvPr>
            <p:cNvGrpSpPr>
              <a:grpSpLocks/>
            </p:cNvGrpSpPr>
            <p:nvPr/>
          </p:nvGrpSpPr>
          <p:grpSpPr bwMode="auto">
            <a:xfrm>
              <a:off x="2863850" y="3411538"/>
              <a:ext cx="381000" cy="433387"/>
              <a:chOff x="725" y="2003"/>
              <a:chExt cx="294" cy="333"/>
            </a:xfrm>
          </p:grpSpPr>
          <p:sp>
            <p:nvSpPr>
              <p:cNvPr id="34863" name="Rectangle 7">
                <a:extLst>
                  <a:ext uri="{FF2B5EF4-FFF2-40B4-BE49-F238E27FC236}">
                    <a16:creationId xmlns:a16="http://schemas.microsoft.com/office/drawing/2014/main" id="{888A54B6-CD44-4B86-962C-400B55E0D727}"/>
                  </a:ext>
                </a:extLst>
              </p:cNvPr>
              <p:cNvSpPr>
                <a:spLocks noChangeArrowheads="1"/>
              </p:cNvSpPr>
              <p:nvPr/>
            </p:nvSpPr>
            <p:spPr bwMode="auto">
              <a:xfrm>
                <a:off x="736" y="2198"/>
                <a:ext cx="61" cy="1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64" name="Freeform 8">
                <a:extLst>
                  <a:ext uri="{FF2B5EF4-FFF2-40B4-BE49-F238E27FC236}">
                    <a16:creationId xmlns:a16="http://schemas.microsoft.com/office/drawing/2014/main" id="{BF951B74-A66E-46E4-B110-B582CFEDBFF0}"/>
                  </a:ext>
                </a:extLst>
              </p:cNvPr>
              <p:cNvSpPr>
                <a:spLocks/>
              </p:cNvSpPr>
              <p:nvPr/>
            </p:nvSpPr>
            <p:spPr bwMode="auto">
              <a:xfrm>
                <a:off x="803" y="2177"/>
                <a:ext cx="47" cy="23"/>
              </a:xfrm>
              <a:custGeom>
                <a:avLst/>
                <a:gdLst>
                  <a:gd name="T0" fmla="*/ 0 w 47"/>
                  <a:gd name="T1" fmla="*/ 6 h 25"/>
                  <a:gd name="T2" fmla="*/ 2 w 47"/>
                  <a:gd name="T3" fmla="*/ 6 h 25"/>
                  <a:gd name="T4" fmla="*/ 2 w 47"/>
                  <a:gd name="T5" fmla="*/ 6 h 25"/>
                  <a:gd name="T6" fmla="*/ 3 w 47"/>
                  <a:gd name="T7" fmla="*/ 6 h 25"/>
                  <a:gd name="T8" fmla="*/ 6 w 47"/>
                  <a:gd name="T9" fmla="*/ 6 h 25"/>
                  <a:gd name="T10" fmla="*/ 7 w 47"/>
                  <a:gd name="T11" fmla="*/ 6 h 25"/>
                  <a:gd name="T12" fmla="*/ 9 w 47"/>
                  <a:gd name="T13" fmla="*/ 6 h 25"/>
                  <a:gd name="T14" fmla="*/ 12 w 47"/>
                  <a:gd name="T15" fmla="*/ 6 h 25"/>
                  <a:gd name="T16" fmla="*/ 14 w 47"/>
                  <a:gd name="T17" fmla="*/ 6 h 25"/>
                  <a:gd name="T18" fmla="*/ 16 w 47"/>
                  <a:gd name="T19" fmla="*/ 6 h 25"/>
                  <a:gd name="T20" fmla="*/ 18 w 47"/>
                  <a:gd name="T21" fmla="*/ 6 h 25"/>
                  <a:gd name="T22" fmla="*/ 22 w 47"/>
                  <a:gd name="T23" fmla="*/ 4 h 25"/>
                  <a:gd name="T24" fmla="*/ 28 w 47"/>
                  <a:gd name="T25" fmla="*/ 2 h 25"/>
                  <a:gd name="T26" fmla="*/ 30 w 47"/>
                  <a:gd name="T27" fmla="*/ 2 h 25"/>
                  <a:gd name="T28" fmla="*/ 32 w 47"/>
                  <a:gd name="T29" fmla="*/ 1 h 25"/>
                  <a:gd name="T30" fmla="*/ 39 w 47"/>
                  <a:gd name="T31" fmla="*/ 0 h 25"/>
                  <a:gd name="T32" fmla="*/ 41 w 47"/>
                  <a:gd name="T33" fmla="*/ 0 h 25"/>
                  <a:gd name="T34" fmla="*/ 44 w 47"/>
                  <a:gd name="T35" fmla="*/ 0 h 25"/>
                  <a:gd name="T36" fmla="*/ 46 w 47"/>
                  <a:gd name="T37" fmla="*/ 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7" h="25">
                    <a:moveTo>
                      <a:pt x="0" y="24"/>
                    </a:moveTo>
                    <a:lnTo>
                      <a:pt x="2" y="23"/>
                    </a:lnTo>
                    <a:lnTo>
                      <a:pt x="2" y="21"/>
                    </a:lnTo>
                    <a:lnTo>
                      <a:pt x="3" y="19"/>
                    </a:lnTo>
                    <a:lnTo>
                      <a:pt x="6" y="17"/>
                    </a:lnTo>
                    <a:lnTo>
                      <a:pt x="7" y="15"/>
                    </a:lnTo>
                    <a:lnTo>
                      <a:pt x="9" y="13"/>
                    </a:lnTo>
                    <a:lnTo>
                      <a:pt x="12" y="11"/>
                    </a:lnTo>
                    <a:lnTo>
                      <a:pt x="14" y="9"/>
                    </a:lnTo>
                    <a:lnTo>
                      <a:pt x="16" y="7"/>
                    </a:lnTo>
                    <a:lnTo>
                      <a:pt x="18" y="6"/>
                    </a:lnTo>
                    <a:lnTo>
                      <a:pt x="22" y="4"/>
                    </a:lnTo>
                    <a:lnTo>
                      <a:pt x="28" y="2"/>
                    </a:lnTo>
                    <a:lnTo>
                      <a:pt x="30" y="2"/>
                    </a:lnTo>
                    <a:lnTo>
                      <a:pt x="32" y="1"/>
                    </a:lnTo>
                    <a:lnTo>
                      <a:pt x="39" y="0"/>
                    </a:lnTo>
                    <a:lnTo>
                      <a:pt x="41" y="0"/>
                    </a:lnTo>
                    <a:lnTo>
                      <a:pt x="44" y="0"/>
                    </a:lnTo>
                    <a:lnTo>
                      <a:pt x="46"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65" name="Freeform 9">
                <a:extLst>
                  <a:ext uri="{FF2B5EF4-FFF2-40B4-BE49-F238E27FC236}">
                    <a16:creationId xmlns:a16="http://schemas.microsoft.com/office/drawing/2014/main" id="{6BE9BB3F-DE30-44D2-8D2B-6BE12FA6503C}"/>
                  </a:ext>
                </a:extLst>
              </p:cNvPr>
              <p:cNvSpPr>
                <a:spLocks/>
              </p:cNvSpPr>
              <p:nvPr/>
            </p:nvSpPr>
            <p:spPr bwMode="auto">
              <a:xfrm>
                <a:off x="849" y="2177"/>
                <a:ext cx="53" cy="0"/>
              </a:xfrm>
              <a:custGeom>
                <a:avLst/>
                <a:gdLst>
                  <a:gd name="T0" fmla="*/ 0 w 52"/>
                  <a:gd name="T1" fmla="*/ 0 h 1"/>
                  <a:gd name="T2" fmla="*/ 66 w 52"/>
                  <a:gd name="T3" fmla="*/ 0 h 1"/>
                  <a:gd name="T4" fmla="*/ 0 60000 65536"/>
                  <a:gd name="T5" fmla="*/ 0 60000 65536"/>
                </a:gdLst>
                <a:ahLst/>
                <a:cxnLst>
                  <a:cxn ang="T4">
                    <a:pos x="T0" y="T1"/>
                  </a:cxn>
                  <a:cxn ang="T5">
                    <a:pos x="T2" y="T3"/>
                  </a:cxn>
                </a:cxnLst>
                <a:rect l="0" t="0" r="r" b="b"/>
                <a:pathLst>
                  <a:path w="52" h="1">
                    <a:moveTo>
                      <a:pt x="0" y="0"/>
                    </a:moveTo>
                    <a:lnTo>
                      <a:pt x="51"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66" name="Freeform 10">
                <a:extLst>
                  <a:ext uri="{FF2B5EF4-FFF2-40B4-BE49-F238E27FC236}">
                    <a16:creationId xmlns:a16="http://schemas.microsoft.com/office/drawing/2014/main" id="{E9C79E06-0582-448C-A6AA-BC72D76BE995}"/>
                  </a:ext>
                </a:extLst>
              </p:cNvPr>
              <p:cNvSpPr>
                <a:spLocks/>
              </p:cNvSpPr>
              <p:nvPr/>
            </p:nvSpPr>
            <p:spPr bwMode="auto">
              <a:xfrm>
                <a:off x="860" y="2177"/>
                <a:ext cx="61" cy="34"/>
              </a:xfrm>
              <a:custGeom>
                <a:avLst/>
                <a:gdLst>
                  <a:gd name="T0" fmla="*/ 42 w 61"/>
                  <a:gd name="T1" fmla="*/ 0 h 34"/>
                  <a:gd name="T2" fmla="*/ 44 w 61"/>
                  <a:gd name="T3" fmla="*/ 0 h 34"/>
                  <a:gd name="T4" fmla="*/ 46 w 61"/>
                  <a:gd name="T5" fmla="*/ 1 h 34"/>
                  <a:gd name="T6" fmla="*/ 48 w 61"/>
                  <a:gd name="T7" fmla="*/ 1 h 34"/>
                  <a:gd name="T8" fmla="*/ 52 w 61"/>
                  <a:gd name="T9" fmla="*/ 3 h 34"/>
                  <a:gd name="T10" fmla="*/ 54 w 61"/>
                  <a:gd name="T11" fmla="*/ 3 h 34"/>
                  <a:gd name="T12" fmla="*/ 57 w 61"/>
                  <a:gd name="T13" fmla="*/ 5 h 34"/>
                  <a:gd name="T14" fmla="*/ 59 w 61"/>
                  <a:gd name="T15" fmla="*/ 6 h 34"/>
                  <a:gd name="T16" fmla="*/ 59 w 61"/>
                  <a:gd name="T17" fmla="*/ 8 h 34"/>
                  <a:gd name="T18" fmla="*/ 60 w 61"/>
                  <a:gd name="T19" fmla="*/ 10 h 34"/>
                  <a:gd name="T20" fmla="*/ 60 w 61"/>
                  <a:gd name="T21" fmla="*/ 13 h 34"/>
                  <a:gd name="T22" fmla="*/ 60 w 61"/>
                  <a:gd name="T23" fmla="*/ 19 h 34"/>
                  <a:gd name="T24" fmla="*/ 60 w 61"/>
                  <a:gd name="T25" fmla="*/ 21 h 34"/>
                  <a:gd name="T26" fmla="*/ 58 w 61"/>
                  <a:gd name="T27" fmla="*/ 24 h 34"/>
                  <a:gd name="T28" fmla="*/ 53 w 61"/>
                  <a:gd name="T29" fmla="*/ 28 h 34"/>
                  <a:gd name="T30" fmla="*/ 51 w 61"/>
                  <a:gd name="T31" fmla="*/ 29 h 34"/>
                  <a:gd name="T32" fmla="*/ 48 w 61"/>
                  <a:gd name="T33" fmla="*/ 31 h 34"/>
                  <a:gd name="T34" fmla="*/ 46 w 61"/>
                  <a:gd name="T35" fmla="*/ 32 h 34"/>
                  <a:gd name="T36" fmla="*/ 44 w 61"/>
                  <a:gd name="T37" fmla="*/ 33 h 34"/>
                  <a:gd name="T38" fmla="*/ 42 w 61"/>
                  <a:gd name="T39" fmla="*/ 33 h 34"/>
                  <a:gd name="T40" fmla="*/ 39 w 61"/>
                  <a:gd name="T41" fmla="*/ 33 h 34"/>
                  <a:gd name="T42" fmla="*/ 37 w 61"/>
                  <a:gd name="T43" fmla="*/ 33 h 34"/>
                  <a:gd name="T44" fmla="*/ 35 w 61"/>
                  <a:gd name="T45" fmla="*/ 33 h 34"/>
                  <a:gd name="T46" fmla="*/ 32 w 61"/>
                  <a:gd name="T47" fmla="*/ 33 h 34"/>
                  <a:gd name="T48" fmla="*/ 0 w 61"/>
                  <a:gd name="T49" fmla="*/ 33 h 3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34">
                    <a:moveTo>
                      <a:pt x="42" y="0"/>
                    </a:moveTo>
                    <a:lnTo>
                      <a:pt x="44" y="0"/>
                    </a:lnTo>
                    <a:lnTo>
                      <a:pt x="46" y="1"/>
                    </a:lnTo>
                    <a:lnTo>
                      <a:pt x="48" y="1"/>
                    </a:lnTo>
                    <a:lnTo>
                      <a:pt x="52" y="3"/>
                    </a:lnTo>
                    <a:lnTo>
                      <a:pt x="54" y="3"/>
                    </a:lnTo>
                    <a:lnTo>
                      <a:pt x="57" y="5"/>
                    </a:lnTo>
                    <a:lnTo>
                      <a:pt x="59" y="6"/>
                    </a:lnTo>
                    <a:lnTo>
                      <a:pt x="59" y="8"/>
                    </a:lnTo>
                    <a:lnTo>
                      <a:pt x="60" y="10"/>
                    </a:lnTo>
                    <a:lnTo>
                      <a:pt x="60" y="13"/>
                    </a:lnTo>
                    <a:lnTo>
                      <a:pt x="60" y="19"/>
                    </a:lnTo>
                    <a:lnTo>
                      <a:pt x="60" y="21"/>
                    </a:lnTo>
                    <a:lnTo>
                      <a:pt x="58" y="24"/>
                    </a:lnTo>
                    <a:lnTo>
                      <a:pt x="53" y="28"/>
                    </a:lnTo>
                    <a:lnTo>
                      <a:pt x="51" y="29"/>
                    </a:lnTo>
                    <a:lnTo>
                      <a:pt x="48" y="31"/>
                    </a:lnTo>
                    <a:lnTo>
                      <a:pt x="46" y="32"/>
                    </a:lnTo>
                    <a:lnTo>
                      <a:pt x="44" y="33"/>
                    </a:lnTo>
                    <a:lnTo>
                      <a:pt x="42" y="33"/>
                    </a:lnTo>
                    <a:lnTo>
                      <a:pt x="39" y="33"/>
                    </a:lnTo>
                    <a:lnTo>
                      <a:pt x="37" y="33"/>
                    </a:lnTo>
                    <a:lnTo>
                      <a:pt x="35" y="33"/>
                    </a:lnTo>
                    <a:lnTo>
                      <a:pt x="32" y="33"/>
                    </a:lnTo>
                    <a:lnTo>
                      <a:pt x="0" y="3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67" name="Freeform 11">
                <a:extLst>
                  <a:ext uri="{FF2B5EF4-FFF2-40B4-BE49-F238E27FC236}">
                    <a16:creationId xmlns:a16="http://schemas.microsoft.com/office/drawing/2014/main" id="{949CDE2E-62DD-4CEA-AF11-0CA07F8F13C4}"/>
                  </a:ext>
                </a:extLst>
              </p:cNvPr>
              <p:cNvSpPr>
                <a:spLocks/>
              </p:cNvSpPr>
              <p:nvPr/>
            </p:nvSpPr>
            <p:spPr bwMode="auto">
              <a:xfrm>
                <a:off x="834" y="2210"/>
                <a:ext cx="28" cy="50"/>
              </a:xfrm>
              <a:custGeom>
                <a:avLst/>
                <a:gdLst>
                  <a:gd name="T0" fmla="*/ 27 w 28"/>
                  <a:gd name="T1" fmla="*/ 0 h 50"/>
                  <a:gd name="T2" fmla="*/ 26 w 28"/>
                  <a:gd name="T3" fmla="*/ 7 h 50"/>
                  <a:gd name="T4" fmla="*/ 26 w 28"/>
                  <a:gd name="T5" fmla="*/ 10 h 50"/>
                  <a:gd name="T6" fmla="*/ 26 w 28"/>
                  <a:gd name="T7" fmla="*/ 12 h 50"/>
                  <a:gd name="T8" fmla="*/ 26 w 28"/>
                  <a:gd name="T9" fmla="*/ 14 h 50"/>
                  <a:gd name="T10" fmla="*/ 26 w 28"/>
                  <a:gd name="T11" fmla="*/ 16 h 50"/>
                  <a:gd name="T12" fmla="*/ 26 w 28"/>
                  <a:gd name="T13" fmla="*/ 18 h 50"/>
                  <a:gd name="T14" fmla="*/ 26 w 28"/>
                  <a:gd name="T15" fmla="*/ 20 h 50"/>
                  <a:gd name="T16" fmla="*/ 25 w 28"/>
                  <a:gd name="T17" fmla="*/ 23 h 50"/>
                  <a:gd name="T18" fmla="*/ 24 w 28"/>
                  <a:gd name="T19" fmla="*/ 26 h 50"/>
                  <a:gd name="T20" fmla="*/ 20 w 28"/>
                  <a:gd name="T21" fmla="*/ 32 h 50"/>
                  <a:gd name="T22" fmla="*/ 18 w 28"/>
                  <a:gd name="T23" fmla="*/ 34 h 50"/>
                  <a:gd name="T24" fmla="*/ 16 w 28"/>
                  <a:gd name="T25" fmla="*/ 36 h 50"/>
                  <a:gd name="T26" fmla="*/ 11 w 28"/>
                  <a:gd name="T27" fmla="*/ 40 h 50"/>
                  <a:gd name="T28" fmla="*/ 9 w 28"/>
                  <a:gd name="T29" fmla="*/ 43 h 50"/>
                  <a:gd name="T30" fmla="*/ 7 w 28"/>
                  <a:gd name="T31" fmla="*/ 44 h 50"/>
                  <a:gd name="T32" fmla="*/ 6 w 28"/>
                  <a:gd name="T33" fmla="*/ 46 h 50"/>
                  <a:gd name="T34" fmla="*/ 2 w 28"/>
                  <a:gd name="T35" fmla="*/ 47 h 50"/>
                  <a:gd name="T36" fmla="*/ 0 w 28"/>
                  <a:gd name="T37" fmla="*/ 49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 h="50">
                    <a:moveTo>
                      <a:pt x="27" y="0"/>
                    </a:moveTo>
                    <a:lnTo>
                      <a:pt x="26" y="7"/>
                    </a:lnTo>
                    <a:lnTo>
                      <a:pt x="26" y="10"/>
                    </a:lnTo>
                    <a:lnTo>
                      <a:pt x="26" y="12"/>
                    </a:lnTo>
                    <a:lnTo>
                      <a:pt x="26" y="14"/>
                    </a:lnTo>
                    <a:lnTo>
                      <a:pt x="26" y="16"/>
                    </a:lnTo>
                    <a:lnTo>
                      <a:pt x="26" y="18"/>
                    </a:lnTo>
                    <a:lnTo>
                      <a:pt x="26" y="20"/>
                    </a:lnTo>
                    <a:lnTo>
                      <a:pt x="25" y="23"/>
                    </a:lnTo>
                    <a:lnTo>
                      <a:pt x="24" y="26"/>
                    </a:lnTo>
                    <a:lnTo>
                      <a:pt x="20" y="32"/>
                    </a:lnTo>
                    <a:lnTo>
                      <a:pt x="18" y="34"/>
                    </a:lnTo>
                    <a:lnTo>
                      <a:pt x="16" y="36"/>
                    </a:lnTo>
                    <a:lnTo>
                      <a:pt x="11" y="40"/>
                    </a:lnTo>
                    <a:lnTo>
                      <a:pt x="9" y="43"/>
                    </a:lnTo>
                    <a:lnTo>
                      <a:pt x="7" y="44"/>
                    </a:lnTo>
                    <a:lnTo>
                      <a:pt x="6" y="46"/>
                    </a:lnTo>
                    <a:lnTo>
                      <a:pt x="2" y="47"/>
                    </a:lnTo>
                    <a:lnTo>
                      <a:pt x="0" y="4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68" name="Freeform 12">
                <a:extLst>
                  <a:ext uri="{FF2B5EF4-FFF2-40B4-BE49-F238E27FC236}">
                    <a16:creationId xmlns:a16="http://schemas.microsoft.com/office/drawing/2014/main" id="{331ABAA3-B0C7-48B6-9FB5-9222485D06E6}"/>
                  </a:ext>
                </a:extLst>
              </p:cNvPr>
              <p:cNvSpPr>
                <a:spLocks/>
              </p:cNvSpPr>
              <p:nvPr/>
            </p:nvSpPr>
            <p:spPr bwMode="auto">
              <a:xfrm>
                <a:off x="920" y="2195"/>
                <a:ext cx="76" cy="2"/>
              </a:xfrm>
              <a:custGeom>
                <a:avLst/>
                <a:gdLst>
                  <a:gd name="T0" fmla="*/ 0 w 76"/>
                  <a:gd name="T1" fmla="*/ 0 h 3"/>
                  <a:gd name="T2" fmla="*/ 75 w 76"/>
                  <a:gd name="T3" fmla="*/ 1 h 3"/>
                  <a:gd name="T4" fmla="*/ 0 60000 65536"/>
                  <a:gd name="T5" fmla="*/ 0 60000 65536"/>
                </a:gdLst>
                <a:ahLst/>
                <a:cxnLst>
                  <a:cxn ang="T4">
                    <a:pos x="T0" y="T1"/>
                  </a:cxn>
                  <a:cxn ang="T5">
                    <a:pos x="T2" y="T3"/>
                  </a:cxn>
                </a:cxnLst>
                <a:rect l="0" t="0" r="r" b="b"/>
                <a:pathLst>
                  <a:path w="76" h="3">
                    <a:moveTo>
                      <a:pt x="0" y="0"/>
                    </a:moveTo>
                    <a:lnTo>
                      <a:pt x="75" y="2"/>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69" name="Freeform 13">
                <a:extLst>
                  <a:ext uri="{FF2B5EF4-FFF2-40B4-BE49-F238E27FC236}">
                    <a16:creationId xmlns:a16="http://schemas.microsoft.com/office/drawing/2014/main" id="{D8C171DF-2332-44F9-B4F8-695664BF7967}"/>
                  </a:ext>
                </a:extLst>
              </p:cNvPr>
              <p:cNvSpPr>
                <a:spLocks/>
              </p:cNvSpPr>
              <p:nvPr/>
            </p:nvSpPr>
            <p:spPr bwMode="auto">
              <a:xfrm>
                <a:off x="990" y="2196"/>
                <a:ext cx="29" cy="34"/>
              </a:xfrm>
              <a:custGeom>
                <a:avLst/>
                <a:gdLst>
                  <a:gd name="T0" fmla="*/ 6 w 29"/>
                  <a:gd name="T1" fmla="*/ 0 h 34"/>
                  <a:gd name="T2" fmla="*/ 8 w 29"/>
                  <a:gd name="T3" fmla="*/ 0 h 34"/>
                  <a:gd name="T4" fmla="*/ 12 w 29"/>
                  <a:gd name="T5" fmla="*/ 1 h 34"/>
                  <a:gd name="T6" fmla="*/ 16 w 29"/>
                  <a:gd name="T7" fmla="*/ 3 h 34"/>
                  <a:gd name="T8" fmla="*/ 19 w 29"/>
                  <a:gd name="T9" fmla="*/ 4 h 34"/>
                  <a:gd name="T10" fmla="*/ 25 w 29"/>
                  <a:gd name="T11" fmla="*/ 8 h 34"/>
                  <a:gd name="T12" fmla="*/ 26 w 29"/>
                  <a:gd name="T13" fmla="*/ 10 h 34"/>
                  <a:gd name="T14" fmla="*/ 27 w 29"/>
                  <a:gd name="T15" fmla="*/ 12 h 34"/>
                  <a:gd name="T16" fmla="*/ 27 w 29"/>
                  <a:gd name="T17" fmla="*/ 14 h 34"/>
                  <a:gd name="T18" fmla="*/ 28 w 29"/>
                  <a:gd name="T19" fmla="*/ 17 h 34"/>
                  <a:gd name="T20" fmla="*/ 28 w 29"/>
                  <a:gd name="T21" fmla="*/ 19 h 34"/>
                  <a:gd name="T22" fmla="*/ 26 w 29"/>
                  <a:gd name="T23" fmla="*/ 24 h 34"/>
                  <a:gd name="T24" fmla="*/ 25 w 29"/>
                  <a:gd name="T25" fmla="*/ 26 h 34"/>
                  <a:gd name="T26" fmla="*/ 19 w 29"/>
                  <a:gd name="T27" fmla="*/ 30 h 34"/>
                  <a:gd name="T28" fmla="*/ 16 w 29"/>
                  <a:gd name="T29" fmla="*/ 30 h 34"/>
                  <a:gd name="T30" fmla="*/ 14 w 29"/>
                  <a:gd name="T31" fmla="*/ 31 h 34"/>
                  <a:gd name="T32" fmla="*/ 12 w 29"/>
                  <a:gd name="T33" fmla="*/ 32 h 34"/>
                  <a:gd name="T34" fmla="*/ 9 w 29"/>
                  <a:gd name="T35" fmla="*/ 32 h 34"/>
                  <a:gd name="T36" fmla="*/ 7 w 29"/>
                  <a:gd name="T37" fmla="*/ 33 h 34"/>
                  <a:gd name="T38" fmla="*/ 5 w 29"/>
                  <a:gd name="T39" fmla="*/ 33 h 34"/>
                  <a:gd name="T40" fmla="*/ 2 w 29"/>
                  <a:gd name="T41" fmla="*/ 33 h 34"/>
                  <a:gd name="T42" fmla="*/ 0 w 29"/>
                  <a:gd name="T43" fmla="*/ 33 h 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9" h="34">
                    <a:moveTo>
                      <a:pt x="6" y="0"/>
                    </a:moveTo>
                    <a:lnTo>
                      <a:pt x="8" y="0"/>
                    </a:lnTo>
                    <a:lnTo>
                      <a:pt x="12" y="1"/>
                    </a:lnTo>
                    <a:lnTo>
                      <a:pt x="16" y="3"/>
                    </a:lnTo>
                    <a:lnTo>
                      <a:pt x="19" y="4"/>
                    </a:lnTo>
                    <a:lnTo>
                      <a:pt x="25" y="8"/>
                    </a:lnTo>
                    <a:lnTo>
                      <a:pt x="26" y="10"/>
                    </a:lnTo>
                    <a:lnTo>
                      <a:pt x="27" y="12"/>
                    </a:lnTo>
                    <a:lnTo>
                      <a:pt x="27" y="14"/>
                    </a:lnTo>
                    <a:lnTo>
                      <a:pt x="28" y="17"/>
                    </a:lnTo>
                    <a:lnTo>
                      <a:pt x="28" y="19"/>
                    </a:lnTo>
                    <a:lnTo>
                      <a:pt x="26" y="24"/>
                    </a:lnTo>
                    <a:lnTo>
                      <a:pt x="25" y="26"/>
                    </a:lnTo>
                    <a:lnTo>
                      <a:pt x="19" y="30"/>
                    </a:lnTo>
                    <a:lnTo>
                      <a:pt x="16" y="30"/>
                    </a:lnTo>
                    <a:lnTo>
                      <a:pt x="14" y="31"/>
                    </a:lnTo>
                    <a:lnTo>
                      <a:pt x="12" y="32"/>
                    </a:lnTo>
                    <a:lnTo>
                      <a:pt x="9" y="32"/>
                    </a:lnTo>
                    <a:lnTo>
                      <a:pt x="7" y="33"/>
                    </a:lnTo>
                    <a:lnTo>
                      <a:pt x="5" y="33"/>
                    </a:lnTo>
                    <a:lnTo>
                      <a:pt x="2" y="33"/>
                    </a:lnTo>
                    <a:lnTo>
                      <a:pt x="0" y="3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0" name="Line 14">
                <a:extLst>
                  <a:ext uri="{FF2B5EF4-FFF2-40B4-BE49-F238E27FC236}">
                    <a16:creationId xmlns:a16="http://schemas.microsoft.com/office/drawing/2014/main" id="{B4F7767F-83DB-4AD4-BE26-33BC31CBF8C9}"/>
                  </a:ext>
                </a:extLst>
              </p:cNvPr>
              <p:cNvSpPr>
                <a:spLocks noChangeShapeType="1"/>
              </p:cNvSpPr>
              <p:nvPr/>
            </p:nvSpPr>
            <p:spPr bwMode="auto">
              <a:xfrm flipH="1">
                <a:off x="898" y="2230"/>
                <a:ext cx="9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71" name="Freeform 15">
                <a:extLst>
                  <a:ext uri="{FF2B5EF4-FFF2-40B4-BE49-F238E27FC236}">
                    <a16:creationId xmlns:a16="http://schemas.microsoft.com/office/drawing/2014/main" id="{04FBA5BB-4F6A-4BF0-838A-B2940FC13169}"/>
                  </a:ext>
                </a:extLst>
              </p:cNvPr>
              <p:cNvSpPr>
                <a:spLocks/>
              </p:cNvSpPr>
              <p:nvPr/>
            </p:nvSpPr>
            <p:spPr bwMode="auto">
              <a:xfrm>
                <a:off x="939" y="2230"/>
                <a:ext cx="25" cy="37"/>
              </a:xfrm>
              <a:custGeom>
                <a:avLst/>
                <a:gdLst>
                  <a:gd name="T0" fmla="*/ 3 w 25"/>
                  <a:gd name="T1" fmla="*/ 0 h 36"/>
                  <a:gd name="T2" fmla="*/ 6 w 25"/>
                  <a:gd name="T3" fmla="*/ 0 h 36"/>
                  <a:gd name="T4" fmla="*/ 8 w 25"/>
                  <a:gd name="T5" fmla="*/ 0 h 36"/>
                  <a:gd name="T6" fmla="*/ 11 w 25"/>
                  <a:gd name="T7" fmla="*/ 1 h 36"/>
                  <a:gd name="T8" fmla="*/ 14 w 25"/>
                  <a:gd name="T9" fmla="*/ 2 h 36"/>
                  <a:gd name="T10" fmla="*/ 17 w 25"/>
                  <a:gd name="T11" fmla="*/ 5 h 36"/>
                  <a:gd name="T12" fmla="*/ 19 w 25"/>
                  <a:gd name="T13" fmla="*/ 6 h 36"/>
                  <a:gd name="T14" fmla="*/ 21 w 25"/>
                  <a:gd name="T15" fmla="*/ 8 h 36"/>
                  <a:gd name="T16" fmla="*/ 22 w 25"/>
                  <a:gd name="T17" fmla="*/ 11 h 36"/>
                  <a:gd name="T18" fmla="*/ 23 w 25"/>
                  <a:gd name="T19" fmla="*/ 13 h 36"/>
                  <a:gd name="T20" fmla="*/ 23 w 25"/>
                  <a:gd name="T21" fmla="*/ 15 h 36"/>
                  <a:gd name="T22" fmla="*/ 24 w 25"/>
                  <a:gd name="T23" fmla="*/ 17 h 36"/>
                  <a:gd name="T24" fmla="*/ 23 w 25"/>
                  <a:gd name="T25" fmla="*/ 34 h 36"/>
                  <a:gd name="T26" fmla="*/ 23 w 25"/>
                  <a:gd name="T27" fmla="*/ 36 h 36"/>
                  <a:gd name="T28" fmla="*/ 23 w 25"/>
                  <a:gd name="T29" fmla="*/ 39 h 36"/>
                  <a:gd name="T30" fmla="*/ 23 w 25"/>
                  <a:gd name="T31" fmla="*/ 42 h 36"/>
                  <a:gd name="T32" fmla="*/ 22 w 25"/>
                  <a:gd name="T33" fmla="*/ 44 h 36"/>
                  <a:gd name="T34" fmla="*/ 19 w 25"/>
                  <a:gd name="T35" fmla="*/ 45 h 36"/>
                  <a:gd name="T36" fmla="*/ 17 w 25"/>
                  <a:gd name="T37" fmla="*/ 46 h 36"/>
                  <a:gd name="T38" fmla="*/ 15 w 25"/>
                  <a:gd name="T39" fmla="*/ 48 h 36"/>
                  <a:gd name="T40" fmla="*/ 13 w 25"/>
                  <a:gd name="T41" fmla="*/ 48 h 36"/>
                  <a:gd name="T42" fmla="*/ 10 w 25"/>
                  <a:gd name="T43" fmla="*/ 49 h 36"/>
                  <a:gd name="T44" fmla="*/ 7 w 25"/>
                  <a:gd name="T45" fmla="*/ 50 h 36"/>
                  <a:gd name="T46" fmla="*/ 5 w 25"/>
                  <a:gd name="T47" fmla="*/ 50 h 36"/>
                  <a:gd name="T48" fmla="*/ 2 w 25"/>
                  <a:gd name="T49" fmla="*/ 50 h 36"/>
                  <a:gd name="T50" fmla="*/ 0 w 25"/>
                  <a:gd name="T51" fmla="*/ 5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5" h="36">
                    <a:moveTo>
                      <a:pt x="3" y="0"/>
                    </a:moveTo>
                    <a:lnTo>
                      <a:pt x="6" y="0"/>
                    </a:lnTo>
                    <a:lnTo>
                      <a:pt x="8" y="0"/>
                    </a:lnTo>
                    <a:lnTo>
                      <a:pt x="11" y="1"/>
                    </a:lnTo>
                    <a:lnTo>
                      <a:pt x="14" y="2"/>
                    </a:lnTo>
                    <a:lnTo>
                      <a:pt x="17" y="5"/>
                    </a:lnTo>
                    <a:lnTo>
                      <a:pt x="19" y="6"/>
                    </a:lnTo>
                    <a:lnTo>
                      <a:pt x="21" y="8"/>
                    </a:lnTo>
                    <a:lnTo>
                      <a:pt x="22" y="11"/>
                    </a:lnTo>
                    <a:lnTo>
                      <a:pt x="23" y="13"/>
                    </a:lnTo>
                    <a:lnTo>
                      <a:pt x="23" y="15"/>
                    </a:lnTo>
                    <a:lnTo>
                      <a:pt x="24" y="17"/>
                    </a:lnTo>
                    <a:lnTo>
                      <a:pt x="23" y="19"/>
                    </a:lnTo>
                    <a:lnTo>
                      <a:pt x="23" y="21"/>
                    </a:lnTo>
                    <a:lnTo>
                      <a:pt x="23" y="24"/>
                    </a:lnTo>
                    <a:lnTo>
                      <a:pt x="23" y="27"/>
                    </a:lnTo>
                    <a:lnTo>
                      <a:pt x="22" y="29"/>
                    </a:lnTo>
                    <a:lnTo>
                      <a:pt x="19" y="30"/>
                    </a:lnTo>
                    <a:lnTo>
                      <a:pt x="17" y="31"/>
                    </a:lnTo>
                    <a:lnTo>
                      <a:pt x="15" y="33"/>
                    </a:lnTo>
                    <a:lnTo>
                      <a:pt x="13" y="33"/>
                    </a:lnTo>
                    <a:lnTo>
                      <a:pt x="10" y="34"/>
                    </a:lnTo>
                    <a:lnTo>
                      <a:pt x="7" y="35"/>
                    </a:lnTo>
                    <a:lnTo>
                      <a:pt x="5" y="35"/>
                    </a:lnTo>
                    <a:lnTo>
                      <a:pt x="2" y="35"/>
                    </a:lnTo>
                    <a:lnTo>
                      <a:pt x="0" y="3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2" name="Freeform 16">
                <a:extLst>
                  <a:ext uri="{FF2B5EF4-FFF2-40B4-BE49-F238E27FC236}">
                    <a16:creationId xmlns:a16="http://schemas.microsoft.com/office/drawing/2014/main" id="{8BEF1E09-EFD9-455F-AFA5-2A324EF15716}"/>
                  </a:ext>
                </a:extLst>
              </p:cNvPr>
              <p:cNvSpPr>
                <a:spLocks/>
              </p:cNvSpPr>
              <p:nvPr/>
            </p:nvSpPr>
            <p:spPr bwMode="auto">
              <a:xfrm>
                <a:off x="936" y="2265"/>
                <a:ext cx="26" cy="34"/>
              </a:xfrm>
              <a:custGeom>
                <a:avLst/>
                <a:gdLst>
                  <a:gd name="T0" fmla="*/ 3 w 24"/>
                  <a:gd name="T1" fmla="*/ 0 h 35"/>
                  <a:gd name="T2" fmla="*/ 5 w 24"/>
                  <a:gd name="T3" fmla="*/ 0 h 35"/>
                  <a:gd name="T4" fmla="*/ 28 w 24"/>
                  <a:gd name="T5" fmla="*/ 0 h 35"/>
                  <a:gd name="T6" fmla="*/ 36 w 24"/>
                  <a:gd name="T7" fmla="*/ 1 h 35"/>
                  <a:gd name="T8" fmla="*/ 42 w 24"/>
                  <a:gd name="T9" fmla="*/ 2 h 35"/>
                  <a:gd name="T10" fmla="*/ 54 w 24"/>
                  <a:gd name="T11" fmla="*/ 5 h 35"/>
                  <a:gd name="T12" fmla="*/ 65 w 24"/>
                  <a:gd name="T13" fmla="*/ 6 h 35"/>
                  <a:gd name="T14" fmla="*/ 68 w 24"/>
                  <a:gd name="T15" fmla="*/ 8 h 35"/>
                  <a:gd name="T16" fmla="*/ 70 w 24"/>
                  <a:gd name="T17" fmla="*/ 10 h 35"/>
                  <a:gd name="T18" fmla="*/ 74 w 24"/>
                  <a:gd name="T19" fmla="*/ 12 h 35"/>
                  <a:gd name="T20" fmla="*/ 74 w 24"/>
                  <a:gd name="T21" fmla="*/ 14 h 35"/>
                  <a:gd name="T22" fmla="*/ 76 w 24"/>
                  <a:gd name="T23" fmla="*/ 16 h 35"/>
                  <a:gd name="T24" fmla="*/ 74 w 24"/>
                  <a:gd name="T25" fmla="*/ 17 h 35"/>
                  <a:gd name="T26" fmla="*/ 74 w 24"/>
                  <a:gd name="T27" fmla="*/ 17 h 35"/>
                  <a:gd name="T28" fmla="*/ 74 w 24"/>
                  <a:gd name="T29" fmla="*/ 17 h 35"/>
                  <a:gd name="T30" fmla="*/ 74 w 24"/>
                  <a:gd name="T31" fmla="*/ 17 h 35"/>
                  <a:gd name="T32" fmla="*/ 70 w 24"/>
                  <a:gd name="T33" fmla="*/ 17 h 35"/>
                  <a:gd name="T34" fmla="*/ 65 w 24"/>
                  <a:gd name="T35" fmla="*/ 17 h 35"/>
                  <a:gd name="T36" fmla="*/ 54 w 24"/>
                  <a:gd name="T37" fmla="*/ 17 h 35"/>
                  <a:gd name="T38" fmla="*/ 46 w 24"/>
                  <a:gd name="T39" fmla="*/ 17 h 35"/>
                  <a:gd name="T40" fmla="*/ 39 w 24"/>
                  <a:gd name="T41" fmla="*/ 17 h 35"/>
                  <a:gd name="T42" fmla="*/ 33 w 24"/>
                  <a:gd name="T43" fmla="*/ 18 h 35"/>
                  <a:gd name="T44" fmla="*/ 26 w 24"/>
                  <a:gd name="T45" fmla="*/ 19 h 35"/>
                  <a:gd name="T46" fmla="*/ 4 w 24"/>
                  <a:gd name="T47" fmla="*/ 19 h 35"/>
                  <a:gd name="T48" fmla="*/ 2 w 24"/>
                  <a:gd name="T49" fmla="*/ 19 h 35"/>
                  <a:gd name="T50" fmla="*/ 0 w 24"/>
                  <a:gd name="T51" fmla="*/ 19 h 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35">
                    <a:moveTo>
                      <a:pt x="3" y="0"/>
                    </a:moveTo>
                    <a:lnTo>
                      <a:pt x="5" y="0"/>
                    </a:lnTo>
                    <a:lnTo>
                      <a:pt x="8" y="0"/>
                    </a:lnTo>
                    <a:lnTo>
                      <a:pt x="11" y="1"/>
                    </a:lnTo>
                    <a:lnTo>
                      <a:pt x="13" y="2"/>
                    </a:lnTo>
                    <a:lnTo>
                      <a:pt x="16" y="5"/>
                    </a:lnTo>
                    <a:lnTo>
                      <a:pt x="19" y="6"/>
                    </a:lnTo>
                    <a:lnTo>
                      <a:pt x="20" y="8"/>
                    </a:lnTo>
                    <a:lnTo>
                      <a:pt x="21" y="10"/>
                    </a:lnTo>
                    <a:lnTo>
                      <a:pt x="22" y="12"/>
                    </a:lnTo>
                    <a:lnTo>
                      <a:pt x="22" y="14"/>
                    </a:lnTo>
                    <a:lnTo>
                      <a:pt x="23" y="16"/>
                    </a:lnTo>
                    <a:lnTo>
                      <a:pt x="22" y="19"/>
                    </a:lnTo>
                    <a:lnTo>
                      <a:pt x="22" y="21"/>
                    </a:lnTo>
                    <a:lnTo>
                      <a:pt x="22" y="24"/>
                    </a:lnTo>
                    <a:lnTo>
                      <a:pt x="22" y="26"/>
                    </a:lnTo>
                    <a:lnTo>
                      <a:pt x="21" y="28"/>
                    </a:lnTo>
                    <a:lnTo>
                      <a:pt x="19" y="29"/>
                    </a:lnTo>
                    <a:lnTo>
                      <a:pt x="16" y="30"/>
                    </a:lnTo>
                    <a:lnTo>
                      <a:pt x="14" y="32"/>
                    </a:lnTo>
                    <a:lnTo>
                      <a:pt x="12" y="32"/>
                    </a:lnTo>
                    <a:lnTo>
                      <a:pt x="10" y="33"/>
                    </a:lnTo>
                    <a:lnTo>
                      <a:pt x="7" y="34"/>
                    </a:lnTo>
                    <a:lnTo>
                      <a:pt x="4" y="34"/>
                    </a:lnTo>
                    <a:lnTo>
                      <a:pt x="2" y="34"/>
                    </a:lnTo>
                    <a:lnTo>
                      <a:pt x="0" y="3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3" name="Freeform 17">
                <a:extLst>
                  <a:ext uri="{FF2B5EF4-FFF2-40B4-BE49-F238E27FC236}">
                    <a16:creationId xmlns:a16="http://schemas.microsoft.com/office/drawing/2014/main" id="{278BA369-D630-4510-85D9-2996E0EB0C59}"/>
                  </a:ext>
                </a:extLst>
              </p:cNvPr>
              <p:cNvSpPr>
                <a:spLocks/>
              </p:cNvSpPr>
              <p:nvPr/>
            </p:nvSpPr>
            <p:spPr bwMode="auto">
              <a:xfrm>
                <a:off x="933" y="2299"/>
                <a:ext cx="25" cy="34"/>
              </a:xfrm>
              <a:custGeom>
                <a:avLst/>
                <a:gdLst>
                  <a:gd name="T0" fmla="*/ 3 w 25"/>
                  <a:gd name="T1" fmla="*/ 0 h 36"/>
                  <a:gd name="T2" fmla="*/ 6 w 25"/>
                  <a:gd name="T3" fmla="*/ 0 h 36"/>
                  <a:gd name="T4" fmla="*/ 8 w 25"/>
                  <a:gd name="T5" fmla="*/ 0 h 36"/>
                  <a:gd name="T6" fmla="*/ 11 w 25"/>
                  <a:gd name="T7" fmla="*/ 1 h 36"/>
                  <a:gd name="T8" fmla="*/ 14 w 25"/>
                  <a:gd name="T9" fmla="*/ 2 h 36"/>
                  <a:gd name="T10" fmla="*/ 17 w 25"/>
                  <a:gd name="T11" fmla="*/ 5 h 36"/>
                  <a:gd name="T12" fmla="*/ 19 w 25"/>
                  <a:gd name="T13" fmla="*/ 6 h 36"/>
                  <a:gd name="T14" fmla="*/ 21 w 25"/>
                  <a:gd name="T15" fmla="*/ 8 h 36"/>
                  <a:gd name="T16" fmla="*/ 22 w 25"/>
                  <a:gd name="T17" fmla="*/ 9 h 36"/>
                  <a:gd name="T18" fmla="*/ 23 w 25"/>
                  <a:gd name="T19" fmla="*/ 9 h 36"/>
                  <a:gd name="T20" fmla="*/ 23 w 25"/>
                  <a:gd name="T21" fmla="*/ 9 h 36"/>
                  <a:gd name="T22" fmla="*/ 24 w 25"/>
                  <a:gd name="T23" fmla="*/ 9 h 36"/>
                  <a:gd name="T24" fmla="*/ 23 w 25"/>
                  <a:gd name="T25" fmla="*/ 9 h 36"/>
                  <a:gd name="T26" fmla="*/ 23 w 25"/>
                  <a:gd name="T27" fmla="*/ 9 h 36"/>
                  <a:gd name="T28" fmla="*/ 23 w 25"/>
                  <a:gd name="T29" fmla="*/ 9 h 36"/>
                  <a:gd name="T30" fmla="*/ 23 w 25"/>
                  <a:gd name="T31" fmla="*/ 12 h 36"/>
                  <a:gd name="T32" fmla="*/ 22 w 25"/>
                  <a:gd name="T33" fmla="*/ 13 h 36"/>
                  <a:gd name="T34" fmla="*/ 19 w 25"/>
                  <a:gd name="T35" fmla="*/ 13 h 36"/>
                  <a:gd name="T36" fmla="*/ 17 w 25"/>
                  <a:gd name="T37" fmla="*/ 14 h 36"/>
                  <a:gd name="T38" fmla="*/ 15 w 25"/>
                  <a:gd name="T39" fmla="*/ 15 h 36"/>
                  <a:gd name="T40" fmla="*/ 13 w 25"/>
                  <a:gd name="T41" fmla="*/ 15 h 36"/>
                  <a:gd name="T42" fmla="*/ 10 w 25"/>
                  <a:gd name="T43" fmla="*/ 15 h 36"/>
                  <a:gd name="T44" fmla="*/ 7 w 25"/>
                  <a:gd name="T45" fmla="*/ 16 h 36"/>
                  <a:gd name="T46" fmla="*/ 5 w 25"/>
                  <a:gd name="T47" fmla="*/ 16 h 36"/>
                  <a:gd name="T48" fmla="*/ 2 w 25"/>
                  <a:gd name="T49" fmla="*/ 16 h 36"/>
                  <a:gd name="T50" fmla="*/ 0 w 25"/>
                  <a:gd name="T51" fmla="*/ 16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5" h="36">
                    <a:moveTo>
                      <a:pt x="3" y="0"/>
                    </a:moveTo>
                    <a:lnTo>
                      <a:pt x="6" y="0"/>
                    </a:lnTo>
                    <a:lnTo>
                      <a:pt x="8" y="0"/>
                    </a:lnTo>
                    <a:lnTo>
                      <a:pt x="11" y="1"/>
                    </a:lnTo>
                    <a:lnTo>
                      <a:pt x="14" y="2"/>
                    </a:lnTo>
                    <a:lnTo>
                      <a:pt x="17" y="5"/>
                    </a:lnTo>
                    <a:lnTo>
                      <a:pt x="19" y="6"/>
                    </a:lnTo>
                    <a:lnTo>
                      <a:pt x="21" y="8"/>
                    </a:lnTo>
                    <a:lnTo>
                      <a:pt x="22" y="11"/>
                    </a:lnTo>
                    <a:lnTo>
                      <a:pt x="23" y="13"/>
                    </a:lnTo>
                    <a:lnTo>
                      <a:pt x="23" y="15"/>
                    </a:lnTo>
                    <a:lnTo>
                      <a:pt x="24" y="17"/>
                    </a:lnTo>
                    <a:lnTo>
                      <a:pt x="23" y="19"/>
                    </a:lnTo>
                    <a:lnTo>
                      <a:pt x="23" y="21"/>
                    </a:lnTo>
                    <a:lnTo>
                      <a:pt x="23" y="24"/>
                    </a:lnTo>
                    <a:lnTo>
                      <a:pt x="23" y="27"/>
                    </a:lnTo>
                    <a:lnTo>
                      <a:pt x="22" y="29"/>
                    </a:lnTo>
                    <a:lnTo>
                      <a:pt x="19" y="30"/>
                    </a:lnTo>
                    <a:lnTo>
                      <a:pt x="17" y="31"/>
                    </a:lnTo>
                    <a:lnTo>
                      <a:pt x="15" y="33"/>
                    </a:lnTo>
                    <a:lnTo>
                      <a:pt x="13" y="33"/>
                    </a:lnTo>
                    <a:lnTo>
                      <a:pt x="10" y="34"/>
                    </a:lnTo>
                    <a:lnTo>
                      <a:pt x="7" y="35"/>
                    </a:lnTo>
                    <a:lnTo>
                      <a:pt x="5" y="35"/>
                    </a:lnTo>
                    <a:lnTo>
                      <a:pt x="2" y="35"/>
                    </a:lnTo>
                    <a:lnTo>
                      <a:pt x="0" y="3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4" name="Line 18">
                <a:extLst>
                  <a:ext uri="{FF2B5EF4-FFF2-40B4-BE49-F238E27FC236}">
                    <a16:creationId xmlns:a16="http://schemas.microsoft.com/office/drawing/2014/main" id="{D5BE03A7-D9A7-4A81-A0A3-054C65E171EA}"/>
                  </a:ext>
                </a:extLst>
              </p:cNvPr>
              <p:cNvSpPr>
                <a:spLocks noChangeShapeType="1"/>
              </p:cNvSpPr>
              <p:nvPr/>
            </p:nvSpPr>
            <p:spPr bwMode="auto">
              <a:xfrm flipV="1">
                <a:off x="859" y="2334"/>
                <a:ext cx="7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75" name="Freeform 19">
                <a:extLst>
                  <a:ext uri="{FF2B5EF4-FFF2-40B4-BE49-F238E27FC236}">
                    <a16:creationId xmlns:a16="http://schemas.microsoft.com/office/drawing/2014/main" id="{B122E81A-DE28-49DE-AD64-18B9F35BFD09}"/>
                  </a:ext>
                </a:extLst>
              </p:cNvPr>
              <p:cNvSpPr>
                <a:spLocks/>
              </p:cNvSpPr>
              <p:nvPr/>
            </p:nvSpPr>
            <p:spPr bwMode="auto">
              <a:xfrm>
                <a:off x="800" y="2295"/>
                <a:ext cx="64" cy="41"/>
              </a:xfrm>
              <a:custGeom>
                <a:avLst/>
                <a:gdLst>
                  <a:gd name="T0" fmla="*/ 1 w 63"/>
                  <a:gd name="T1" fmla="*/ 0 h 42"/>
                  <a:gd name="T2" fmla="*/ 0 w 63"/>
                  <a:gd name="T3" fmla="*/ 2 h 42"/>
                  <a:gd name="T4" fmla="*/ 0 w 63"/>
                  <a:gd name="T5" fmla="*/ 5 h 42"/>
                  <a:gd name="T6" fmla="*/ 0 w 63"/>
                  <a:gd name="T7" fmla="*/ 8 h 42"/>
                  <a:gd name="T8" fmla="*/ 0 w 63"/>
                  <a:gd name="T9" fmla="*/ 11 h 42"/>
                  <a:gd name="T10" fmla="*/ 2 w 63"/>
                  <a:gd name="T11" fmla="*/ 14 h 42"/>
                  <a:gd name="T12" fmla="*/ 3 w 63"/>
                  <a:gd name="T13" fmla="*/ 16 h 42"/>
                  <a:gd name="T14" fmla="*/ 6 w 63"/>
                  <a:gd name="T15" fmla="*/ 18 h 42"/>
                  <a:gd name="T16" fmla="*/ 8 w 63"/>
                  <a:gd name="T17" fmla="*/ 20 h 42"/>
                  <a:gd name="T18" fmla="*/ 14 w 63"/>
                  <a:gd name="T19" fmla="*/ 21 h 42"/>
                  <a:gd name="T20" fmla="*/ 16 w 63"/>
                  <a:gd name="T21" fmla="*/ 21 h 42"/>
                  <a:gd name="T22" fmla="*/ 18 w 63"/>
                  <a:gd name="T23" fmla="*/ 21 h 42"/>
                  <a:gd name="T24" fmla="*/ 20 w 63"/>
                  <a:gd name="T25" fmla="*/ 21 h 42"/>
                  <a:gd name="T26" fmla="*/ 24 w 63"/>
                  <a:gd name="T27" fmla="*/ 21 h 42"/>
                  <a:gd name="T28" fmla="*/ 26 w 63"/>
                  <a:gd name="T29" fmla="*/ 21 h 42"/>
                  <a:gd name="T30" fmla="*/ 29 w 63"/>
                  <a:gd name="T31" fmla="*/ 21 h 42"/>
                  <a:gd name="T32" fmla="*/ 47 w 63"/>
                  <a:gd name="T33" fmla="*/ 22 h 42"/>
                  <a:gd name="T34" fmla="*/ 51 w 63"/>
                  <a:gd name="T35" fmla="*/ 23 h 42"/>
                  <a:gd name="T36" fmla="*/ 53 w 63"/>
                  <a:gd name="T37" fmla="*/ 24 h 42"/>
                  <a:gd name="T38" fmla="*/ 55 w 63"/>
                  <a:gd name="T39" fmla="*/ 25 h 42"/>
                  <a:gd name="T40" fmla="*/ 57 w 63"/>
                  <a:gd name="T41" fmla="*/ 25 h 42"/>
                  <a:gd name="T42" fmla="*/ 60 w 63"/>
                  <a:gd name="T43" fmla="*/ 26 h 42"/>
                  <a:gd name="T44" fmla="*/ 63 w 63"/>
                  <a:gd name="T45" fmla="*/ 26 h 42"/>
                  <a:gd name="T46" fmla="*/ 66 w 63"/>
                  <a:gd name="T47" fmla="*/ 26 h 42"/>
                  <a:gd name="T48" fmla="*/ 68 w 63"/>
                  <a:gd name="T49" fmla="*/ 26 h 42"/>
                  <a:gd name="T50" fmla="*/ 70 w 63"/>
                  <a:gd name="T51" fmla="*/ 26 h 42"/>
                  <a:gd name="T52" fmla="*/ 72 w 63"/>
                  <a:gd name="T53" fmla="*/ 26 h 42"/>
                  <a:gd name="T54" fmla="*/ 77 w 63"/>
                  <a:gd name="T55" fmla="*/ 26 h 4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3" h="42">
                    <a:moveTo>
                      <a:pt x="1" y="0"/>
                    </a:moveTo>
                    <a:lnTo>
                      <a:pt x="0" y="2"/>
                    </a:lnTo>
                    <a:lnTo>
                      <a:pt x="0" y="5"/>
                    </a:lnTo>
                    <a:lnTo>
                      <a:pt x="0" y="8"/>
                    </a:lnTo>
                    <a:lnTo>
                      <a:pt x="0" y="11"/>
                    </a:lnTo>
                    <a:lnTo>
                      <a:pt x="2" y="14"/>
                    </a:lnTo>
                    <a:lnTo>
                      <a:pt x="3" y="16"/>
                    </a:lnTo>
                    <a:lnTo>
                      <a:pt x="6" y="18"/>
                    </a:lnTo>
                    <a:lnTo>
                      <a:pt x="8" y="20"/>
                    </a:lnTo>
                    <a:lnTo>
                      <a:pt x="14" y="25"/>
                    </a:lnTo>
                    <a:lnTo>
                      <a:pt x="16" y="26"/>
                    </a:lnTo>
                    <a:lnTo>
                      <a:pt x="18" y="28"/>
                    </a:lnTo>
                    <a:lnTo>
                      <a:pt x="20" y="30"/>
                    </a:lnTo>
                    <a:lnTo>
                      <a:pt x="24" y="34"/>
                    </a:lnTo>
                    <a:lnTo>
                      <a:pt x="26" y="35"/>
                    </a:lnTo>
                    <a:lnTo>
                      <a:pt x="29" y="36"/>
                    </a:lnTo>
                    <a:lnTo>
                      <a:pt x="32" y="37"/>
                    </a:lnTo>
                    <a:lnTo>
                      <a:pt x="36" y="38"/>
                    </a:lnTo>
                    <a:lnTo>
                      <a:pt x="38" y="39"/>
                    </a:lnTo>
                    <a:lnTo>
                      <a:pt x="40" y="40"/>
                    </a:lnTo>
                    <a:lnTo>
                      <a:pt x="42" y="40"/>
                    </a:lnTo>
                    <a:lnTo>
                      <a:pt x="45" y="41"/>
                    </a:lnTo>
                    <a:lnTo>
                      <a:pt x="48" y="41"/>
                    </a:lnTo>
                    <a:lnTo>
                      <a:pt x="51" y="41"/>
                    </a:lnTo>
                    <a:lnTo>
                      <a:pt x="53" y="41"/>
                    </a:lnTo>
                    <a:lnTo>
                      <a:pt x="55" y="41"/>
                    </a:lnTo>
                    <a:lnTo>
                      <a:pt x="57" y="41"/>
                    </a:lnTo>
                    <a:lnTo>
                      <a:pt x="62" y="41"/>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6" name="Freeform 20">
                <a:extLst>
                  <a:ext uri="{FF2B5EF4-FFF2-40B4-BE49-F238E27FC236}">
                    <a16:creationId xmlns:a16="http://schemas.microsoft.com/office/drawing/2014/main" id="{8643BEAF-4CF4-4499-9D12-33A11061C014}"/>
                  </a:ext>
                </a:extLst>
              </p:cNvPr>
              <p:cNvSpPr>
                <a:spLocks/>
              </p:cNvSpPr>
              <p:nvPr/>
            </p:nvSpPr>
            <p:spPr bwMode="auto">
              <a:xfrm>
                <a:off x="882" y="2230"/>
                <a:ext cx="26" cy="37"/>
              </a:xfrm>
              <a:custGeom>
                <a:avLst/>
                <a:gdLst>
                  <a:gd name="T0" fmla="*/ 70 w 24"/>
                  <a:gd name="T1" fmla="*/ 50 h 36"/>
                  <a:gd name="T2" fmla="*/ 65 w 24"/>
                  <a:gd name="T3" fmla="*/ 50 h 36"/>
                  <a:gd name="T4" fmla="*/ 54 w 24"/>
                  <a:gd name="T5" fmla="*/ 50 h 36"/>
                  <a:gd name="T6" fmla="*/ 42 w 24"/>
                  <a:gd name="T7" fmla="*/ 49 h 36"/>
                  <a:gd name="T8" fmla="*/ 36 w 24"/>
                  <a:gd name="T9" fmla="*/ 48 h 36"/>
                  <a:gd name="T10" fmla="*/ 26 w 24"/>
                  <a:gd name="T11" fmla="*/ 45 h 36"/>
                  <a:gd name="T12" fmla="*/ 4 w 24"/>
                  <a:gd name="T13" fmla="*/ 44 h 36"/>
                  <a:gd name="T14" fmla="*/ 3 w 24"/>
                  <a:gd name="T15" fmla="*/ 42 h 36"/>
                  <a:gd name="T16" fmla="*/ 2 w 24"/>
                  <a:gd name="T17" fmla="*/ 39 h 36"/>
                  <a:gd name="T18" fmla="*/ 1 w 24"/>
                  <a:gd name="T19" fmla="*/ 37 h 36"/>
                  <a:gd name="T20" fmla="*/ 1 w 24"/>
                  <a:gd name="T21" fmla="*/ 35 h 36"/>
                  <a:gd name="T22" fmla="*/ 0 w 24"/>
                  <a:gd name="T23" fmla="*/ 33 h 36"/>
                  <a:gd name="T24" fmla="*/ 1 w 24"/>
                  <a:gd name="T25" fmla="*/ 16 h 36"/>
                  <a:gd name="T26" fmla="*/ 1 w 24"/>
                  <a:gd name="T27" fmla="*/ 14 h 36"/>
                  <a:gd name="T28" fmla="*/ 1 w 24"/>
                  <a:gd name="T29" fmla="*/ 11 h 36"/>
                  <a:gd name="T30" fmla="*/ 1 w 24"/>
                  <a:gd name="T31" fmla="*/ 8 h 36"/>
                  <a:gd name="T32" fmla="*/ 2 w 24"/>
                  <a:gd name="T33" fmla="*/ 6 h 36"/>
                  <a:gd name="T34" fmla="*/ 4 w 24"/>
                  <a:gd name="T35" fmla="*/ 5 h 36"/>
                  <a:gd name="T36" fmla="*/ 26 w 24"/>
                  <a:gd name="T37" fmla="*/ 4 h 36"/>
                  <a:gd name="T38" fmla="*/ 28 w 24"/>
                  <a:gd name="T39" fmla="*/ 2 h 36"/>
                  <a:gd name="T40" fmla="*/ 36 w 24"/>
                  <a:gd name="T41" fmla="*/ 2 h 36"/>
                  <a:gd name="T42" fmla="*/ 42 w 24"/>
                  <a:gd name="T43" fmla="*/ 1 h 36"/>
                  <a:gd name="T44" fmla="*/ 54 w 24"/>
                  <a:gd name="T45" fmla="*/ 0 h 36"/>
                  <a:gd name="T46" fmla="*/ 65 w 24"/>
                  <a:gd name="T47" fmla="*/ 0 h 36"/>
                  <a:gd name="T48" fmla="*/ 70 w 24"/>
                  <a:gd name="T49" fmla="*/ 0 h 36"/>
                  <a:gd name="T50" fmla="*/ 76 w 24"/>
                  <a:gd name="T51" fmla="*/ 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36">
                    <a:moveTo>
                      <a:pt x="21" y="35"/>
                    </a:moveTo>
                    <a:lnTo>
                      <a:pt x="19" y="35"/>
                    </a:lnTo>
                    <a:lnTo>
                      <a:pt x="16" y="35"/>
                    </a:lnTo>
                    <a:lnTo>
                      <a:pt x="13" y="34"/>
                    </a:lnTo>
                    <a:lnTo>
                      <a:pt x="11" y="33"/>
                    </a:lnTo>
                    <a:lnTo>
                      <a:pt x="7" y="30"/>
                    </a:lnTo>
                    <a:lnTo>
                      <a:pt x="4" y="29"/>
                    </a:lnTo>
                    <a:lnTo>
                      <a:pt x="3" y="27"/>
                    </a:lnTo>
                    <a:lnTo>
                      <a:pt x="2" y="24"/>
                    </a:lnTo>
                    <a:lnTo>
                      <a:pt x="1" y="22"/>
                    </a:lnTo>
                    <a:lnTo>
                      <a:pt x="1" y="20"/>
                    </a:lnTo>
                    <a:lnTo>
                      <a:pt x="0" y="18"/>
                    </a:lnTo>
                    <a:lnTo>
                      <a:pt x="1" y="16"/>
                    </a:lnTo>
                    <a:lnTo>
                      <a:pt x="1" y="14"/>
                    </a:lnTo>
                    <a:lnTo>
                      <a:pt x="1" y="11"/>
                    </a:lnTo>
                    <a:lnTo>
                      <a:pt x="1" y="8"/>
                    </a:lnTo>
                    <a:lnTo>
                      <a:pt x="2" y="6"/>
                    </a:lnTo>
                    <a:lnTo>
                      <a:pt x="4" y="5"/>
                    </a:lnTo>
                    <a:lnTo>
                      <a:pt x="7" y="4"/>
                    </a:lnTo>
                    <a:lnTo>
                      <a:pt x="8" y="2"/>
                    </a:lnTo>
                    <a:lnTo>
                      <a:pt x="11" y="2"/>
                    </a:lnTo>
                    <a:lnTo>
                      <a:pt x="13" y="1"/>
                    </a:lnTo>
                    <a:lnTo>
                      <a:pt x="16" y="0"/>
                    </a:lnTo>
                    <a:lnTo>
                      <a:pt x="19" y="0"/>
                    </a:lnTo>
                    <a:lnTo>
                      <a:pt x="21" y="0"/>
                    </a:lnTo>
                    <a:lnTo>
                      <a:pt x="23"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7" name="Freeform 21">
                <a:extLst>
                  <a:ext uri="{FF2B5EF4-FFF2-40B4-BE49-F238E27FC236}">
                    <a16:creationId xmlns:a16="http://schemas.microsoft.com/office/drawing/2014/main" id="{C8DCCD05-77AC-490D-9AC9-7D25294FEB26}"/>
                  </a:ext>
                </a:extLst>
              </p:cNvPr>
              <p:cNvSpPr>
                <a:spLocks/>
              </p:cNvSpPr>
              <p:nvPr/>
            </p:nvSpPr>
            <p:spPr bwMode="auto">
              <a:xfrm>
                <a:off x="881" y="2265"/>
                <a:ext cx="27" cy="34"/>
              </a:xfrm>
              <a:custGeom>
                <a:avLst/>
                <a:gdLst>
                  <a:gd name="T0" fmla="*/ 125 w 24"/>
                  <a:gd name="T1" fmla="*/ 19 h 35"/>
                  <a:gd name="T2" fmla="*/ 111 w 24"/>
                  <a:gd name="T3" fmla="*/ 19 h 35"/>
                  <a:gd name="T4" fmla="*/ 98 w 24"/>
                  <a:gd name="T5" fmla="*/ 19 h 35"/>
                  <a:gd name="T6" fmla="*/ 78 w 24"/>
                  <a:gd name="T7" fmla="*/ 18 h 35"/>
                  <a:gd name="T8" fmla="*/ 68 w 24"/>
                  <a:gd name="T9" fmla="*/ 17 h 35"/>
                  <a:gd name="T10" fmla="*/ 42 w 24"/>
                  <a:gd name="T11" fmla="*/ 17 h 35"/>
                  <a:gd name="T12" fmla="*/ 29 w 24"/>
                  <a:gd name="T13" fmla="*/ 17 h 35"/>
                  <a:gd name="T14" fmla="*/ 3 w 24"/>
                  <a:gd name="T15" fmla="*/ 17 h 35"/>
                  <a:gd name="T16" fmla="*/ 2 w 24"/>
                  <a:gd name="T17" fmla="*/ 17 h 35"/>
                  <a:gd name="T18" fmla="*/ 1 w 24"/>
                  <a:gd name="T19" fmla="*/ 17 h 35"/>
                  <a:gd name="T20" fmla="*/ 1 w 24"/>
                  <a:gd name="T21" fmla="*/ 17 h 35"/>
                  <a:gd name="T22" fmla="*/ 0 w 24"/>
                  <a:gd name="T23" fmla="*/ 17 h 35"/>
                  <a:gd name="T24" fmla="*/ 1 w 24"/>
                  <a:gd name="T25" fmla="*/ 15 h 35"/>
                  <a:gd name="T26" fmla="*/ 1 w 24"/>
                  <a:gd name="T27" fmla="*/ 13 h 35"/>
                  <a:gd name="T28" fmla="*/ 1 w 24"/>
                  <a:gd name="T29" fmla="*/ 10 h 35"/>
                  <a:gd name="T30" fmla="*/ 1 w 24"/>
                  <a:gd name="T31" fmla="*/ 8 h 35"/>
                  <a:gd name="T32" fmla="*/ 2 w 24"/>
                  <a:gd name="T33" fmla="*/ 6 h 35"/>
                  <a:gd name="T34" fmla="*/ 29 w 24"/>
                  <a:gd name="T35" fmla="*/ 5 h 35"/>
                  <a:gd name="T36" fmla="*/ 42 w 24"/>
                  <a:gd name="T37" fmla="*/ 4 h 35"/>
                  <a:gd name="T38" fmla="*/ 47 w 24"/>
                  <a:gd name="T39" fmla="*/ 2 h 35"/>
                  <a:gd name="T40" fmla="*/ 68 w 24"/>
                  <a:gd name="T41" fmla="*/ 2 h 35"/>
                  <a:gd name="T42" fmla="*/ 78 w 24"/>
                  <a:gd name="T43" fmla="*/ 1 h 35"/>
                  <a:gd name="T44" fmla="*/ 98 w 24"/>
                  <a:gd name="T45" fmla="*/ 0 h 35"/>
                  <a:gd name="T46" fmla="*/ 111 w 24"/>
                  <a:gd name="T47" fmla="*/ 0 h 35"/>
                  <a:gd name="T48" fmla="*/ 125 w 24"/>
                  <a:gd name="T49" fmla="*/ 0 h 35"/>
                  <a:gd name="T50" fmla="*/ 140 w 24"/>
                  <a:gd name="T51" fmla="*/ 0 h 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35">
                    <a:moveTo>
                      <a:pt x="21" y="34"/>
                    </a:moveTo>
                    <a:lnTo>
                      <a:pt x="19" y="34"/>
                    </a:lnTo>
                    <a:lnTo>
                      <a:pt x="16" y="34"/>
                    </a:lnTo>
                    <a:lnTo>
                      <a:pt x="13" y="33"/>
                    </a:lnTo>
                    <a:lnTo>
                      <a:pt x="11" y="32"/>
                    </a:lnTo>
                    <a:lnTo>
                      <a:pt x="7" y="29"/>
                    </a:lnTo>
                    <a:lnTo>
                      <a:pt x="4" y="28"/>
                    </a:lnTo>
                    <a:lnTo>
                      <a:pt x="3" y="26"/>
                    </a:lnTo>
                    <a:lnTo>
                      <a:pt x="2" y="24"/>
                    </a:lnTo>
                    <a:lnTo>
                      <a:pt x="1" y="22"/>
                    </a:lnTo>
                    <a:lnTo>
                      <a:pt x="1" y="20"/>
                    </a:lnTo>
                    <a:lnTo>
                      <a:pt x="0" y="18"/>
                    </a:lnTo>
                    <a:lnTo>
                      <a:pt x="1" y="15"/>
                    </a:lnTo>
                    <a:lnTo>
                      <a:pt x="1" y="13"/>
                    </a:lnTo>
                    <a:lnTo>
                      <a:pt x="1" y="10"/>
                    </a:lnTo>
                    <a:lnTo>
                      <a:pt x="1" y="8"/>
                    </a:lnTo>
                    <a:lnTo>
                      <a:pt x="2" y="6"/>
                    </a:lnTo>
                    <a:lnTo>
                      <a:pt x="4" y="5"/>
                    </a:lnTo>
                    <a:lnTo>
                      <a:pt x="7" y="4"/>
                    </a:lnTo>
                    <a:lnTo>
                      <a:pt x="8" y="2"/>
                    </a:lnTo>
                    <a:lnTo>
                      <a:pt x="11" y="2"/>
                    </a:lnTo>
                    <a:lnTo>
                      <a:pt x="13" y="1"/>
                    </a:lnTo>
                    <a:lnTo>
                      <a:pt x="16" y="0"/>
                    </a:lnTo>
                    <a:lnTo>
                      <a:pt x="19" y="0"/>
                    </a:lnTo>
                    <a:lnTo>
                      <a:pt x="21" y="0"/>
                    </a:lnTo>
                    <a:lnTo>
                      <a:pt x="23"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8" name="Freeform 22">
                <a:extLst>
                  <a:ext uri="{FF2B5EF4-FFF2-40B4-BE49-F238E27FC236}">
                    <a16:creationId xmlns:a16="http://schemas.microsoft.com/office/drawing/2014/main" id="{24D9F4C0-1423-48A8-84AF-19A3CF72595E}"/>
                  </a:ext>
                </a:extLst>
              </p:cNvPr>
              <p:cNvSpPr>
                <a:spLocks/>
              </p:cNvSpPr>
              <p:nvPr/>
            </p:nvSpPr>
            <p:spPr bwMode="auto">
              <a:xfrm>
                <a:off x="878" y="2299"/>
                <a:ext cx="26" cy="34"/>
              </a:xfrm>
              <a:custGeom>
                <a:avLst/>
                <a:gdLst>
                  <a:gd name="T0" fmla="*/ 23 w 26"/>
                  <a:gd name="T1" fmla="*/ 16 h 36"/>
                  <a:gd name="T2" fmla="*/ 20 w 26"/>
                  <a:gd name="T3" fmla="*/ 16 h 36"/>
                  <a:gd name="T4" fmla="*/ 18 w 26"/>
                  <a:gd name="T5" fmla="*/ 16 h 36"/>
                  <a:gd name="T6" fmla="*/ 14 w 26"/>
                  <a:gd name="T7" fmla="*/ 15 h 36"/>
                  <a:gd name="T8" fmla="*/ 12 w 26"/>
                  <a:gd name="T9" fmla="*/ 15 h 36"/>
                  <a:gd name="T10" fmla="*/ 7 w 26"/>
                  <a:gd name="T11" fmla="*/ 13 h 36"/>
                  <a:gd name="T12" fmla="*/ 5 w 26"/>
                  <a:gd name="T13" fmla="*/ 13 h 36"/>
                  <a:gd name="T14" fmla="*/ 4 w 26"/>
                  <a:gd name="T15" fmla="*/ 12 h 36"/>
                  <a:gd name="T16" fmla="*/ 2 w 26"/>
                  <a:gd name="T17" fmla="*/ 9 h 36"/>
                  <a:gd name="T18" fmla="*/ 1 w 26"/>
                  <a:gd name="T19" fmla="*/ 9 h 36"/>
                  <a:gd name="T20" fmla="*/ 1 w 26"/>
                  <a:gd name="T21" fmla="*/ 9 h 36"/>
                  <a:gd name="T22" fmla="*/ 0 w 26"/>
                  <a:gd name="T23" fmla="*/ 9 h 36"/>
                  <a:gd name="T24" fmla="*/ 1 w 26"/>
                  <a:gd name="T25" fmla="*/ 9 h 36"/>
                  <a:gd name="T26" fmla="*/ 1 w 26"/>
                  <a:gd name="T27" fmla="*/ 9 h 36"/>
                  <a:gd name="T28" fmla="*/ 1 w 26"/>
                  <a:gd name="T29" fmla="*/ 9 h 36"/>
                  <a:gd name="T30" fmla="*/ 1 w 26"/>
                  <a:gd name="T31" fmla="*/ 8 h 36"/>
                  <a:gd name="T32" fmla="*/ 2 w 26"/>
                  <a:gd name="T33" fmla="*/ 6 h 36"/>
                  <a:gd name="T34" fmla="*/ 5 w 26"/>
                  <a:gd name="T35" fmla="*/ 5 h 36"/>
                  <a:gd name="T36" fmla="*/ 7 w 26"/>
                  <a:gd name="T37" fmla="*/ 4 h 36"/>
                  <a:gd name="T38" fmla="*/ 9 w 26"/>
                  <a:gd name="T39" fmla="*/ 2 h 36"/>
                  <a:gd name="T40" fmla="*/ 12 w 26"/>
                  <a:gd name="T41" fmla="*/ 2 h 36"/>
                  <a:gd name="T42" fmla="*/ 14 w 26"/>
                  <a:gd name="T43" fmla="*/ 1 h 36"/>
                  <a:gd name="T44" fmla="*/ 18 w 26"/>
                  <a:gd name="T45" fmla="*/ 0 h 36"/>
                  <a:gd name="T46" fmla="*/ 20 w 26"/>
                  <a:gd name="T47" fmla="*/ 0 h 36"/>
                  <a:gd name="T48" fmla="*/ 23 w 26"/>
                  <a:gd name="T49" fmla="*/ 0 h 36"/>
                  <a:gd name="T50" fmla="*/ 25 w 26"/>
                  <a:gd name="T51" fmla="*/ 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6" h="36">
                    <a:moveTo>
                      <a:pt x="23" y="35"/>
                    </a:moveTo>
                    <a:lnTo>
                      <a:pt x="20" y="35"/>
                    </a:lnTo>
                    <a:lnTo>
                      <a:pt x="18" y="35"/>
                    </a:lnTo>
                    <a:lnTo>
                      <a:pt x="14" y="34"/>
                    </a:lnTo>
                    <a:lnTo>
                      <a:pt x="12" y="33"/>
                    </a:lnTo>
                    <a:lnTo>
                      <a:pt x="7" y="30"/>
                    </a:lnTo>
                    <a:lnTo>
                      <a:pt x="5" y="29"/>
                    </a:lnTo>
                    <a:lnTo>
                      <a:pt x="4" y="27"/>
                    </a:lnTo>
                    <a:lnTo>
                      <a:pt x="2" y="24"/>
                    </a:lnTo>
                    <a:lnTo>
                      <a:pt x="1" y="22"/>
                    </a:lnTo>
                    <a:lnTo>
                      <a:pt x="1" y="20"/>
                    </a:lnTo>
                    <a:lnTo>
                      <a:pt x="0" y="18"/>
                    </a:lnTo>
                    <a:lnTo>
                      <a:pt x="1" y="16"/>
                    </a:lnTo>
                    <a:lnTo>
                      <a:pt x="1" y="14"/>
                    </a:lnTo>
                    <a:lnTo>
                      <a:pt x="1" y="11"/>
                    </a:lnTo>
                    <a:lnTo>
                      <a:pt x="1" y="8"/>
                    </a:lnTo>
                    <a:lnTo>
                      <a:pt x="2" y="6"/>
                    </a:lnTo>
                    <a:lnTo>
                      <a:pt x="5" y="5"/>
                    </a:lnTo>
                    <a:lnTo>
                      <a:pt x="7" y="4"/>
                    </a:lnTo>
                    <a:lnTo>
                      <a:pt x="9" y="2"/>
                    </a:lnTo>
                    <a:lnTo>
                      <a:pt x="12" y="2"/>
                    </a:lnTo>
                    <a:lnTo>
                      <a:pt x="14" y="1"/>
                    </a:lnTo>
                    <a:lnTo>
                      <a:pt x="18" y="0"/>
                    </a:lnTo>
                    <a:lnTo>
                      <a:pt x="20" y="0"/>
                    </a:lnTo>
                    <a:lnTo>
                      <a:pt x="23" y="0"/>
                    </a:lnTo>
                    <a:lnTo>
                      <a:pt x="25"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79" name="Line 23">
                <a:extLst>
                  <a:ext uri="{FF2B5EF4-FFF2-40B4-BE49-F238E27FC236}">
                    <a16:creationId xmlns:a16="http://schemas.microsoft.com/office/drawing/2014/main" id="{79B578CE-F695-455F-81A9-F5611FF66047}"/>
                  </a:ext>
                </a:extLst>
              </p:cNvPr>
              <p:cNvSpPr>
                <a:spLocks noChangeShapeType="1"/>
              </p:cNvSpPr>
              <p:nvPr/>
            </p:nvSpPr>
            <p:spPr bwMode="auto">
              <a:xfrm flipH="1">
                <a:off x="900" y="2264"/>
                <a:ext cx="4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80" name="Line 24">
                <a:extLst>
                  <a:ext uri="{FF2B5EF4-FFF2-40B4-BE49-F238E27FC236}">
                    <a16:creationId xmlns:a16="http://schemas.microsoft.com/office/drawing/2014/main" id="{7434B9B3-1345-4A5A-961A-38DEEE8F9EE9}"/>
                  </a:ext>
                </a:extLst>
              </p:cNvPr>
              <p:cNvSpPr>
                <a:spLocks noChangeShapeType="1"/>
              </p:cNvSpPr>
              <p:nvPr/>
            </p:nvSpPr>
            <p:spPr bwMode="auto">
              <a:xfrm flipH="1">
                <a:off x="899" y="2299"/>
                <a:ext cx="4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34881" name="Group 25">
                <a:extLst>
                  <a:ext uri="{FF2B5EF4-FFF2-40B4-BE49-F238E27FC236}">
                    <a16:creationId xmlns:a16="http://schemas.microsoft.com/office/drawing/2014/main" id="{4CBC1E0C-6DDE-4B94-B07B-2E708A14F977}"/>
                  </a:ext>
                </a:extLst>
              </p:cNvPr>
              <p:cNvGrpSpPr>
                <a:grpSpLocks/>
              </p:cNvGrpSpPr>
              <p:nvPr/>
            </p:nvGrpSpPr>
            <p:grpSpPr bwMode="auto">
              <a:xfrm>
                <a:off x="725" y="2003"/>
                <a:ext cx="282" cy="159"/>
                <a:chOff x="725" y="2003"/>
                <a:chExt cx="282" cy="159"/>
              </a:xfrm>
            </p:grpSpPr>
            <p:sp>
              <p:nvSpPr>
                <p:cNvPr id="34882" name="Rectangle 26">
                  <a:extLst>
                    <a:ext uri="{FF2B5EF4-FFF2-40B4-BE49-F238E27FC236}">
                      <a16:creationId xmlns:a16="http://schemas.microsoft.com/office/drawing/2014/main" id="{B12CA2BF-921B-4355-85B2-E23FE79822DB}"/>
                    </a:ext>
                  </a:extLst>
                </p:cNvPr>
                <p:cNvSpPr>
                  <a:spLocks noChangeArrowheads="1"/>
                </p:cNvSpPr>
                <p:nvPr/>
              </p:nvSpPr>
              <p:spPr bwMode="auto">
                <a:xfrm>
                  <a:off x="944" y="2025"/>
                  <a:ext cx="60" cy="13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83" name="Freeform 27">
                  <a:extLst>
                    <a:ext uri="{FF2B5EF4-FFF2-40B4-BE49-F238E27FC236}">
                      <a16:creationId xmlns:a16="http://schemas.microsoft.com/office/drawing/2014/main" id="{8DEBB544-9651-4D99-AAA2-F7555E0ECD0C}"/>
                    </a:ext>
                  </a:extLst>
                </p:cNvPr>
                <p:cNvSpPr>
                  <a:spLocks/>
                </p:cNvSpPr>
                <p:nvPr/>
              </p:nvSpPr>
              <p:spPr bwMode="auto">
                <a:xfrm>
                  <a:off x="894" y="2003"/>
                  <a:ext cx="47" cy="24"/>
                </a:xfrm>
                <a:custGeom>
                  <a:avLst/>
                  <a:gdLst>
                    <a:gd name="T0" fmla="*/ 46 w 47"/>
                    <a:gd name="T1" fmla="*/ 23 h 24"/>
                    <a:gd name="T2" fmla="*/ 44 w 47"/>
                    <a:gd name="T3" fmla="*/ 22 h 24"/>
                    <a:gd name="T4" fmla="*/ 44 w 47"/>
                    <a:gd name="T5" fmla="*/ 20 h 24"/>
                    <a:gd name="T6" fmla="*/ 43 w 47"/>
                    <a:gd name="T7" fmla="*/ 18 h 24"/>
                    <a:gd name="T8" fmla="*/ 40 w 47"/>
                    <a:gd name="T9" fmla="*/ 16 h 24"/>
                    <a:gd name="T10" fmla="*/ 39 w 47"/>
                    <a:gd name="T11" fmla="*/ 14 h 24"/>
                    <a:gd name="T12" fmla="*/ 37 w 47"/>
                    <a:gd name="T13" fmla="*/ 12 h 24"/>
                    <a:gd name="T14" fmla="*/ 35 w 47"/>
                    <a:gd name="T15" fmla="*/ 11 h 24"/>
                    <a:gd name="T16" fmla="*/ 32 w 47"/>
                    <a:gd name="T17" fmla="*/ 9 h 24"/>
                    <a:gd name="T18" fmla="*/ 30 w 47"/>
                    <a:gd name="T19" fmla="*/ 7 h 24"/>
                    <a:gd name="T20" fmla="*/ 28 w 47"/>
                    <a:gd name="T21" fmla="*/ 6 h 24"/>
                    <a:gd name="T22" fmla="*/ 24 w 47"/>
                    <a:gd name="T23" fmla="*/ 4 h 24"/>
                    <a:gd name="T24" fmla="*/ 18 w 47"/>
                    <a:gd name="T25" fmla="*/ 2 h 24"/>
                    <a:gd name="T26" fmla="*/ 16 w 47"/>
                    <a:gd name="T27" fmla="*/ 2 h 24"/>
                    <a:gd name="T28" fmla="*/ 14 w 47"/>
                    <a:gd name="T29" fmla="*/ 1 h 24"/>
                    <a:gd name="T30" fmla="*/ 7 w 47"/>
                    <a:gd name="T31" fmla="*/ 0 h 24"/>
                    <a:gd name="T32" fmla="*/ 5 w 47"/>
                    <a:gd name="T33" fmla="*/ 0 h 24"/>
                    <a:gd name="T34" fmla="*/ 2 w 47"/>
                    <a:gd name="T35" fmla="*/ 0 h 24"/>
                    <a:gd name="T36" fmla="*/ 0 w 47"/>
                    <a:gd name="T37" fmla="*/ 0 h 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7" h="24">
                      <a:moveTo>
                        <a:pt x="46" y="23"/>
                      </a:moveTo>
                      <a:lnTo>
                        <a:pt x="44" y="22"/>
                      </a:lnTo>
                      <a:lnTo>
                        <a:pt x="44" y="20"/>
                      </a:lnTo>
                      <a:lnTo>
                        <a:pt x="43" y="18"/>
                      </a:lnTo>
                      <a:lnTo>
                        <a:pt x="40" y="16"/>
                      </a:lnTo>
                      <a:lnTo>
                        <a:pt x="39" y="14"/>
                      </a:lnTo>
                      <a:lnTo>
                        <a:pt x="37" y="12"/>
                      </a:lnTo>
                      <a:lnTo>
                        <a:pt x="35" y="11"/>
                      </a:lnTo>
                      <a:lnTo>
                        <a:pt x="32" y="9"/>
                      </a:lnTo>
                      <a:lnTo>
                        <a:pt x="30" y="7"/>
                      </a:lnTo>
                      <a:lnTo>
                        <a:pt x="28" y="6"/>
                      </a:lnTo>
                      <a:lnTo>
                        <a:pt x="24" y="4"/>
                      </a:lnTo>
                      <a:lnTo>
                        <a:pt x="18" y="2"/>
                      </a:lnTo>
                      <a:lnTo>
                        <a:pt x="16" y="2"/>
                      </a:lnTo>
                      <a:lnTo>
                        <a:pt x="14" y="1"/>
                      </a:lnTo>
                      <a:lnTo>
                        <a:pt x="7" y="0"/>
                      </a:lnTo>
                      <a:lnTo>
                        <a:pt x="5" y="0"/>
                      </a:lnTo>
                      <a:lnTo>
                        <a:pt x="2" y="0"/>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84" name="Freeform 28">
                  <a:extLst>
                    <a:ext uri="{FF2B5EF4-FFF2-40B4-BE49-F238E27FC236}">
                      <a16:creationId xmlns:a16="http://schemas.microsoft.com/office/drawing/2014/main" id="{DCC7080C-EF2B-4167-BD13-BF0D91CB4B52}"/>
                    </a:ext>
                  </a:extLst>
                </p:cNvPr>
                <p:cNvSpPr>
                  <a:spLocks/>
                </p:cNvSpPr>
                <p:nvPr/>
              </p:nvSpPr>
              <p:spPr bwMode="auto">
                <a:xfrm>
                  <a:off x="843" y="2003"/>
                  <a:ext cx="53" cy="1"/>
                </a:xfrm>
                <a:custGeom>
                  <a:avLst/>
                  <a:gdLst>
                    <a:gd name="T0" fmla="*/ 66 w 52"/>
                    <a:gd name="T1" fmla="*/ 0 h 1"/>
                    <a:gd name="T2" fmla="*/ 0 w 52"/>
                    <a:gd name="T3" fmla="*/ 0 h 1"/>
                    <a:gd name="T4" fmla="*/ 0 60000 65536"/>
                    <a:gd name="T5" fmla="*/ 0 60000 65536"/>
                  </a:gdLst>
                  <a:ahLst/>
                  <a:cxnLst>
                    <a:cxn ang="T4">
                      <a:pos x="T0" y="T1"/>
                    </a:cxn>
                    <a:cxn ang="T5">
                      <a:pos x="T2" y="T3"/>
                    </a:cxn>
                  </a:cxnLst>
                  <a:rect l="0" t="0" r="r" b="b"/>
                  <a:pathLst>
                    <a:path w="52" h="1">
                      <a:moveTo>
                        <a:pt x="51" y="0"/>
                      </a:move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85" name="Freeform 29">
                  <a:extLst>
                    <a:ext uri="{FF2B5EF4-FFF2-40B4-BE49-F238E27FC236}">
                      <a16:creationId xmlns:a16="http://schemas.microsoft.com/office/drawing/2014/main" id="{B56E4046-4866-43C2-9F93-1DFB63F48DF2}"/>
                    </a:ext>
                  </a:extLst>
                </p:cNvPr>
                <p:cNvSpPr>
                  <a:spLocks/>
                </p:cNvSpPr>
                <p:nvPr/>
              </p:nvSpPr>
              <p:spPr bwMode="auto">
                <a:xfrm>
                  <a:off x="823" y="2003"/>
                  <a:ext cx="61" cy="34"/>
                </a:xfrm>
                <a:custGeom>
                  <a:avLst/>
                  <a:gdLst>
                    <a:gd name="T0" fmla="*/ 18 w 61"/>
                    <a:gd name="T1" fmla="*/ 0 h 34"/>
                    <a:gd name="T2" fmla="*/ 16 w 61"/>
                    <a:gd name="T3" fmla="*/ 0 h 34"/>
                    <a:gd name="T4" fmla="*/ 14 w 61"/>
                    <a:gd name="T5" fmla="*/ 1 h 34"/>
                    <a:gd name="T6" fmla="*/ 12 w 61"/>
                    <a:gd name="T7" fmla="*/ 1 h 34"/>
                    <a:gd name="T8" fmla="*/ 8 w 61"/>
                    <a:gd name="T9" fmla="*/ 3 h 34"/>
                    <a:gd name="T10" fmla="*/ 6 w 61"/>
                    <a:gd name="T11" fmla="*/ 3 h 34"/>
                    <a:gd name="T12" fmla="*/ 3 w 61"/>
                    <a:gd name="T13" fmla="*/ 5 h 34"/>
                    <a:gd name="T14" fmla="*/ 1 w 61"/>
                    <a:gd name="T15" fmla="*/ 6 h 34"/>
                    <a:gd name="T16" fmla="*/ 1 w 61"/>
                    <a:gd name="T17" fmla="*/ 8 h 34"/>
                    <a:gd name="T18" fmla="*/ 0 w 61"/>
                    <a:gd name="T19" fmla="*/ 10 h 34"/>
                    <a:gd name="T20" fmla="*/ 0 w 61"/>
                    <a:gd name="T21" fmla="*/ 13 h 34"/>
                    <a:gd name="T22" fmla="*/ 0 w 61"/>
                    <a:gd name="T23" fmla="*/ 19 h 34"/>
                    <a:gd name="T24" fmla="*/ 0 w 61"/>
                    <a:gd name="T25" fmla="*/ 21 h 34"/>
                    <a:gd name="T26" fmla="*/ 2 w 61"/>
                    <a:gd name="T27" fmla="*/ 24 h 34"/>
                    <a:gd name="T28" fmla="*/ 7 w 61"/>
                    <a:gd name="T29" fmla="*/ 28 h 34"/>
                    <a:gd name="T30" fmla="*/ 9 w 61"/>
                    <a:gd name="T31" fmla="*/ 29 h 34"/>
                    <a:gd name="T32" fmla="*/ 12 w 61"/>
                    <a:gd name="T33" fmla="*/ 31 h 34"/>
                    <a:gd name="T34" fmla="*/ 14 w 61"/>
                    <a:gd name="T35" fmla="*/ 32 h 34"/>
                    <a:gd name="T36" fmla="*/ 16 w 61"/>
                    <a:gd name="T37" fmla="*/ 33 h 34"/>
                    <a:gd name="T38" fmla="*/ 18 w 61"/>
                    <a:gd name="T39" fmla="*/ 33 h 34"/>
                    <a:gd name="T40" fmla="*/ 21 w 61"/>
                    <a:gd name="T41" fmla="*/ 33 h 34"/>
                    <a:gd name="T42" fmla="*/ 23 w 61"/>
                    <a:gd name="T43" fmla="*/ 33 h 34"/>
                    <a:gd name="T44" fmla="*/ 25 w 61"/>
                    <a:gd name="T45" fmla="*/ 33 h 34"/>
                    <a:gd name="T46" fmla="*/ 28 w 61"/>
                    <a:gd name="T47" fmla="*/ 33 h 34"/>
                    <a:gd name="T48" fmla="*/ 60 w 61"/>
                    <a:gd name="T49" fmla="*/ 33 h 3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34">
                      <a:moveTo>
                        <a:pt x="18" y="0"/>
                      </a:moveTo>
                      <a:lnTo>
                        <a:pt x="16" y="0"/>
                      </a:lnTo>
                      <a:lnTo>
                        <a:pt x="14" y="1"/>
                      </a:lnTo>
                      <a:lnTo>
                        <a:pt x="12" y="1"/>
                      </a:lnTo>
                      <a:lnTo>
                        <a:pt x="8" y="3"/>
                      </a:lnTo>
                      <a:lnTo>
                        <a:pt x="6" y="3"/>
                      </a:lnTo>
                      <a:lnTo>
                        <a:pt x="3" y="5"/>
                      </a:lnTo>
                      <a:lnTo>
                        <a:pt x="1" y="6"/>
                      </a:lnTo>
                      <a:lnTo>
                        <a:pt x="1" y="8"/>
                      </a:lnTo>
                      <a:lnTo>
                        <a:pt x="0" y="10"/>
                      </a:lnTo>
                      <a:lnTo>
                        <a:pt x="0" y="13"/>
                      </a:lnTo>
                      <a:lnTo>
                        <a:pt x="0" y="19"/>
                      </a:lnTo>
                      <a:lnTo>
                        <a:pt x="0" y="21"/>
                      </a:lnTo>
                      <a:lnTo>
                        <a:pt x="2" y="24"/>
                      </a:lnTo>
                      <a:lnTo>
                        <a:pt x="7" y="28"/>
                      </a:lnTo>
                      <a:lnTo>
                        <a:pt x="9" y="29"/>
                      </a:lnTo>
                      <a:lnTo>
                        <a:pt x="12" y="31"/>
                      </a:lnTo>
                      <a:lnTo>
                        <a:pt x="14" y="32"/>
                      </a:lnTo>
                      <a:lnTo>
                        <a:pt x="16" y="33"/>
                      </a:lnTo>
                      <a:lnTo>
                        <a:pt x="18" y="33"/>
                      </a:lnTo>
                      <a:lnTo>
                        <a:pt x="21" y="33"/>
                      </a:lnTo>
                      <a:lnTo>
                        <a:pt x="23" y="33"/>
                      </a:lnTo>
                      <a:lnTo>
                        <a:pt x="25" y="33"/>
                      </a:lnTo>
                      <a:lnTo>
                        <a:pt x="28" y="33"/>
                      </a:lnTo>
                      <a:lnTo>
                        <a:pt x="60" y="3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86" name="Freeform 30">
                  <a:extLst>
                    <a:ext uri="{FF2B5EF4-FFF2-40B4-BE49-F238E27FC236}">
                      <a16:creationId xmlns:a16="http://schemas.microsoft.com/office/drawing/2014/main" id="{DA337A8B-C23D-41CF-BFA9-031B95E6190C}"/>
                    </a:ext>
                  </a:extLst>
                </p:cNvPr>
                <p:cNvSpPr>
                  <a:spLocks/>
                </p:cNvSpPr>
                <p:nvPr/>
              </p:nvSpPr>
              <p:spPr bwMode="auto">
                <a:xfrm>
                  <a:off x="882" y="2036"/>
                  <a:ext cx="28" cy="50"/>
                </a:xfrm>
                <a:custGeom>
                  <a:avLst/>
                  <a:gdLst>
                    <a:gd name="T0" fmla="*/ 0 w 28"/>
                    <a:gd name="T1" fmla="*/ 0 h 50"/>
                    <a:gd name="T2" fmla="*/ 1 w 28"/>
                    <a:gd name="T3" fmla="*/ 7 h 50"/>
                    <a:gd name="T4" fmla="*/ 1 w 28"/>
                    <a:gd name="T5" fmla="*/ 10 h 50"/>
                    <a:gd name="T6" fmla="*/ 1 w 28"/>
                    <a:gd name="T7" fmla="*/ 12 h 50"/>
                    <a:gd name="T8" fmla="*/ 1 w 28"/>
                    <a:gd name="T9" fmla="*/ 14 h 50"/>
                    <a:gd name="T10" fmla="*/ 1 w 28"/>
                    <a:gd name="T11" fmla="*/ 16 h 50"/>
                    <a:gd name="T12" fmla="*/ 1 w 28"/>
                    <a:gd name="T13" fmla="*/ 18 h 50"/>
                    <a:gd name="T14" fmla="*/ 1 w 28"/>
                    <a:gd name="T15" fmla="*/ 20 h 50"/>
                    <a:gd name="T16" fmla="*/ 2 w 28"/>
                    <a:gd name="T17" fmla="*/ 23 h 50"/>
                    <a:gd name="T18" fmla="*/ 3 w 28"/>
                    <a:gd name="T19" fmla="*/ 26 h 50"/>
                    <a:gd name="T20" fmla="*/ 7 w 28"/>
                    <a:gd name="T21" fmla="*/ 32 h 50"/>
                    <a:gd name="T22" fmla="*/ 9 w 28"/>
                    <a:gd name="T23" fmla="*/ 34 h 50"/>
                    <a:gd name="T24" fmla="*/ 11 w 28"/>
                    <a:gd name="T25" fmla="*/ 36 h 50"/>
                    <a:gd name="T26" fmla="*/ 16 w 28"/>
                    <a:gd name="T27" fmla="*/ 40 h 50"/>
                    <a:gd name="T28" fmla="*/ 18 w 28"/>
                    <a:gd name="T29" fmla="*/ 43 h 50"/>
                    <a:gd name="T30" fmla="*/ 20 w 28"/>
                    <a:gd name="T31" fmla="*/ 44 h 50"/>
                    <a:gd name="T32" fmla="*/ 21 w 28"/>
                    <a:gd name="T33" fmla="*/ 46 h 50"/>
                    <a:gd name="T34" fmla="*/ 25 w 28"/>
                    <a:gd name="T35" fmla="*/ 47 h 50"/>
                    <a:gd name="T36" fmla="*/ 27 w 28"/>
                    <a:gd name="T37" fmla="*/ 49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 h="50">
                      <a:moveTo>
                        <a:pt x="0" y="0"/>
                      </a:moveTo>
                      <a:lnTo>
                        <a:pt x="1" y="7"/>
                      </a:lnTo>
                      <a:lnTo>
                        <a:pt x="1" y="10"/>
                      </a:lnTo>
                      <a:lnTo>
                        <a:pt x="1" y="12"/>
                      </a:lnTo>
                      <a:lnTo>
                        <a:pt x="1" y="14"/>
                      </a:lnTo>
                      <a:lnTo>
                        <a:pt x="1" y="16"/>
                      </a:lnTo>
                      <a:lnTo>
                        <a:pt x="1" y="18"/>
                      </a:lnTo>
                      <a:lnTo>
                        <a:pt x="1" y="20"/>
                      </a:lnTo>
                      <a:lnTo>
                        <a:pt x="2" y="23"/>
                      </a:lnTo>
                      <a:lnTo>
                        <a:pt x="3" y="26"/>
                      </a:lnTo>
                      <a:lnTo>
                        <a:pt x="7" y="32"/>
                      </a:lnTo>
                      <a:lnTo>
                        <a:pt x="9" y="34"/>
                      </a:lnTo>
                      <a:lnTo>
                        <a:pt x="11" y="36"/>
                      </a:lnTo>
                      <a:lnTo>
                        <a:pt x="16" y="40"/>
                      </a:lnTo>
                      <a:lnTo>
                        <a:pt x="18" y="43"/>
                      </a:lnTo>
                      <a:lnTo>
                        <a:pt x="20" y="44"/>
                      </a:lnTo>
                      <a:lnTo>
                        <a:pt x="21" y="46"/>
                      </a:lnTo>
                      <a:lnTo>
                        <a:pt x="25" y="47"/>
                      </a:lnTo>
                      <a:lnTo>
                        <a:pt x="27" y="4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87" name="Freeform 31">
                  <a:extLst>
                    <a:ext uri="{FF2B5EF4-FFF2-40B4-BE49-F238E27FC236}">
                      <a16:creationId xmlns:a16="http://schemas.microsoft.com/office/drawing/2014/main" id="{5A759B36-A29C-4980-AF31-88DA4AA8C7D6}"/>
                    </a:ext>
                  </a:extLst>
                </p:cNvPr>
                <p:cNvSpPr>
                  <a:spLocks/>
                </p:cNvSpPr>
                <p:nvPr/>
              </p:nvSpPr>
              <p:spPr bwMode="auto">
                <a:xfrm>
                  <a:off x="748" y="2021"/>
                  <a:ext cx="76" cy="1"/>
                </a:xfrm>
                <a:custGeom>
                  <a:avLst/>
                  <a:gdLst>
                    <a:gd name="T0" fmla="*/ 75 w 76"/>
                    <a:gd name="T1" fmla="*/ 0 h 1"/>
                    <a:gd name="T2" fmla="*/ 0 w 76"/>
                    <a:gd name="T3" fmla="*/ 0 h 1"/>
                    <a:gd name="T4" fmla="*/ 0 60000 65536"/>
                    <a:gd name="T5" fmla="*/ 0 60000 65536"/>
                  </a:gdLst>
                  <a:ahLst/>
                  <a:cxnLst>
                    <a:cxn ang="T4">
                      <a:pos x="T0" y="T1"/>
                    </a:cxn>
                    <a:cxn ang="T5">
                      <a:pos x="T2" y="T3"/>
                    </a:cxn>
                  </a:cxnLst>
                  <a:rect l="0" t="0" r="r" b="b"/>
                  <a:pathLst>
                    <a:path w="76" h="1">
                      <a:moveTo>
                        <a:pt x="75" y="0"/>
                      </a:move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88" name="Freeform 32">
                  <a:extLst>
                    <a:ext uri="{FF2B5EF4-FFF2-40B4-BE49-F238E27FC236}">
                      <a16:creationId xmlns:a16="http://schemas.microsoft.com/office/drawing/2014/main" id="{6A9710F1-0607-4C20-B2C3-E277EE7A54A9}"/>
                    </a:ext>
                  </a:extLst>
                </p:cNvPr>
                <p:cNvSpPr>
                  <a:spLocks/>
                </p:cNvSpPr>
                <p:nvPr/>
              </p:nvSpPr>
              <p:spPr bwMode="auto">
                <a:xfrm>
                  <a:off x="725" y="2021"/>
                  <a:ext cx="29" cy="34"/>
                </a:xfrm>
                <a:custGeom>
                  <a:avLst/>
                  <a:gdLst>
                    <a:gd name="T0" fmla="*/ 22 w 29"/>
                    <a:gd name="T1" fmla="*/ 0 h 36"/>
                    <a:gd name="T2" fmla="*/ 20 w 29"/>
                    <a:gd name="T3" fmla="*/ 0 h 36"/>
                    <a:gd name="T4" fmla="*/ 16 w 29"/>
                    <a:gd name="T5" fmla="*/ 1 h 36"/>
                    <a:gd name="T6" fmla="*/ 12 w 29"/>
                    <a:gd name="T7" fmla="*/ 3 h 36"/>
                    <a:gd name="T8" fmla="*/ 9 w 29"/>
                    <a:gd name="T9" fmla="*/ 4 h 36"/>
                    <a:gd name="T10" fmla="*/ 4 w 29"/>
                    <a:gd name="T11" fmla="*/ 9 h 36"/>
                    <a:gd name="T12" fmla="*/ 2 w 29"/>
                    <a:gd name="T13" fmla="*/ 9 h 36"/>
                    <a:gd name="T14" fmla="*/ 1 w 29"/>
                    <a:gd name="T15" fmla="*/ 9 h 36"/>
                    <a:gd name="T16" fmla="*/ 1 w 29"/>
                    <a:gd name="T17" fmla="*/ 9 h 36"/>
                    <a:gd name="T18" fmla="*/ 0 w 29"/>
                    <a:gd name="T19" fmla="*/ 9 h 36"/>
                    <a:gd name="T20" fmla="*/ 0 w 29"/>
                    <a:gd name="T21" fmla="*/ 9 h 36"/>
                    <a:gd name="T22" fmla="*/ 2 w 29"/>
                    <a:gd name="T23" fmla="*/ 10 h 36"/>
                    <a:gd name="T24" fmla="*/ 4 w 29"/>
                    <a:gd name="T25" fmla="*/ 12 h 36"/>
                    <a:gd name="T26" fmla="*/ 9 w 29"/>
                    <a:gd name="T27" fmla="*/ 14 h 36"/>
                    <a:gd name="T28" fmla="*/ 12 w 29"/>
                    <a:gd name="T29" fmla="*/ 14 h 36"/>
                    <a:gd name="T30" fmla="*/ 14 w 29"/>
                    <a:gd name="T31" fmla="*/ 15 h 36"/>
                    <a:gd name="T32" fmla="*/ 16 w 29"/>
                    <a:gd name="T33" fmla="*/ 15 h 36"/>
                    <a:gd name="T34" fmla="*/ 19 w 29"/>
                    <a:gd name="T35" fmla="*/ 15 h 36"/>
                    <a:gd name="T36" fmla="*/ 21 w 29"/>
                    <a:gd name="T37" fmla="*/ 16 h 36"/>
                    <a:gd name="T38" fmla="*/ 23 w 29"/>
                    <a:gd name="T39" fmla="*/ 16 h 36"/>
                    <a:gd name="T40" fmla="*/ 26 w 29"/>
                    <a:gd name="T41" fmla="*/ 16 h 36"/>
                    <a:gd name="T42" fmla="*/ 28 w 29"/>
                    <a:gd name="T43" fmla="*/ 16 h 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9" h="36">
                      <a:moveTo>
                        <a:pt x="22" y="0"/>
                      </a:moveTo>
                      <a:lnTo>
                        <a:pt x="20" y="0"/>
                      </a:lnTo>
                      <a:lnTo>
                        <a:pt x="16" y="1"/>
                      </a:lnTo>
                      <a:lnTo>
                        <a:pt x="12" y="3"/>
                      </a:lnTo>
                      <a:lnTo>
                        <a:pt x="9" y="4"/>
                      </a:lnTo>
                      <a:lnTo>
                        <a:pt x="4" y="9"/>
                      </a:lnTo>
                      <a:lnTo>
                        <a:pt x="2" y="11"/>
                      </a:lnTo>
                      <a:lnTo>
                        <a:pt x="1" y="13"/>
                      </a:lnTo>
                      <a:lnTo>
                        <a:pt x="1" y="15"/>
                      </a:lnTo>
                      <a:lnTo>
                        <a:pt x="0" y="18"/>
                      </a:lnTo>
                      <a:lnTo>
                        <a:pt x="0" y="20"/>
                      </a:lnTo>
                      <a:lnTo>
                        <a:pt x="2" y="25"/>
                      </a:lnTo>
                      <a:lnTo>
                        <a:pt x="4" y="27"/>
                      </a:lnTo>
                      <a:lnTo>
                        <a:pt x="9" y="32"/>
                      </a:lnTo>
                      <a:lnTo>
                        <a:pt x="12" y="32"/>
                      </a:lnTo>
                      <a:lnTo>
                        <a:pt x="14" y="33"/>
                      </a:lnTo>
                      <a:lnTo>
                        <a:pt x="16" y="34"/>
                      </a:lnTo>
                      <a:lnTo>
                        <a:pt x="19" y="34"/>
                      </a:lnTo>
                      <a:lnTo>
                        <a:pt x="21" y="35"/>
                      </a:lnTo>
                      <a:lnTo>
                        <a:pt x="23" y="35"/>
                      </a:lnTo>
                      <a:lnTo>
                        <a:pt x="26" y="35"/>
                      </a:lnTo>
                      <a:lnTo>
                        <a:pt x="28" y="3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89" name="Line 33">
                  <a:extLst>
                    <a:ext uri="{FF2B5EF4-FFF2-40B4-BE49-F238E27FC236}">
                      <a16:creationId xmlns:a16="http://schemas.microsoft.com/office/drawing/2014/main" id="{01E69803-525E-4E3B-8247-662287B3CE91}"/>
                    </a:ext>
                  </a:extLst>
                </p:cNvPr>
                <p:cNvSpPr>
                  <a:spLocks noChangeShapeType="1"/>
                </p:cNvSpPr>
                <p:nvPr/>
              </p:nvSpPr>
              <p:spPr bwMode="auto">
                <a:xfrm>
                  <a:off x="759" y="2055"/>
                  <a:ext cx="8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90" name="Freeform 34">
                  <a:extLst>
                    <a:ext uri="{FF2B5EF4-FFF2-40B4-BE49-F238E27FC236}">
                      <a16:creationId xmlns:a16="http://schemas.microsoft.com/office/drawing/2014/main" id="{7F3E3286-7F27-4E8C-8AB5-512BD0C81853}"/>
                    </a:ext>
                  </a:extLst>
                </p:cNvPr>
                <p:cNvSpPr>
                  <a:spLocks/>
                </p:cNvSpPr>
                <p:nvPr/>
              </p:nvSpPr>
              <p:spPr bwMode="auto">
                <a:xfrm>
                  <a:off x="780" y="2055"/>
                  <a:ext cx="23" cy="37"/>
                </a:xfrm>
                <a:custGeom>
                  <a:avLst/>
                  <a:gdLst>
                    <a:gd name="T0" fmla="*/ 6 w 25"/>
                    <a:gd name="T1" fmla="*/ 0 h 36"/>
                    <a:gd name="T2" fmla="*/ 6 w 25"/>
                    <a:gd name="T3" fmla="*/ 0 h 36"/>
                    <a:gd name="T4" fmla="*/ 6 w 25"/>
                    <a:gd name="T5" fmla="*/ 0 h 36"/>
                    <a:gd name="T6" fmla="*/ 6 w 25"/>
                    <a:gd name="T7" fmla="*/ 1 h 36"/>
                    <a:gd name="T8" fmla="*/ 6 w 25"/>
                    <a:gd name="T9" fmla="*/ 2 h 36"/>
                    <a:gd name="T10" fmla="*/ 6 w 25"/>
                    <a:gd name="T11" fmla="*/ 5 h 36"/>
                    <a:gd name="T12" fmla="*/ 5 w 25"/>
                    <a:gd name="T13" fmla="*/ 6 h 36"/>
                    <a:gd name="T14" fmla="*/ 3 w 25"/>
                    <a:gd name="T15" fmla="*/ 8 h 36"/>
                    <a:gd name="T16" fmla="*/ 2 w 25"/>
                    <a:gd name="T17" fmla="*/ 11 h 36"/>
                    <a:gd name="T18" fmla="*/ 1 w 25"/>
                    <a:gd name="T19" fmla="*/ 13 h 36"/>
                    <a:gd name="T20" fmla="*/ 1 w 25"/>
                    <a:gd name="T21" fmla="*/ 15 h 36"/>
                    <a:gd name="T22" fmla="*/ 0 w 25"/>
                    <a:gd name="T23" fmla="*/ 17 h 36"/>
                    <a:gd name="T24" fmla="*/ 1 w 25"/>
                    <a:gd name="T25" fmla="*/ 34 h 36"/>
                    <a:gd name="T26" fmla="*/ 1 w 25"/>
                    <a:gd name="T27" fmla="*/ 36 h 36"/>
                    <a:gd name="T28" fmla="*/ 1 w 25"/>
                    <a:gd name="T29" fmla="*/ 39 h 36"/>
                    <a:gd name="T30" fmla="*/ 1 w 25"/>
                    <a:gd name="T31" fmla="*/ 42 h 36"/>
                    <a:gd name="T32" fmla="*/ 2 w 25"/>
                    <a:gd name="T33" fmla="*/ 44 h 36"/>
                    <a:gd name="T34" fmla="*/ 5 w 25"/>
                    <a:gd name="T35" fmla="*/ 45 h 36"/>
                    <a:gd name="T36" fmla="*/ 6 w 25"/>
                    <a:gd name="T37" fmla="*/ 46 h 36"/>
                    <a:gd name="T38" fmla="*/ 6 w 25"/>
                    <a:gd name="T39" fmla="*/ 48 h 36"/>
                    <a:gd name="T40" fmla="*/ 6 w 25"/>
                    <a:gd name="T41" fmla="*/ 48 h 36"/>
                    <a:gd name="T42" fmla="*/ 6 w 25"/>
                    <a:gd name="T43" fmla="*/ 49 h 36"/>
                    <a:gd name="T44" fmla="*/ 6 w 25"/>
                    <a:gd name="T45" fmla="*/ 50 h 36"/>
                    <a:gd name="T46" fmla="*/ 6 w 25"/>
                    <a:gd name="T47" fmla="*/ 50 h 36"/>
                    <a:gd name="T48" fmla="*/ 6 w 25"/>
                    <a:gd name="T49" fmla="*/ 50 h 36"/>
                    <a:gd name="T50" fmla="*/ 6 w 25"/>
                    <a:gd name="T51" fmla="*/ 5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5" h="36">
                      <a:moveTo>
                        <a:pt x="21" y="0"/>
                      </a:moveTo>
                      <a:lnTo>
                        <a:pt x="18" y="0"/>
                      </a:lnTo>
                      <a:lnTo>
                        <a:pt x="16" y="0"/>
                      </a:lnTo>
                      <a:lnTo>
                        <a:pt x="13" y="1"/>
                      </a:lnTo>
                      <a:lnTo>
                        <a:pt x="10" y="2"/>
                      </a:lnTo>
                      <a:lnTo>
                        <a:pt x="7" y="5"/>
                      </a:lnTo>
                      <a:lnTo>
                        <a:pt x="5" y="6"/>
                      </a:lnTo>
                      <a:lnTo>
                        <a:pt x="3" y="8"/>
                      </a:lnTo>
                      <a:lnTo>
                        <a:pt x="2" y="11"/>
                      </a:lnTo>
                      <a:lnTo>
                        <a:pt x="1" y="13"/>
                      </a:lnTo>
                      <a:lnTo>
                        <a:pt x="1" y="15"/>
                      </a:lnTo>
                      <a:lnTo>
                        <a:pt x="0" y="17"/>
                      </a:lnTo>
                      <a:lnTo>
                        <a:pt x="1" y="19"/>
                      </a:lnTo>
                      <a:lnTo>
                        <a:pt x="1" y="21"/>
                      </a:lnTo>
                      <a:lnTo>
                        <a:pt x="1" y="24"/>
                      </a:lnTo>
                      <a:lnTo>
                        <a:pt x="1" y="27"/>
                      </a:lnTo>
                      <a:lnTo>
                        <a:pt x="2" y="29"/>
                      </a:lnTo>
                      <a:lnTo>
                        <a:pt x="5" y="30"/>
                      </a:lnTo>
                      <a:lnTo>
                        <a:pt x="7" y="31"/>
                      </a:lnTo>
                      <a:lnTo>
                        <a:pt x="9" y="33"/>
                      </a:lnTo>
                      <a:lnTo>
                        <a:pt x="11" y="33"/>
                      </a:lnTo>
                      <a:lnTo>
                        <a:pt x="14" y="34"/>
                      </a:lnTo>
                      <a:lnTo>
                        <a:pt x="17" y="35"/>
                      </a:lnTo>
                      <a:lnTo>
                        <a:pt x="19" y="35"/>
                      </a:lnTo>
                      <a:lnTo>
                        <a:pt x="22" y="35"/>
                      </a:lnTo>
                      <a:lnTo>
                        <a:pt x="24" y="3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1" name="Freeform 35">
                  <a:extLst>
                    <a:ext uri="{FF2B5EF4-FFF2-40B4-BE49-F238E27FC236}">
                      <a16:creationId xmlns:a16="http://schemas.microsoft.com/office/drawing/2014/main" id="{09DE2B12-E660-4ADB-874F-3E4A72C0D35E}"/>
                    </a:ext>
                  </a:extLst>
                </p:cNvPr>
                <p:cNvSpPr>
                  <a:spLocks/>
                </p:cNvSpPr>
                <p:nvPr/>
              </p:nvSpPr>
              <p:spPr bwMode="auto">
                <a:xfrm>
                  <a:off x="784" y="2091"/>
                  <a:ext cx="24" cy="35"/>
                </a:xfrm>
                <a:custGeom>
                  <a:avLst/>
                  <a:gdLst>
                    <a:gd name="T0" fmla="*/ 20 w 24"/>
                    <a:gd name="T1" fmla="*/ 0 h 36"/>
                    <a:gd name="T2" fmla="*/ 18 w 24"/>
                    <a:gd name="T3" fmla="*/ 0 h 36"/>
                    <a:gd name="T4" fmla="*/ 15 w 24"/>
                    <a:gd name="T5" fmla="*/ 0 h 36"/>
                    <a:gd name="T6" fmla="*/ 12 w 24"/>
                    <a:gd name="T7" fmla="*/ 1 h 36"/>
                    <a:gd name="T8" fmla="*/ 10 w 24"/>
                    <a:gd name="T9" fmla="*/ 2 h 36"/>
                    <a:gd name="T10" fmla="*/ 7 w 24"/>
                    <a:gd name="T11" fmla="*/ 5 h 36"/>
                    <a:gd name="T12" fmla="*/ 4 w 24"/>
                    <a:gd name="T13" fmla="*/ 6 h 36"/>
                    <a:gd name="T14" fmla="*/ 3 w 24"/>
                    <a:gd name="T15" fmla="*/ 8 h 36"/>
                    <a:gd name="T16" fmla="*/ 2 w 24"/>
                    <a:gd name="T17" fmla="*/ 11 h 36"/>
                    <a:gd name="T18" fmla="*/ 1 w 24"/>
                    <a:gd name="T19" fmla="*/ 13 h 36"/>
                    <a:gd name="T20" fmla="*/ 1 w 24"/>
                    <a:gd name="T21" fmla="*/ 15 h 36"/>
                    <a:gd name="T22" fmla="*/ 0 w 24"/>
                    <a:gd name="T23" fmla="*/ 17 h 36"/>
                    <a:gd name="T24" fmla="*/ 1 w 24"/>
                    <a:gd name="T25" fmla="*/ 18 h 36"/>
                    <a:gd name="T26" fmla="*/ 1 w 24"/>
                    <a:gd name="T27" fmla="*/ 18 h 36"/>
                    <a:gd name="T28" fmla="*/ 1 w 24"/>
                    <a:gd name="T29" fmla="*/ 18 h 36"/>
                    <a:gd name="T30" fmla="*/ 1 w 24"/>
                    <a:gd name="T31" fmla="*/ 18 h 36"/>
                    <a:gd name="T32" fmla="*/ 2 w 24"/>
                    <a:gd name="T33" fmla="*/ 18 h 36"/>
                    <a:gd name="T34" fmla="*/ 4 w 24"/>
                    <a:gd name="T35" fmla="*/ 18 h 36"/>
                    <a:gd name="T36" fmla="*/ 7 w 24"/>
                    <a:gd name="T37" fmla="*/ 18 h 36"/>
                    <a:gd name="T38" fmla="*/ 9 w 24"/>
                    <a:gd name="T39" fmla="*/ 18 h 36"/>
                    <a:gd name="T40" fmla="*/ 11 w 24"/>
                    <a:gd name="T41" fmla="*/ 18 h 36"/>
                    <a:gd name="T42" fmla="*/ 13 w 24"/>
                    <a:gd name="T43" fmla="*/ 19 h 36"/>
                    <a:gd name="T44" fmla="*/ 16 w 24"/>
                    <a:gd name="T45" fmla="*/ 20 h 36"/>
                    <a:gd name="T46" fmla="*/ 19 w 24"/>
                    <a:gd name="T47" fmla="*/ 20 h 36"/>
                    <a:gd name="T48" fmla="*/ 21 w 24"/>
                    <a:gd name="T49" fmla="*/ 20 h 36"/>
                    <a:gd name="T50" fmla="*/ 23 w 24"/>
                    <a:gd name="T51" fmla="*/ 2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36">
                      <a:moveTo>
                        <a:pt x="20" y="0"/>
                      </a:moveTo>
                      <a:lnTo>
                        <a:pt x="18" y="0"/>
                      </a:lnTo>
                      <a:lnTo>
                        <a:pt x="15" y="0"/>
                      </a:lnTo>
                      <a:lnTo>
                        <a:pt x="12" y="1"/>
                      </a:lnTo>
                      <a:lnTo>
                        <a:pt x="10" y="2"/>
                      </a:lnTo>
                      <a:lnTo>
                        <a:pt x="7" y="5"/>
                      </a:lnTo>
                      <a:lnTo>
                        <a:pt x="4" y="6"/>
                      </a:lnTo>
                      <a:lnTo>
                        <a:pt x="3" y="8"/>
                      </a:lnTo>
                      <a:lnTo>
                        <a:pt x="2" y="11"/>
                      </a:lnTo>
                      <a:lnTo>
                        <a:pt x="1" y="13"/>
                      </a:lnTo>
                      <a:lnTo>
                        <a:pt x="1" y="15"/>
                      </a:lnTo>
                      <a:lnTo>
                        <a:pt x="0" y="17"/>
                      </a:lnTo>
                      <a:lnTo>
                        <a:pt x="1" y="19"/>
                      </a:lnTo>
                      <a:lnTo>
                        <a:pt x="1" y="21"/>
                      </a:lnTo>
                      <a:lnTo>
                        <a:pt x="1" y="24"/>
                      </a:lnTo>
                      <a:lnTo>
                        <a:pt x="1" y="27"/>
                      </a:lnTo>
                      <a:lnTo>
                        <a:pt x="2" y="29"/>
                      </a:lnTo>
                      <a:lnTo>
                        <a:pt x="4" y="30"/>
                      </a:lnTo>
                      <a:lnTo>
                        <a:pt x="7" y="31"/>
                      </a:lnTo>
                      <a:lnTo>
                        <a:pt x="9" y="33"/>
                      </a:lnTo>
                      <a:lnTo>
                        <a:pt x="11" y="33"/>
                      </a:lnTo>
                      <a:lnTo>
                        <a:pt x="13" y="34"/>
                      </a:lnTo>
                      <a:lnTo>
                        <a:pt x="16" y="35"/>
                      </a:lnTo>
                      <a:lnTo>
                        <a:pt x="19" y="35"/>
                      </a:lnTo>
                      <a:lnTo>
                        <a:pt x="21" y="35"/>
                      </a:lnTo>
                      <a:lnTo>
                        <a:pt x="23" y="3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2" name="Freeform 36">
                  <a:extLst>
                    <a:ext uri="{FF2B5EF4-FFF2-40B4-BE49-F238E27FC236}">
                      <a16:creationId xmlns:a16="http://schemas.microsoft.com/office/drawing/2014/main" id="{A3A001C0-7317-4D28-8F9F-B02A065F6C94}"/>
                    </a:ext>
                  </a:extLst>
                </p:cNvPr>
                <p:cNvSpPr>
                  <a:spLocks/>
                </p:cNvSpPr>
                <p:nvPr/>
              </p:nvSpPr>
              <p:spPr bwMode="auto">
                <a:xfrm>
                  <a:off x="786" y="2126"/>
                  <a:ext cx="23" cy="33"/>
                </a:xfrm>
                <a:custGeom>
                  <a:avLst/>
                  <a:gdLst>
                    <a:gd name="T0" fmla="*/ 6 w 25"/>
                    <a:gd name="T1" fmla="*/ 0 h 35"/>
                    <a:gd name="T2" fmla="*/ 6 w 25"/>
                    <a:gd name="T3" fmla="*/ 0 h 35"/>
                    <a:gd name="T4" fmla="*/ 6 w 25"/>
                    <a:gd name="T5" fmla="*/ 0 h 35"/>
                    <a:gd name="T6" fmla="*/ 6 w 25"/>
                    <a:gd name="T7" fmla="*/ 1 h 35"/>
                    <a:gd name="T8" fmla="*/ 6 w 25"/>
                    <a:gd name="T9" fmla="*/ 2 h 35"/>
                    <a:gd name="T10" fmla="*/ 6 w 25"/>
                    <a:gd name="T11" fmla="*/ 5 h 35"/>
                    <a:gd name="T12" fmla="*/ 5 w 25"/>
                    <a:gd name="T13" fmla="*/ 6 h 35"/>
                    <a:gd name="T14" fmla="*/ 3 w 25"/>
                    <a:gd name="T15" fmla="*/ 8 h 35"/>
                    <a:gd name="T16" fmla="*/ 2 w 25"/>
                    <a:gd name="T17" fmla="*/ 8 h 35"/>
                    <a:gd name="T18" fmla="*/ 1 w 25"/>
                    <a:gd name="T19" fmla="*/ 8 h 35"/>
                    <a:gd name="T20" fmla="*/ 1 w 25"/>
                    <a:gd name="T21" fmla="*/ 8 h 35"/>
                    <a:gd name="T22" fmla="*/ 0 w 25"/>
                    <a:gd name="T23" fmla="*/ 8 h 35"/>
                    <a:gd name="T24" fmla="*/ 1 w 25"/>
                    <a:gd name="T25" fmla="*/ 8 h 35"/>
                    <a:gd name="T26" fmla="*/ 1 w 25"/>
                    <a:gd name="T27" fmla="*/ 8 h 35"/>
                    <a:gd name="T28" fmla="*/ 1 w 25"/>
                    <a:gd name="T29" fmla="*/ 9 h 35"/>
                    <a:gd name="T30" fmla="*/ 1 w 25"/>
                    <a:gd name="T31" fmla="*/ 11 h 35"/>
                    <a:gd name="T32" fmla="*/ 2 w 25"/>
                    <a:gd name="T33" fmla="*/ 12 h 35"/>
                    <a:gd name="T34" fmla="*/ 5 w 25"/>
                    <a:gd name="T35" fmla="*/ 12 h 35"/>
                    <a:gd name="T36" fmla="*/ 6 w 25"/>
                    <a:gd name="T37" fmla="*/ 13 h 35"/>
                    <a:gd name="T38" fmla="*/ 6 w 25"/>
                    <a:gd name="T39" fmla="*/ 14 h 35"/>
                    <a:gd name="T40" fmla="*/ 6 w 25"/>
                    <a:gd name="T41" fmla="*/ 14 h 35"/>
                    <a:gd name="T42" fmla="*/ 6 w 25"/>
                    <a:gd name="T43" fmla="*/ 14 h 35"/>
                    <a:gd name="T44" fmla="*/ 6 w 25"/>
                    <a:gd name="T45" fmla="*/ 15 h 35"/>
                    <a:gd name="T46" fmla="*/ 6 w 25"/>
                    <a:gd name="T47" fmla="*/ 15 h 35"/>
                    <a:gd name="T48" fmla="*/ 6 w 25"/>
                    <a:gd name="T49" fmla="*/ 15 h 35"/>
                    <a:gd name="T50" fmla="*/ 6 w 25"/>
                    <a:gd name="T51" fmla="*/ 15 h 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5" h="35">
                      <a:moveTo>
                        <a:pt x="21" y="0"/>
                      </a:moveTo>
                      <a:lnTo>
                        <a:pt x="18" y="0"/>
                      </a:lnTo>
                      <a:lnTo>
                        <a:pt x="16" y="0"/>
                      </a:lnTo>
                      <a:lnTo>
                        <a:pt x="13" y="1"/>
                      </a:lnTo>
                      <a:lnTo>
                        <a:pt x="10" y="2"/>
                      </a:lnTo>
                      <a:lnTo>
                        <a:pt x="7" y="5"/>
                      </a:lnTo>
                      <a:lnTo>
                        <a:pt x="5" y="6"/>
                      </a:lnTo>
                      <a:lnTo>
                        <a:pt x="3" y="8"/>
                      </a:lnTo>
                      <a:lnTo>
                        <a:pt x="2" y="10"/>
                      </a:lnTo>
                      <a:lnTo>
                        <a:pt x="1" y="12"/>
                      </a:lnTo>
                      <a:lnTo>
                        <a:pt x="1" y="14"/>
                      </a:lnTo>
                      <a:lnTo>
                        <a:pt x="0" y="16"/>
                      </a:lnTo>
                      <a:lnTo>
                        <a:pt x="1" y="19"/>
                      </a:lnTo>
                      <a:lnTo>
                        <a:pt x="1" y="21"/>
                      </a:lnTo>
                      <a:lnTo>
                        <a:pt x="1" y="24"/>
                      </a:lnTo>
                      <a:lnTo>
                        <a:pt x="1" y="26"/>
                      </a:lnTo>
                      <a:lnTo>
                        <a:pt x="2" y="28"/>
                      </a:lnTo>
                      <a:lnTo>
                        <a:pt x="5" y="29"/>
                      </a:lnTo>
                      <a:lnTo>
                        <a:pt x="7" y="30"/>
                      </a:lnTo>
                      <a:lnTo>
                        <a:pt x="9" y="32"/>
                      </a:lnTo>
                      <a:lnTo>
                        <a:pt x="11" y="32"/>
                      </a:lnTo>
                      <a:lnTo>
                        <a:pt x="14" y="33"/>
                      </a:lnTo>
                      <a:lnTo>
                        <a:pt x="17" y="34"/>
                      </a:lnTo>
                      <a:lnTo>
                        <a:pt x="19" y="34"/>
                      </a:lnTo>
                      <a:lnTo>
                        <a:pt x="22" y="34"/>
                      </a:lnTo>
                      <a:lnTo>
                        <a:pt x="24" y="3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3" name="Line 37">
                  <a:extLst>
                    <a:ext uri="{FF2B5EF4-FFF2-40B4-BE49-F238E27FC236}">
                      <a16:creationId xmlns:a16="http://schemas.microsoft.com/office/drawing/2014/main" id="{2C87FB32-5FC6-4838-8812-216C65AA4CD3}"/>
                    </a:ext>
                  </a:extLst>
                </p:cNvPr>
                <p:cNvSpPr>
                  <a:spLocks noChangeShapeType="1"/>
                </p:cNvSpPr>
                <p:nvPr/>
              </p:nvSpPr>
              <p:spPr bwMode="auto">
                <a:xfrm flipH="1" flipV="1">
                  <a:off x="810" y="2159"/>
                  <a:ext cx="8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94" name="Freeform 38">
                  <a:extLst>
                    <a:ext uri="{FF2B5EF4-FFF2-40B4-BE49-F238E27FC236}">
                      <a16:creationId xmlns:a16="http://schemas.microsoft.com/office/drawing/2014/main" id="{9B1BE77A-C238-4DB5-8926-B4665FBB43D4}"/>
                    </a:ext>
                  </a:extLst>
                </p:cNvPr>
                <p:cNvSpPr>
                  <a:spLocks/>
                </p:cNvSpPr>
                <p:nvPr/>
              </p:nvSpPr>
              <p:spPr bwMode="auto">
                <a:xfrm>
                  <a:off x="882" y="2120"/>
                  <a:ext cx="62" cy="39"/>
                </a:xfrm>
                <a:custGeom>
                  <a:avLst/>
                  <a:gdLst>
                    <a:gd name="T0" fmla="*/ 46 w 63"/>
                    <a:gd name="T1" fmla="*/ 0 h 41"/>
                    <a:gd name="T2" fmla="*/ 47 w 63"/>
                    <a:gd name="T3" fmla="*/ 2 h 41"/>
                    <a:gd name="T4" fmla="*/ 47 w 63"/>
                    <a:gd name="T5" fmla="*/ 5 h 41"/>
                    <a:gd name="T6" fmla="*/ 47 w 63"/>
                    <a:gd name="T7" fmla="*/ 8 h 41"/>
                    <a:gd name="T8" fmla="*/ 47 w 63"/>
                    <a:gd name="T9" fmla="*/ 10 h 41"/>
                    <a:gd name="T10" fmla="*/ 45 w 63"/>
                    <a:gd name="T11" fmla="*/ 10 h 41"/>
                    <a:gd name="T12" fmla="*/ 44 w 63"/>
                    <a:gd name="T13" fmla="*/ 10 h 41"/>
                    <a:gd name="T14" fmla="*/ 41 w 63"/>
                    <a:gd name="T15" fmla="*/ 10 h 41"/>
                    <a:gd name="T16" fmla="*/ 39 w 63"/>
                    <a:gd name="T17" fmla="*/ 10 h 41"/>
                    <a:gd name="T18" fmla="*/ 33 w 63"/>
                    <a:gd name="T19" fmla="*/ 10 h 41"/>
                    <a:gd name="T20" fmla="*/ 31 w 63"/>
                    <a:gd name="T21" fmla="*/ 11 h 41"/>
                    <a:gd name="T22" fmla="*/ 31 w 63"/>
                    <a:gd name="T23" fmla="*/ 13 h 41"/>
                    <a:gd name="T24" fmla="*/ 31 w 63"/>
                    <a:gd name="T25" fmla="*/ 15 h 41"/>
                    <a:gd name="T26" fmla="*/ 31 w 63"/>
                    <a:gd name="T27" fmla="*/ 16 h 41"/>
                    <a:gd name="T28" fmla="*/ 31 w 63"/>
                    <a:gd name="T29" fmla="*/ 17 h 41"/>
                    <a:gd name="T30" fmla="*/ 31 w 63"/>
                    <a:gd name="T31" fmla="*/ 17 h 41"/>
                    <a:gd name="T32" fmla="*/ 30 w 63"/>
                    <a:gd name="T33" fmla="*/ 18 h 41"/>
                    <a:gd name="T34" fmla="*/ 26 w 63"/>
                    <a:gd name="T35" fmla="*/ 18 h 41"/>
                    <a:gd name="T36" fmla="*/ 24 w 63"/>
                    <a:gd name="T37" fmla="*/ 19 h 41"/>
                    <a:gd name="T38" fmla="*/ 22 w 63"/>
                    <a:gd name="T39" fmla="*/ 19 h 41"/>
                    <a:gd name="T40" fmla="*/ 20 w 63"/>
                    <a:gd name="T41" fmla="*/ 19 h 41"/>
                    <a:gd name="T42" fmla="*/ 17 w 63"/>
                    <a:gd name="T43" fmla="*/ 20 h 41"/>
                    <a:gd name="T44" fmla="*/ 14 w 63"/>
                    <a:gd name="T45" fmla="*/ 20 h 41"/>
                    <a:gd name="T46" fmla="*/ 11 w 63"/>
                    <a:gd name="T47" fmla="*/ 20 h 41"/>
                    <a:gd name="T48" fmla="*/ 9 w 63"/>
                    <a:gd name="T49" fmla="*/ 20 h 41"/>
                    <a:gd name="T50" fmla="*/ 7 w 63"/>
                    <a:gd name="T51" fmla="*/ 20 h 41"/>
                    <a:gd name="T52" fmla="*/ 5 w 63"/>
                    <a:gd name="T53" fmla="*/ 20 h 41"/>
                    <a:gd name="T54" fmla="*/ 0 w 63"/>
                    <a:gd name="T55" fmla="*/ 20 h 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3" h="41">
                      <a:moveTo>
                        <a:pt x="61" y="0"/>
                      </a:moveTo>
                      <a:lnTo>
                        <a:pt x="62" y="2"/>
                      </a:lnTo>
                      <a:lnTo>
                        <a:pt x="62" y="5"/>
                      </a:lnTo>
                      <a:lnTo>
                        <a:pt x="62" y="8"/>
                      </a:lnTo>
                      <a:lnTo>
                        <a:pt x="62" y="10"/>
                      </a:lnTo>
                      <a:lnTo>
                        <a:pt x="60" y="13"/>
                      </a:lnTo>
                      <a:lnTo>
                        <a:pt x="59" y="15"/>
                      </a:lnTo>
                      <a:lnTo>
                        <a:pt x="56" y="17"/>
                      </a:lnTo>
                      <a:lnTo>
                        <a:pt x="54" y="19"/>
                      </a:lnTo>
                      <a:lnTo>
                        <a:pt x="48" y="25"/>
                      </a:lnTo>
                      <a:lnTo>
                        <a:pt x="46" y="26"/>
                      </a:lnTo>
                      <a:lnTo>
                        <a:pt x="44" y="28"/>
                      </a:lnTo>
                      <a:lnTo>
                        <a:pt x="42" y="30"/>
                      </a:lnTo>
                      <a:lnTo>
                        <a:pt x="38" y="33"/>
                      </a:lnTo>
                      <a:lnTo>
                        <a:pt x="36" y="34"/>
                      </a:lnTo>
                      <a:lnTo>
                        <a:pt x="33" y="35"/>
                      </a:lnTo>
                      <a:lnTo>
                        <a:pt x="30" y="36"/>
                      </a:lnTo>
                      <a:lnTo>
                        <a:pt x="26" y="37"/>
                      </a:lnTo>
                      <a:lnTo>
                        <a:pt x="24" y="38"/>
                      </a:lnTo>
                      <a:lnTo>
                        <a:pt x="22" y="39"/>
                      </a:lnTo>
                      <a:lnTo>
                        <a:pt x="20" y="39"/>
                      </a:lnTo>
                      <a:lnTo>
                        <a:pt x="17" y="40"/>
                      </a:lnTo>
                      <a:lnTo>
                        <a:pt x="14" y="40"/>
                      </a:lnTo>
                      <a:lnTo>
                        <a:pt x="11" y="40"/>
                      </a:lnTo>
                      <a:lnTo>
                        <a:pt x="9" y="40"/>
                      </a:lnTo>
                      <a:lnTo>
                        <a:pt x="7" y="40"/>
                      </a:lnTo>
                      <a:lnTo>
                        <a:pt x="5" y="40"/>
                      </a:lnTo>
                      <a:lnTo>
                        <a:pt x="0" y="4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5" name="Freeform 39">
                  <a:extLst>
                    <a:ext uri="{FF2B5EF4-FFF2-40B4-BE49-F238E27FC236}">
                      <a16:creationId xmlns:a16="http://schemas.microsoft.com/office/drawing/2014/main" id="{CCF719B3-2D3E-4711-9303-96C70580BB2E}"/>
                    </a:ext>
                  </a:extLst>
                </p:cNvPr>
                <p:cNvSpPr>
                  <a:spLocks/>
                </p:cNvSpPr>
                <p:nvPr/>
              </p:nvSpPr>
              <p:spPr bwMode="auto">
                <a:xfrm>
                  <a:off x="838" y="2055"/>
                  <a:ext cx="24" cy="37"/>
                </a:xfrm>
                <a:custGeom>
                  <a:avLst/>
                  <a:gdLst>
                    <a:gd name="T0" fmla="*/ 2 w 24"/>
                    <a:gd name="T1" fmla="*/ 50 h 36"/>
                    <a:gd name="T2" fmla="*/ 4 w 24"/>
                    <a:gd name="T3" fmla="*/ 50 h 36"/>
                    <a:gd name="T4" fmla="*/ 7 w 24"/>
                    <a:gd name="T5" fmla="*/ 50 h 36"/>
                    <a:gd name="T6" fmla="*/ 10 w 24"/>
                    <a:gd name="T7" fmla="*/ 49 h 36"/>
                    <a:gd name="T8" fmla="*/ 12 w 24"/>
                    <a:gd name="T9" fmla="*/ 48 h 36"/>
                    <a:gd name="T10" fmla="*/ 16 w 24"/>
                    <a:gd name="T11" fmla="*/ 45 h 36"/>
                    <a:gd name="T12" fmla="*/ 19 w 24"/>
                    <a:gd name="T13" fmla="*/ 44 h 36"/>
                    <a:gd name="T14" fmla="*/ 20 w 24"/>
                    <a:gd name="T15" fmla="*/ 42 h 36"/>
                    <a:gd name="T16" fmla="*/ 21 w 24"/>
                    <a:gd name="T17" fmla="*/ 39 h 36"/>
                    <a:gd name="T18" fmla="*/ 22 w 24"/>
                    <a:gd name="T19" fmla="*/ 37 h 36"/>
                    <a:gd name="T20" fmla="*/ 22 w 24"/>
                    <a:gd name="T21" fmla="*/ 35 h 36"/>
                    <a:gd name="T22" fmla="*/ 23 w 24"/>
                    <a:gd name="T23" fmla="*/ 33 h 36"/>
                    <a:gd name="T24" fmla="*/ 22 w 24"/>
                    <a:gd name="T25" fmla="*/ 16 h 36"/>
                    <a:gd name="T26" fmla="*/ 22 w 24"/>
                    <a:gd name="T27" fmla="*/ 14 h 36"/>
                    <a:gd name="T28" fmla="*/ 22 w 24"/>
                    <a:gd name="T29" fmla="*/ 11 h 36"/>
                    <a:gd name="T30" fmla="*/ 22 w 24"/>
                    <a:gd name="T31" fmla="*/ 8 h 36"/>
                    <a:gd name="T32" fmla="*/ 21 w 24"/>
                    <a:gd name="T33" fmla="*/ 6 h 36"/>
                    <a:gd name="T34" fmla="*/ 19 w 24"/>
                    <a:gd name="T35" fmla="*/ 5 h 36"/>
                    <a:gd name="T36" fmla="*/ 16 w 24"/>
                    <a:gd name="T37" fmla="*/ 4 h 36"/>
                    <a:gd name="T38" fmla="*/ 15 w 24"/>
                    <a:gd name="T39" fmla="*/ 2 h 36"/>
                    <a:gd name="T40" fmla="*/ 12 w 24"/>
                    <a:gd name="T41" fmla="*/ 2 h 36"/>
                    <a:gd name="T42" fmla="*/ 10 w 24"/>
                    <a:gd name="T43" fmla="*/ 1 h 36"/>
                    <a:gd name="T44" fmla="*/ 7 w 24"/>
                    <a:gd name="T45" fmla="*/ 0 h 36"/>
                    <a:gd name="T46" fmla="*/ 4 w 24"/>
                    <a:gd name="T47" fmla="*/ 0 h 36"/>
                    <a:gd name="T48" fmla="*/ 2 w 24"/>
                    <a:gd name="T49" fmla="*/ 0 h 36"/>
                    <a:gd name="T50" fmla="*/ 0 w 24"/>
                    <a:gd name="T51" fmla="*/ 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36">
                      <a:moveTo>
                        <a:pt x="2" y="35"/>
                      </a:moveTo>
                      <a:lnTo>
                        <a:pt x="4" y="35"/>
                      </a:lnTo>
                      <a:lnTo>
                        <a:pt x="7" y="35"/>
                      </a:lnTo>
                      <a:lnTo>
                        <a:pt x="10" y="34"/>
                      </a:lnTo>
                      <a:lnTo>
                        <a:pt x="12" y="33"/>
                      </a:lnTo>
                      <a:lnTo>
                        <a:pt x="16" y="30"/>
                      </a:lnTo>
                      <a:lnTo>
                        <a:pt x="19" y="29"/>
                      </a:lnTo>
                      <a:lnTo>
                        <a:pt x="20" y="27"/>
                      </a:lnTo>
                      <a:lnTo>
                        <a:pt x="21" y="24"/>
                      </a:lnTo>
                      <a:lnTo>
                        <a:pt x="22" y="22"/>
                      </a:lnTo>
                      <a:lnTo>
                        <a:pt x="22" y="20"/>
                      </a:lnTo>
                      <a:lnTo>
                        <a:pt x="23" y="18"/>
                      </a:lnTo>
                      <a:lnTo>
                        <a:pt x="22" y="16"/>
                      </a:lnTo>
                      <a:lnTo>
                        <a:pt x="22" y="14"/>
                      </a:lnTo>
                      <a:lnTo>
                        <a:pt x="22" y="11"/>
                      </a:lnTo>
                      <a:lnTo>
                        <a:pt x="22" y="8"/>
                      </a:lnTo>
                      <a:lnTo>
                        <a:pt x="21" y="6"/>
                      </a:lnTo>
                      <a:lnTo>
                        <a:pt x="19" y="5"/>
                      </a:lnTo>
                      <a:lnTo>
                        <a:pt x="16" y="4"/>
                      </a:lnTo>
                      <a:lnTo>
                        <a:pt x="15" y="2"/>
                      </a:lnTo>
                      <a:lnTo>
                        <a:pt x="12" y="2"/>
                      </a:lnTo>
                      <a:lnTo>
                        <a:pt x="10" y="1"/>
                      </a:lnTo>
                      <a:lnTo>
                        <a:pt x="7" y="0"/>
                      </a:lnTo>
                      <a:lnTo>
                        <a:pt x="4" y="0"/>
                      </a:lnTo>
                      <a:lnTo>
                        <a:pt x="2" y="0"/>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6" name="Freeform 40">
                  <a:extLst>
                    <a:ext uri="{FF2B5EF4-FFF2-40B4-BE49-F238E27FC236}">
                      <a16:creationId xmlns:a16="http://schemas.microsoft.com/office/drawing/2014/main" id="{E9B9D023-3F98-4D5E-ADE0-EBCF522E0BAF}"/>
                    </a:ext>
                  </a:extLst>
                </p:cNvPr>
                <p:cNvSpPr>
                  <a:spLocks/>
                </p:cNvSpPr>
                <p:nvPr/>
              </p:nvSpPr>
              <p:spPr bwMode="auto">
                <a:xfrm>
                  <a:off x="839" y="2091"/>
                  <a:ext cx="24" cy="35"/>
                </a:xfrm>
                <a:custGeom>
                  <a:avLst/>
                  <a:gdLst>
                    <a:gd name="T0" fmla="*/ 2 w 24"/>
                    <a:gd name="T1" fmla="*/ 20 h 36"/>
                    <a:gd name="T2" fmla="*/ 4 w 24"/>
                    <a:gd name="T3" fmla="*/ 20 h 36"/>
                    <a:gd name="T4" fmla="*/ 7 w 24"/>
                    <a:gd name="T5" fmla="*/ 20 h 36"/>
                    <a:gd name="T6" fmla="*/ 10 w 24"/>
                    <a:gd name="T7" fmla="*/ 19 h 36"/>
                    <a:gd name="T8" fmla="*/ 12 w 24"/>
                    <a:gd name="T9" fmla="*/ 18 h 36"/>
                    <a:gd name="T10" fmla="*/ 16 w 24"/>
                    <a:gd name="T11" fmla="*/ 18 h 36"/>
                    <a:gd name="T12" fmla="*/ 19 w 24"/>
                    <a:gd name="T13" fmla="*/ 18 h 36"/>
                    <a:gd name="T14" fmla="*/ 20 w 24"/>
                    <a:gd name="T15" fmla="*/ 18 h 36"/>
                    <a:gd name="T16" fmla="*/ 21 w 24"/>
                    <a:gd name="T17" fmla="*/ 18 h 36"/>
                    <a:gd name="T18" fmla="*/ 22 w 24"/>
                    <a:gd name="T19" fmla="*/ 18 h 36"/>
                    <a:gd name="T20" fmla="*/ 22 w 24"/>
                    <a:gd name="T21" fmla="*/ 18 h 36"/>
                    <a:gd name="T22" fmla="*/ 23 w 24"/>
                    <a:gd name="T23" fmla="*/ 18 h 36"/>
                    <a:gd name="T24" fmla="*/ 22 w 24"/>
                    <a:gd name="T25" fmla="*/ 16 h 36"/>
                    <a:gd name="T26" fmla="*/ 22 w 24"/>
                    <a:gd name="T27" fmla="*/ 14 h 36"/>
                    <a:gd name="T28" fmla="*/ 22 w 24"/>
                    <a:gd name="T29" fmla="*/ 11 h 36"/>
                    <a:gd name="T30" fmla="*/ 22 w 24"/>
                    <a:gd name="T31" fmla="*/ 8 h 36"/>
                    <a:gd name="T32" fmla="*/ 21 w 24"/>
                    <a:gd name="T33" fmla="*/ 6 h 36"/>
                    <a:gd name="T34" fmla="*/ 19 w 24"/>
                    <a:gd name="T35" fmla="*/ 5 h 36"/>
                    <a:gd name="T36" fmla="*/ 16 w 24"/>
                    <a:gd name="T37" fmla="*/ 4 h 36"/>
                    <a:gd name="T38" fmla="*/ 15 w 24"/>
                    <a:gd name="T39" fmla="*/ 2 h 36"/>
                    <a:gd name="T40" fmla="*/ 12 w 24"/>
                    <a:gd name="T41" fmla="*/ 2 h 36"/>
                    <a:gd name="T42" fmla="*/ 10 w 24"/>
                    <a:gd name="T43" fmla="*/ 1 h 36"/>
                    <a:gd name="T44" fmla="*/ 7 w 24"/>
                    <a:gd name="T45" fmla="*/ 0 h 36"/>
                    <a:gd name="T46" fmla="*/ 4 w 24"/>
                    <a:gd name="T47" fmla="*/ 0 h 36"/>
                    <a:gd name="T48" fmla="*/ 2 w 24"/>
                    <a:gd name="T49" fmla="*/ 0 h 36"/>
                    <a:gd name="T50" fmla="*/ 0 w 24"/>
                    <a:gd name="T51" fmla="*/ 0 h 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36">
                      <a:moveTo>
                        <a:pt x="2" y="35"/>
                      </a:moveTo>
                      <a:lnTo>
                        <a:pt x="4" y="35"/>
                      </a:lnTo>
                      <a:lnTo>
                        <a:pt x="7" y="35"/>
                      </a:lnTo>
                      <a:lnTo>
                        <a:pt x="10" y="34"/>
                      </a:lnTo>
                      <a:lnTo>
                        <a:pt x="12" y="33"/>
                      </a:lnTo>
                      <a:lnTo>
                        <a:pt x="16" y="30"/>
                      </a:lnTo>
                      <a:lnTo>
                        <a:pt x="19" y="29"/>
                      </a:lnTo>
                      <a:lnTo>
                        <a:pt x="20" y="27"/>
                      </a:lnTo>
                      <a:lnTo>
                        <a:pt x="21" y="24"/>
                      </a:lnTo>
                      <a:lnTo>
                        <a:pt x="22" y="22"/>
                      </a:lnTo>
                      <a:lnTo>
                        <a:pt x="22" y="20"/>
                      </a:lnTo>
                      <a:lnTo>
                        <a:pt x="23" y="18"/>
                      </a:lnTo>
                      <a:lnTo>
                        <a:pt x="22" y="16"/>
                      </a:lnTo>
                      <a:lnTo>
                        <a:pt x="22" y="14"/>
                      </a:lnTo>
                      <a:lnTo>
                        <a:pt x="22" y="11"/>
                      </a:lnTo>
                      <a:lnTo>
                        <a:pt x="22" y="8"/>
                      </a:lnTo>
                      <a:lnTo>
                        <a:pt x="21" y="6"/>
                      </a:lnTo>
                      <a:lnTo>
                        <a:pt x="19" y="5"/>
                      </a:lnTo>
                      <a:lnTo>
                        <a:pt x="16" y="4"/>
                      </a:lnTo>
                      <a:lnTo>
                        <a:pt x="15" y="2"/>
                      </a:lnTo>
                      <a:lnTo>
                        <a:pt x="12" y="2"/>
                      </a:lnTo>
                      <a:lnTo>
                        <a:pt x="10" y="1"/>
                      </a:lnTo>
                      <a:lnTo>
                        <a:pt x="7" y="0"/>
                      </a:lnTo>
                      <a:lnTo>
                        <a:pt x="4" y="0"/>
                      </a:lnTo>
                      <a:lnTo>
                        <a:pt x="2" y="0"/>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7" name="Freeform 41">
                  <a:extLst>
                    <a:ext uri="{FF2B5EF4-FFF2-40B4-BE49-F238E27FC236}">
                      <a16:creationId xmlns:a16="http://schemas.microsoft.com/office/drawing/2014/main" id="{EFA35459-B87E-4C1B-9E64-0204E12F675E}"/>
                    </a:ext>
                  </a:extLst>
                </p:cNvPr>
                <p:cNvSpPr>
                  <a:spLocks/>
                </p:cNvSpPr>
                <p:nvPr/>
              </p:nvSpPr>
              <p:spPr bwMode="auto">
                <a:xfrm>
                  <a:off x="840" y="2126"/>
                  <a:ext cx="26" cy="33"/>
                </a:xfrm>
                <a:custGeom>
                  <a:avLst/>
                  <a:gdLst>
                    <a:gd name="T0" fmla="*/ 2 w 26"/>
                    <a:gd name="T1" fmla="*/ 15 h 35"/>
                    <a:gd name="T2" fmla="*/ 5 w 26"/>
                    <a:gd name="T3" fmla="*/ 15 h 35"/>
                    <a:gd name="T4" fmla="*/ 7 w 26"/>
                    <a:gd name="T5" fmla="*/ 15 h 35"/>
                    <a:gd name="T6" fmla="*/ 11 w 26"/>
                    <a:gd name="T7" fmla="*/ 14 h 35"/>
                    <a:gd name="T8" fmla="*/ 13 w 26"/>
                    <a:gd name="T9" fmla="*/ 14 h 35"/>
                    <a:gd name="T10" fmla="*/ 18 w 26"/>
                    <a:gd name="T11" fmla="*/ 12 h 35"/>
                    <a:gd name="T12" fmla="*/ 20 w 26"/>
                    <a:gd name="T13" fmla="*/ 12 h 35"/>
                    <a:gd name="T14" fmla="*/ 21 w 26"/>
                    <a:gd name="T15" fmla="*/ 11 h 35"/>
                    <a:gd name="T16" fmla="*/ 23 w 26"/>
                    <a:gd name="T17" fmla="*/ 9 h 35"/>
                    <a:gd name="T18" fmla="*/ 24 w 26"/>
                    <a:gd name="T19" fmla="*/ 8 h 35"/>
                    <a:gd name="T20" fmla="*/ 24 w 26"/>
                    <a:gd name="T21" fmla="*/ 8 h 35"/>
                    <a:gd name="T22" fmla="*/ 25 w 26"/>
                    <a:gd name="T23" fmla="*/ 8 h 35"/>
                    <a:gd name="T24" fmla="*/ 24 w 26"/>
                    <a:gd name="T25" fmla="*/ 8 h 35"/>
                    <a:gd name="T26" fmla="*/ 24 w 26"/>
                    <a:gd name="T27" fmla="*/ 8 h 35"/>
                    <a:gd name="T28" fmla="*/ 24 w 26"/>
                    <a:gd name="T29" fmla="*/ 8 h 35"/>
                    <a:gd name="T30" fmla="*/ 24 w 26"/>
                    <a:gd name="T31" fmla="*/ 8 h 35"/>
                    <a:gd name="T32" fmla="*/ 23 w 26"/>
                    <a:gd name="T33" fmla="*/ 6 h 35"/>
                    <a:gd name="T34" fmla="*/ 20 w 26"/>
                    <a:gd name="T35" fmla="*/ 5 h 35"/>
                    <a:gd name="T36" fmla="*/ 18 w 26"/>
                    <a:gd name="T37" fmla="*/ 4 h 35"/>
                    <a:gd name="T38" fmla="*/ 16 w 26"/>
                    <a:gd name="T39" fmla="*/ 2 h 35"/>
                    <a:gd name="T40" fmla="*/ 13 w 26"/>
                    <a:gd name="T41" fmla="*/ 2 h 35"/>
                    <a:gd name="T42" fmla="*/ 11 w 26"/>
                    <a:gd name="T43" fmla="*/ 1 h 35"/>
                    <a:gd name="T44" fmla="*/ 7 w 26"/>
                    <a:gd name="T45" fmla="*/ 0 h 35"/>
                    <a:gd name="T46" fmla="*/ 5 w 26"/>
                    <a:gd name="T47" fmla="*/ 0 h 35"/>
                    <a:gd name="T48" fmla="*/ 2 w 26"/>
                    <a:gd name="T49" fmla="*/ 0 h 35"/>
                    <a:gd name="T50" fmla="*/ 0 w 26"/>
                    <a:gd name="T51" fmla="*/ 0 h 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6" h="35">
                      <a:moveTo>
                        <a:pt x="2" y="34"/>
                      </a:moveTo>
                      <a:lnTo>
                        <a:pt x="5" y="34"/>
                      </a:lnTo>
                      <a:lnTo>
                        <a:pt x="7" y="34"/>
                      </a:lnTo>
                      <a:lnTo>
                        <a:pt x="11" y="33"/>
                      </a:lnTo>
                      <a:lnTo>
                        <a:pt x="13" y="32"/>
                      </a:lnTo>
                      <a:lnTo>
                        <a:pt x="18" y="29"/>
                      </a:lnTo>
                      <a:lnTo>
                        <a:pt x="20" y="28"/>
                      </a:lnTo>
                      <a:lnTo>
                        <a:pt x="21" y="26"/>
                      </a:lnTo>
                      <a:lnTo>
                        <a:pt x="23" y="24"/>
                      </a:lnTo>
                      <a:lnTo>
                        <a:pt x="24" y="22"/>
                      </a:lnTo>
                      <a:lnTo>
                        <a:pt x="24" y="20"/>
                      </a:lnTo>
                      <a:lnTo>
                        <a:pt x="25" y="18"/>
                      </a:lnTo>
                      <a:lnTo>
                        <a:pt x="24" y="15"/>
                      </a:lnTo>
                      <a:lnTo>
                        <a:pt x="24" y="13"/>
                      </a:lnTo>
                      <a:lnTo>
                        <a:pt x="24" y="10"/>
                      </a:lnTo>
                      <a:lnTo>
                        <a:pt x="24" y="8"/>
                      </a:lnTo>
                      <a:lnTo>
                        <a:pt x="23" y="6"/>
                      </a:lnTo>
                      <a:lnTo>
                        <a:pt x="20" y="5"/>
                      </a:lnTo>
                      <a:lnTo>
                        <a:pt x="18" y="4"/>
                      </a:lnTo>
                      <a:lnTo>
                        <a:pt x="16" y="2"/>
                      </a:lnTo>
                      <a:lnTo>
                        <a:pt x="13" y="2"/>
                      </a:lnTo>
                      <a:lnTo>
                        <a:pt x="11" y="1"/>
                      </a:lnTo>
                      <a:lnTo>
                        <a:pt x="7" y="0"/>
                      </a:lnTo>
                      <a:lnTo>
                        <a:pt x="5" y="0"/>
                      </a:lnTo>
                      <a:lnTo>
                        <a:pt x="2" y="0"/>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98" name="Line 42">
                  <a:extLst>
                    <a:ext uri="{FF2B5EF4-FFF2-40B4-BE49-F238E27FC236}">
                      <a16:creationId xmlns:a16="http://schemas.microsoft.com/office/drawing/2014/main" id="{779AAAC2-4170-47D1-BFBD-2F9C011DC54F}"/>
                    </a:ext>
                  </a:extLst>
                </p:cNvPr>
                <p:cNvSpPr>
                  <a:spLocks noChangeShapeType="1"/>
                </p:cNvSpPr>
                <p:nvPr/>
              </p:nvSpPr>
              <p:spPr bwMode="auto">
                <a:xfrm>
                  <a:off x="803" y="2090"/>
                  <a:ext cx="3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99" name="Line 43">
                  <a:extLst>
                    <a:ext uri="{FF2B5EF4-FFF2-40B4-BE49-F238E27FC236}">
                      <a16:creationId xmlns:a16="http://schemas.microsoft.com/office/drawing/2014/main" id="{22A09E89-7C9B-4698-A089-EDA0F128ABB4}"/>
                    </a:ext>
                  </a:extLst>
                </p:cNvPr>
                <p:cNvSpPr>
                  <a:spLocks noChangeShapeType="1"/>
                </p:cNvSpPr>
                <p:nvPr/>
              </p:nvSpPr>
              <p:spPr bwMode="auto">
                <a:xfrm>
                  <a:off x="807" y="2126"/>
                  <a:ext cx="3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grpSp>
        <p:grpSp>
          <p:nvGrpSpPr>
            <p:cNvPr id="34826" name="Group 44">
              <a:extLst>
                <a:ext uri="{FF2B5EF4-FFF2-40B4-BE49-F238E27FC236}">
                  <a16:creationId xmlns:a16="http://schemas.microsoft.com/office/drawing/2014/main" id="{CC7C210A-8382-44C9-9FE7-DBF072887877}"/>
                </a:ext>
              </a:extLst>
            </p:cNvPr>
            <p:cNvGrpSpPr>
              <a:grpSpLocks/>
            </p:cNvGrpSpPr>
            <p:nvPr/>
          </p:nvGrpSpPr>
          <p:grpSpPr bwMode="auto">
            <a:xfrm>
              <a:off x="3479800" y="4900613"/>
              <a:ext cx="373063" cy="461962"/>
              <a:chOff x="1199" y="3148"/>
              <a:chExt cx="287" cy="356"/>
            </a:xfrm>
          </p:grpSpPr>
          <p:sp>
            <p:nvSpPr>
              <p:cNvPr id="34851" name="Oval 45">
                <a:extLst>
                  <a:ext uri="{FF2B5EF4-FFF2-40B4-BE49-F238E27FC236}">
                    <a16:creationId xmlns:a16="http://schemas.microsoft.com/office/drawing/2014/main" id="{4D4CE82E-69E3-4D81-88DC-595E0BA8C481}"/>
                  </a:ext>
                </a:extLst>
              </p:cNvPr>
              <p:cNvSpPr>
                <a:spLocks noChangeArrowheads="1"/>
              </p:cNvSpPr>
              <p:nvPr/>
            </p:nvSpPr>
            <p:spPr bwMode="auto">
              <a:xfrm>
                <a:off x="1199" y="3148"/>
                <a:ext cx="287" cy="287"/>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52" name="Line 46">
                <a:extLst>
                  <a:ext uri="{FF2B5EF4-FFF2-40B4-BE49-F238E27FC236}">
                    <a16:creationId xmlns:a16="http://schemas.microsoft.com/office/drawing/2014/main" id="{18BABB40-64FA-4B70-A3A7-7673340FDAC2}"/>
                  </a:ext>
                </a:extLst>
              </p:cNvPr>
              <p:cNvSpPr>
                <a:spLocks noChangeShapeType="1"/>
              </p:cNvSpPr>
              <p:nvPr/>
            </p:nvSpPr>
            <p:spPr bwMode="auto">
              <a:xfrm flipH="1">
                <a:off x="1232" y="3415"/>
                <a:ext cx="27" cy="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53" name="Line 47">
                <a:extLst>
                  <a:ext uri="{FF2B5EF4-FFF2-40B4-BE49-F238E27FC236}">
                    <a16:creationId xmlns:a16="http://schemas.microsoft.com/office/drawing/2014/main" id="{0DD75E8D-B2CD-414B-ACD4-A5F36DD7F8DF}"/>
                  </a:ext>
                </a:extLst>
              </p:cNvPr>
              <p:cNvSpPr>
                <a:spLocks noChangeShapeType="1"/>
              </p:cNvSpPr>
              <p:nvPr/>
            </p:nvSpPr>
            <p:spPr bwMode="auto">
              <a:xfrm>
                <a:off x="1435" y="3410"/>
                <a:ext cx="27" cy="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54" name="Freeform 48">
                <a:extLst>
                  <a:ext uri="{FF2B5EF4-FFF2-40B4-BE49-F238E27FC236}">
                    <a16:creationId xmlns:a16="http://schemas.microsoft.com/office/drawing/2014/main" id="{4D44A551-9706-48EA-B4E4-E873EB4336A7}"/>
                  </a:ext>
                </a:extLst>
              </p:cNvPr>
              <p:cNvSpPr>
                <a:spLocks/>
              </p:cNvSpPr>
              <p:nvPr/>
            </p:nvSpPr>
            <p:spPr bwMode="auto">
              <a:xfrm>
                <a:off x="1233" y="3465"/>
                <a:ext cx="233" cy="39"/>
              </a:xfrm>
              <a:custGeom>
                <a:avLst/>
                <a:gdLst>
                  <a:gd name="T0" fmla="*/ 231 w 233"/>
                  <a:gd name="T1" fmla="*/ 3 h 39"/>
                  <a:gd name="T2" fmla="*/ 225 w 233"/>
                  <a:gd name="T3" fmla="*/ 5 h 39"/>
                  <a:gd name="T4" fmla="*/ 220 w 233"/>
                  <a:gd name="T5" fmla="*/ 9 h 39"/>
                  <a:gd name="T6" fmla="*/ 212 w 233"/>
                  <a:gd name="T7" fmla="*/ 13 h 39"/>
                  <a:gd name="T8" fmla="*/ 203 w 233"/>
                  <a:gd name="T9" fmla="*/ 17 h 39"/>
                  <a:gd name="T10" fmla="*/ 198 w 233"/>
                  <a:gd name="T11" fmla="*/ 20 h 39"/>
                  <a:gd name="T12" fmla="*/ 192 w 233"/>
                  <a:gd name="T13" fmla="*/ 22 h 39"/>
                  <a:gd name="T14" fmla="*/ 187 w 233"/>
                  <a:gd name="T15" fmla="*/ 24 h 39"/>
                  <a:gd name="T16" fmla="*/ 182 w 233"/>
                  <a:gd name="T17" fmla="*/ 26 h 39"/>
                  <a:gd name="T18" fmla="*/ 172 w 233"/>
                  <a:gd name="T19" fmla="*/ 29 h 39"/>
                  <a:gd name="T20" fmla="*/ 167 w 233"/>
                  <a:gd name="T21" fmla="*/ 30 h 39"/>
                  <a:gd name="T22" fmla="*/ 156 w 233"/>
                  <a:gd name="T23" fmla="*/ 33 h 39"/>
                  <a:gd name="T24" fmla="*/ 151 w 233"/>
                  <a:gd name="T25" fmla="*/ 34 h 39"/>
                  <a:gd name="T26" fmla="*/ 146 w 233"/>
                  <a:gd name="T27" fmla="*/ 35 h 39"/>
                  <a:gd name="T28" fmla="*/ 141 w 233"/>
                  <a:gd name="T29" fmla="*/ 37 h 39"/>
                  <a:gd name="T30" fmla="*/ 130 w 233"/>
                  <a:gd name="T31" fmla="*/ 37 h 39"/>
                  <a:gd name="T32" fmla="*/ 125 w 233"/>
                  <a:gd name="T33" fmla="*/ 38 h 39"/>
                  <a:gd name="T34" fmla="*/ 115 w 233"/>
                  <a:gd name="T35" fmla="*/ 38 h 39"/>
                  <a:gd name="T36" fmla="*/ 110 w 233"/>
                  <a:gd name="T37" fmla="*/ 38 h 39"/>
                  <a:gd name="T38" fmla="*/ 105 w 233"/>
                  <a:gd name="T39" fmla="*/ 38 h 39"/>
                  <a:gd name="T40" fmla="*/ 99 w 233"/>
                  <a:gd name="T41" fmla="*/ 38 h 39"/>
                  <a:gd name="T42" fmla="*/ 89 w 233"/>
                  <a:gd name="T43" fmla="*/ 37 h 39"/>
                  <a:gd name="T44" fmla="*/ 84 w 233"/>
                  <a:gd name="T45" fmla="*/ 37 h 39"/>
                  <a:gd name="T46" fmla="*/ 73 w 233"/>
                  <a:gd name="T47" fmla="*/ 35 h 39"/>
                  <a:gd name="T48" fmla="*/ 68 w 233"/>
                  <a:gd name="T49" fmla="*/ 35 h 39"/>
                  <a:gd name="T50" fmla="*/ 62 w 233"/>
                  <a:gd name="T51" fmla="*/ 34 h 39"/>
                  <a:gd name="T52" fmla="*/ 57 w 233"/>
                  <a:gd name="T53" fmla="*/ 33 h 39"/>
                  <a:gd name="T54" fmla="*/ 48 w 233"/>
                  <a:gd name="T55" fmla="*/ 31 h 39"/>
                  <a:gd name="T56" fmla="*/ 42 w 233"/>
                  <a:gd name="T57" fmla="*/ 30 h 39"/>
                  <a:gd name="T58" fmla="*/ 34 w 233"/>
                  <a:gd name="T59" fmla="*/ 26 h 39"/>
                  <a:gd name="T60" fmla="*/ 29 w 233"/>
                  <a:gd name="T61" fmla="*/ 25 h 39"/>
                  <a:gd name="T62" fmla="*/ 24 w 233"/>
                  <a:gd name="T63" fmla="*/ 22 h 39"/>
                  <a:gd name="T64" fmla="*/ 19 w 233"/>
                  <a:gd name="T65" fmla="*/ 18 h 39"/>
                  <a:gd name="T66" fmla="*/ 13 w 233"/>
                  <a:gd name="T67" fmla="*/ 16 h 39"/>
                  <a:gd name="T68" fmla="*/ 8 w 233"/>
                  <a:gd name="T69" fmla="*/ 13 h 39"/>
                  <a:gd name="T70" fmla="*/ 3 w 233"/>
                  <a:gd name="T71" fmla="*/ 9 h 39"/>
                  <a:gd name="T72" fmla="*/ 11 w 233"/>
                  <a:gd name="T73" fmla="*/ 14 h 3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33" h="39">
                    <a:moveTo>
                      <a:pt x="232" y="0"/>
                    </a:moveTo>
                    <a:lnTo>
                      <a:pt x="231" y="3"/>
                    </a:lnTo>
                    <a:lnTo>
                      <a:pt x="228" y="4"/>
                    </a:lnTo>
                    <a:lnTo>
                      <a:pt x="225" y="5"/>
                    </a:lnTo>
                    <a:lnTo>
                      <a:pt x="223" y="8"/>
                    </a:lnTo>
                    <a:lnTo>
                      <a:pt x="220" y="9"/>
                    </a:lnTo>
                    <a:lnTo>
                      <a:pt x="215" y="12"/>
                    </a:lnTo>
                    <a:lnTo>
                      <a:pt x="212" y="13"/>
                    </a:lnTo>
                    <a:lnTo>
                      <a:pt x="209" y="14"/>
                    </a:lnTo>
                    <a:lnTo>
                      <a:pt x="203" y="17"/>
                    </a:lnTo>
                    <a:lnTo>
                      <a:pt x="200" y="20"/>
                    </a:lnTo>
                    <a:lnTo>
                      <a:pt x="198" y="20"/>
                    </a:lnTo>
                    <a:lnTo>
                      <a:pt x="195" y="21"/>
                    </a:lnTo>
                    <a:lnTo>
                      <a:pt x="192" y="22"/>
                    </a:lnTo>
                    <a:lnTo>
                      <a:pt x="190" y="24"/>
                    </a:lnTo>
                    <a:lnTo>
                      <a:pt x="187" y="24"/>
                    </a:lnTo>
                    <a:lnTo>
                      <a:pt x="184" y="25"/>
                    </a:lnTo>
                    <a:lnTo>
                      <a:pt x="182" y="26"/>
                    </a:lnTo>
                    <a:lnTo>
                      <a:pt x="175" y="29"/>
                    </a:lnTo>
                    <a:lnTo>
                      <a:pt x="172" y="29"/>
                    </a:lnTo>
                    <a:lnTo>
                      <a:pt x="170" y="30"/>
                    </a:lnTo>
                    <a:lnTo>
                      <a:pt x="167" y="30"/>
                    </a:lnTo>
                    <a:lnTo>
                      <a:pt x="160" y="33"/>
                    </a:lnTo>
                    <a:lnTo>
                      <a:pt x="156" y="33"/>
                    </a:lnTo>
                    <a:lnTo>
                      <a:pt x="154" y="34"/>
                    </a:lnTo>
                    <a:lnTo>
                      <a:pt x="151" y="34"/>
                    </a:lnTo>
                    <a:lnTo>
                      <a:pt x="148" y="35"/>
                    </a:lnTo>
                    <a:lnTo>
                      <a:pt x="146" y="35"/>
                    </a:lnTo>
                    <a:lnTo>
                      <a:pt x="143" y="35"/>
                    </a:lnTo>
                    <a:lnTo>
                      <a:pt x="141" y="37"/>
                    </a:lnTo>
                    <a:lnTo>
                      <a:pt x="138" y="37"/>
                    </a:lnTo>
                    <a:lnTo>
                      <a:pt x="130" y="37"/>
                    </a:lnTo>
                    <a:lnTo>
                      <a:pt x="127" y="37"/>
                    </a:lnTo>
                    <a:lnTo>
                      <a:pt x="125" y="38"/>
                    </a:lnTo>
                    <a:lnTo>
                      <a:pt x="118" y="38"/>
                    </a:lnTo>
                    <a:lnTo>
                      <a:pt x="115" y="38"/>
                    </a:lnTo>
                    <a:lnTo>
                      <a:pt x="113" y="38"/>
                    </a:lnTo>
                    <a:lnTo>
                      <a:pt x="110" y="38"/>
                    </a:lnTo>
                    <a:lnTo>
                      <a:pt x="107" y="38"/>
                    </a:lnTo>
                    <a:lnTo>
                      <a:pt x="105" y="38"/>
                    </a:lnTo>
                    <a:lnTo>
                      <a:pt x="102" y="38"/>
                    </a:lnTo>
                    <a:lnTo>
                      <a:pt x="99" y="38"/>
                    </a:lnTo>
                    <a:lnTo>
                      <a:pt x="97" y="38"/>
                    </a:lnTo>
                    <a:lnTo>
                      <a:pt x="89" y="37"/>
                    </a:lnTo>
                    <a:lnTo>
                      <a:pt x="86" y="37"/>
                    </a:lnTo>
                    <a:lnTo>
                      <a:pt x="84" y="37"/>
                    </a:lnTo>
                    <a:lnTo>
                      <a:pt x="81" y="37"/>
                    </a:lnTo>
                    <a:lnTo>
                      <a:pt x="73" y="35"/>
                    </a:lnTo>
                    <a:lnTo>
                      <a:pt x="70" y="35"/>
                    </a:lnTo>
                    <a:lnTo>
                      <a:pt x="68" y="35"/>
                    </a:lnTo>
                    <a:lnTo>
                      <a:pt x="65" y="34"/>
                    </a:lnTo>
                    <a:lnTo>
                      <a:pt x="62" y="34"/>
                    </a:lnTo>
                    <a:lnTo>
                      <a:pt x="60" y="34"/>
                    </a:lnTo>
                    <a:lnTo>
                      <a:pt x="57" y="33"/>
                    </a:lnTo>
                    <a:lnTo>
                      <a:pt x="50" y="31"/>
                    </a:lnTo>
                    <a:lnTo>
                      <a:pt x="48" y="31"/>
                    </a:lnTo>
                    <a:lnTo>
                      <a:pt x="45" y="30"/>
                    </a:lnTo>
                    <a:lnTo>
                      <a:pt x="42" y="30"/>
                    </a:lnTo>
                    <a:lnTo>
                      <a:pt x="40" y="29"/>
                    </a:lnTo>
                    <a:lnTo>
                      <a:pt x="34" y="26"/>
                    </a:lnTo>
                    <a:lnTo>
                      <a:pt x="32" y="25"/>
                    </a:lnTo>
                    <a:lnTo>
                      <a:pt x="29" y="25"/>
                    </a:lnTo>
                    <a:lnTo>
                      <a:pt x="27" y="22"/>
                    </a:lnTo>
                    <a:lnTo>
                      <a:pt x="24" y="22"/>
                    </a:lnTo>
                    <a:lnTo>
                      <a:pt x="21" y="20"/>
                    </a:lnTo>
                    <a:lnTo>
                      <a:pt x="19" y="18"/>
                    </a:lnTo>
                    <a:lnTo>
                      <a:pt x="16" y="17"/>
                    </a:lnTo>
                    <a:lnTo>
                      <a:pt x="13" y="16"/>
                    </a:lnTo>
                    <a:lnTo>
                      <a:pt x="11" y="14"/>
                    </a:lnTo>
                    <a:lnTo>
                      <a:pt x="8" y="13"/>
                    </a:lnTo>
                    <a:lnTo>
                      <a:pt x="5" y="12"/>
                    </a:lnTo>
                    <a:lnTo>
                      <a:pt x="3" y="9"/>
                    </a:lnTo>
                    <a:lnTo>
                      <a:pt x="0" y="8"/>
                    </a:lnTo>
                    <a:lnTo>
                      <a:pt x="11" y="1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grpSp>
            <p:nvGrpSpPr>
              <p:cNvPr id="34855" name="Group 49">
                <a:extLst>
                  <a:ext uri="{FF2B5EF4-FFF2-40B4-BE49-F238E27FC236}">
                    <a16:creationId xmlns:a16="http://schemas.microsoft.com/office/drawing/2014/main" id="{B3753F9D-36B5-4B42-9377-8A23A0FB92D6}"/>
                  </a:ext>
                </a:extLst>
              </p:cNvPr>
              <p:cNvGrpSpPr>
                <a:grpSpLocks/>
              </p:cNvGrpSpPr>
              <p:nvPr/>
            </p:nvGrpSpPr>
            <p:grpSpPr bwMode="auto">
              <a:xfrm>
                <a:off x="1236" y="3200"/>
                <a:ext cx="210" cy="107"/>
                <a:chOff x="1236" y="3200"/>
                <a:chExt cx="210" cy="107"/>
              </a:xfrm>
            </p:grpSpPr>
            <p:sp>
              <p:nvSpPr>
                <p:cNvPr id="34857" name="Freeform 50">
                  <a:extLst>
                    <a:ext uri="{FF2B5EF4-FFF2-40B4-BE49-F238E27FC236}">
                      <a16:creationId xmlns:a16="http://schemas.microsoft.com/office/drawing/2014/main" id="{B9CAF5B5-86F5-4B23-A8BF-C52C074D1637}"/>
                    </a:ext>
                  </a:extLst>
                </p:cNvPr>
                <p:cNvSpPr>
                  <a:spLocks/>
                </p:cNvSpPr>
                <p:nvPr/>
              </p:nvSpPr>
              <p:spPr bwMode="auto">
                <a:xfrm>
                  <a:off x="1255" y="3225"/>
                  <a:ext cx="188" cy="82"/>
                </a:xfrm>
                <a:custGeom>
                  <a:avLst/>
                  <a:gdLst>
                    <a:gd name="T0" fmla="*/ 172 w 189"/>
                    <a:gd name="T1" fmla="*/ 46 h 85"/>
                    <a:gd name="T2" fmla="*/ 169 w 189"/>
                    <a:gd name="T3" fmla="*/ 42 h 85"/>
                    <a:gd name="T4" fmla="*/ 165 w 189"/>
                    <a:gd name="T5" fmla="*/ 40 h 85"/>
                    <a:gd name="T6" fmla="*/ 160 w 189"/>
                    <a:gd name="T7" fmla="*/ 37 h 85"/>
                    <a:gd name="T8" fmla="*/ 153 w 189"/>
                    <a:gd name="T9" fmla="*/ 35 h 85"/>
                    <a:gd name="T10" fmla="*/ 148 w 189"/>
                    <a:gd name="T11" fmla="*/ 34 h 85"/>
                    <a:gd name="T12" fmla="*/ 142 w 189"/>
                    <a:gd name="T13" fmla="*/ 33 h 85"/>
                    <a:gd name="T14" fmla="*/ 144 w 189"/>
                    <a:gd name="T15" fmla="*/ 31 h 85"/>
                    <a:gd name="T16" fmla="*/ 144 w 189"/>
                    <a:gd name="T17" fmla="*/ 28 h 85"/>
                    <a:gd name="T18" fmla="*/ 142 w 189"/>
                    <a:gd name="T19" fmla="*/ 24 h 85"/>
                    <a:gd name="T20" fmla="*/ 140 w 189"/>
                    <a:gd name="T21" fmla="*/ 17 h 85"/>
                    <a:gd name="T22" fmla="*/ 138 w 189"/>
                    <a:gd name="T23" fmla="*/ 14 h 85"/>
                    <a:gd name="T24" fmla="*/ 134 w 189"/>
                    <a:gd name="T25" fmla="*/ 14 h 85"/>
                    <a:gd name="T26" fmla="*/ 130 w 189"/>
                    <a:gd name="T27" fmla="*/ 14 h 85"/>
                    <a:gd name="T28" fmla="*/ 126 w 189"/>
                    <a:gd name="T29" fmla="*/ 11 h 85"/>
                    <a:gd name="T30" fmla="*/ 122 w 189"/>
                    <a:gd name="T31" fmla="*/ 8 h 85"/>
                    <a:gd name="T32" fmla="*/ 114 w 189"/>
                    <a:gd name="T33" fmla="*/ 3 h 85"/>
                    <a:gd name="T34" fmla="*/ 108 w 189"/>
                    <a:gd name="T35" fmla="*/ 1 h 85"/>
                    <a:gd name="T36" fmla="*/ 102 w 189"/>
                    <a:gd name="T37" fmla="*/ 0 h 85"/>
                    <a:gd name="T38" fmla="*/ 97 w 189"/>
                    <a:gd name="T39" fmla="*/ 0 h 85"/>
                    <a:gd name="T40" fmla="*/ 94 w 189"/>
                    <a:gd name="T41" fmla="*/ 1 h 85"/>
                    <a:gd name="T42" fmla="*/ 94 w 189"/>
                    <a:gd name="T43" fmla="*/ 3 h 85"/>
                    <a:gd name="T44" fmla="*/ 88 w 189"/>
                    <a:gd name="T45" fmla="*/ 4 h 85"/>
                    <a:gd name="T46" fmla="*/ 83 w 189"/>
                    <a:gd name="T47" fmla="*/ 8 h 85"/>
                    <a:gd name="T48" fmla="*/ 77 w 189"/>
                    <a:gd name="T49" fmla="*/ 11 h 85"/>
                    <a:gd name="T50" fmla="*/ 71 w 189"/>
                    <a:gd name="T51" fmla="*/ 14 h 85"/>
                    <a:gd name="T52" fmla="*/ 68 w 189"/>
                    <a:gd name="T53" fmla="*/ 14 h 85"/>
                    <a:gd name="T54" fmla="*/ 64 w 189"/>
                    <a:gd name="T55" fmla="*/ 16 h 85"/>
                    <a:gd name="T56" fmla="*/ 63 w 189"/>
                    <a:gd name="T57" fmla="*/ 21 h 85"/>
                    <a:gd name="T58" fmla="*/ 63 w 189"/>
                    <a:gd name="T59" fmla="*/ 26 h 85"/>
                    <a:gd name="T60" fmla="*/ 63 w 189"/>
                    <a:gd name="T61" fmla="*/ 29 h 85"/>
                    <a:gd name="T62" fmla="*/ 60 w 189"/>
                    <a:gd name="T63" fmla="*/ 31 h 85"/>
                    <a:gd name="T64" fmla="*/ 53 w 189"/>
                    <a:gd name="T65" fmla="*/ 31 h 85"/>
                    <a:gd name="T66" fmla="*/ 48 w 189"/>
                    <a:gd name="T67" fmla="*/ 31 h 85"/>
                    <a:gd name="T68" fmla="*/ 41 w 189"/>
                    <a:gd name="T69" fmla="*/ 32 h 85"/>
                    <a:gd name="T70" fmla="*/ 36 w 189"/>
                    <a:gd name="T71" fmla="*/ 32 h 85"/>
                    <a:gd name="T72" fmla="*/ 31 w 189"/>
                    <a:gd name="T73" fmla="*/ 34 h 85"/>
                    <a:gd name="T74" fmla="*/ 21 w 189"/>
                    <a:gd name="T75" fmla="*/ 37 h 85"/>
                    <a:gd name="T76" fmla="*/ 13 w 189"/>
                    <a:gd name="T77" fmla="*/ 39 h 85"/>
                    <a:gd name="T78" fmla="*/ 8 w 189"/>
                    <a:gd name="T79" fmla="*/ 41 h 85"/>
                    <a:gd name="T80" fmla="*/ 4 w 189"/>
                    <a:gd name="T81" fmla="*/ 44 h 85"/>
                    <a:gd name="T82" fmla="*/ 1 w 189"/>
                    <a:gd name="T83" fmla="*/ 47 h 85"/>
                    <a:gd name="T84" fmla="*/ 173 w 189"/>
                    <a:gd name="T85" fmla="*/ 48 h 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89" h="85">
                      <a:moveTo>
                        <a:pt x="188" y="83"/>
                      </a:moveTo>
                      <a:lnTo>
                        <a:pt x="187" y="80"/>
                      </a:lnTo>
                      <a:lnTo>
                        <a:pt x="185" y="76"/>
                      </a:lnTo>
                      <a:lnTo>
                        <a:pt x="184" y="74"/>
                      </a:lnTo>
                      <a:lnTo>
                        <a:pt x="181" y="71"/>
                      </a:lnTo>
                      <a:lnTo>
                        <a:pt x="180" y="69"/>
                      </a:lnTo>
                      <a:lnTo>
                        <a:pt x="176" y="65"/>
                      </a:lnTo>
                      <a:lnTo>
                        <a:pt x="175" y="62"/>
                      </a:lnTo>
                      <a:lnTo>
                        <a:pt x="171" y="61"/>
                      </a:lnTo>
                      <a:lnTo>
                        <a:pt x="168" y="59"/>
                      </a:lnTo>
                      <a:lnTo>
                        <a:pt x="165" y="57"/>
                      </a:lnTo>
                      <a:lnTo>
                        <a:pt x="163" y="57"/>
                      </a:lnTo>
                      <a:lnTo>
                        <a:pt x="160" y="56"/>
                      </a:lnTo>
                      <a:lnTo>
                        <a:pt x="157" y="55"/>
                      </a:lnTo>
                      <a:lnTo>
                        <a:pt x="157" y="52"/>
                      </a:lnTo>
                      <a:lnTo>
                        <a:pt x="159" y="50"/>
                      </a:lnTo>
                      <a:lnTo>
                        <a:pt x="159" y="47"/>
                      </a:lnTo>
                      <a:lnTo>
                        <a:pt x="159" y="45"/>
                      </a:lnTo>
                      <a:lnTo>
                        <a:pt x="157" y="42"/>
                      </a:lnTo>
                      <a:lnTo>
                        <a:pt x="157" y="39"/>
                      </a:lnTo>
                      <a:lnTo>
                        <a:pt x="156" y="34"/>
                      </a:lnTo>
                      <a:lnTo>
                        <a:pt x="155" y="32"/>
                      </a:lnTo>
                      <a:lnTo>
                        <a:pt x="153" y="29"/>
                      </a:lnTo>
                      <a:lnTo>
                        <a:pt x="153" y="27"/>
                      </a:lnTo>
                      <a:lnTo>
                        <a:pt x="151" y="23"/>
                      </a:lnTo>
                      <a:lnTo>
                        <a:pt x="149" y="20"/>
                      </a:lnTo>
                      <a:lnTo>
                        <a:pt x="148" y="18"/>
                      </a:lnTo>
                      <a:lnTo>
                        <a:pt x="145" y="15"/>
                      </a:lnTo>
                      <a:lnTo>
                        <a:pt x="143" y="14"/>
                      </a:lnTo>
                      <a:lnTo>
                        <a:pt x="141" y="11"/>
                      </a:lnTo>
                      <a:lnTo>
                        <a:pt x="139" y="10"/>
                      </a:lnTo>
                      <a:lnTo>
                        <a:pt x="137" y="8"/>
                      </a:lnTo>
                      <a:lnTo>
                        <a:pt x="132" y="4"/>
                      </a:lnTo>
                      <a:lnTo>
                        <a:pt x="129" y="3"/>
                      </a:lnTo>
                      <a:lnTo>
                        <a:pt x="127" y="1"/>
                      </a:lnTo>
                      <a:lnTo>
                        <a:pt x="123" y="1"/>
                      </a:lnTo>
                      <a:lnTo>
                        <a:pt x="120" y="0"/>
                      </a:lnTo>
                      <a:lnTo>
                        <a:pt x="117" y="0"/>
                      </a:lnTo>
                      <a:lnTo>
                        <a:pt x="115" y="0"/>
                      </a:lnTo>
                      <a:lnTo>
                        <a:pt x="112" y="0"/>
                      </a:lnTo>
                      <a:lnTo>
                        <a:pt x="109" y="0"/>
                      </a:lnTo>
                      <a:lnTo>
                        <a:pt x="107" y="1"/>
                      </a:lnTo>
                      <a:lnTo>
                        <a:pt x="100" y="1"/>
                      </a:lnTo>
                      <a:lnTo>
                        <a:pt x="96" y="3"/>
                      </a:lnTo>
                      <a:lnTo>
                        <a:pt x="93" y="3"/>
                      </a:lnTo>
                      <a:lnTo>
                        <a:pt x="88" y="4"/>
                      </a:lnTo>
                      <a:lnTo>
                        <a:pt x="85" y="5"/>
                      </a:lnTo>
                      <a:lnTo>
                        <a:pt x="83" y="8"/>
                      </a:lnTo>
                      <a:lnTo>
                        <a:pt x="80" y="9"/>
                      </a:lnTo>
                      <a:lnTo>
                        <a:pt x="77" y="11"/>
                      </a:lnTo>
                      <a:lnTo>
                        <a:pt x="75" y="13"/>
                      </a:lnTo>
                      <a:lnTo>
                        <a:pt x="71" y="18"/>
                      </a:lnTo>
                      <a:lnTo>
                        <a:pt x="69" y="20"/>
                      </a:lnTo>
                      <a:lnTo>
                        <a:pt x="68" y="23"/>
                      </a:lnTo>
                      <a:lnTo>
                        <a:pt x="65" y="27"/>
                      </a:lnTo>
                      <a:lnTo>
                        <a:pt x="64" y="31"/>
                      </a:lnTo>
                      <a:lnTo>
                        <a:pt x="63" y="33"/>
                      </a:lnTo>
                      <a:lnTo>
                        <a:pt x="63" y="36"/>
                      </a:lnTo>
                      <a:lnTo>
                        <a:pt x="63" y="38"/>
                      </a:lnTo>
                      <a:lnTo>
                        <a:pt x="63" y="41"/>
                      </a:lnTo>
                      <a:lnTo>
                        <a:pt x="63" y="43"/>
                      </a:lnTo>
                      <a:lnTo>
                        <a:pt x="63" y="46"/>
                      </a:lnTo>
                      <a:lnTo>
                        <a:pt x="63" y="48"/>
                      </a:lnTo>
                      <a:lnTo>
                        <a:pt x="60" y="50"/>
                      </a:lnTo>
                      <a:lnTo>
                        <a:pt x="57" y="50"/>
                      </a:lnTo>
                      <a:lnTo>
                        <a:pt x="53" y="50"/>
                      </a:lnTo>
                      <a:lnTo>
                        <a:pt x="51" y="50"/>
                      </a:lnTo>
                      <a:lnTo>
                        <a:pt x="48" y="50"/>
                      </a:lnTo>
                      <a:lnTo>
                        <a:pt x="44" y="51"/>
                      </a:lnTo>
                      <a:lnTo>
                        <a:pt x="41" y="52"/>
                      </a:lnTo>
                      <a:lnTo>
                        <a:pt x="39" y="52"/>
                      </a:lnTo>
                      <a:lnTo>
                        <a:pt x="36" y="53"/>
                      </a:lnTo>
                      <a:lnTo>
                        <a:pt x="33" y="55"/>
                      </a:lnTo>
                      <a:lnTo>
                        <a:pt x="31" y="57"/>
                      </a:lnTo>
                      <a:lnTo>
                        <a:pt x="24" y="61"/>
                      </a:lnTo>
                      <a:lnTo>
                        <a:pt x="21" y="62"/>
                      </a:lnTo>
                      <a:lnTo>
                        <a:pt x="16" y="66"/>
                      </a:lnTo>
                      <a:lnTo>
                        <a:pt x="13" y="67"/>
                      </a:lnTo>
                      <a:lnTo>
                        <a:pt x="11" y="70"/>
                      </a:lnTo>
                      <a:lnTo>
                        <a:pt x="8" y="71"/>
                      </a:lnTo>
                      <a:lnTo>
                        <a:pt x="5" y="74"/>
                      </a:lnTo>
                      <a:lnTo>
                        <a:pt x="4" y="76"/>
                      </a:lnTo>
                      <a:lnTo>
                        <a:pt x="3" y="79"/>
                      </a:lnTo>
                      <a:lnTo>
                        <a:pt x="1" y="81"/>
                      </a:lnTo>
                      <a:lnTo>
                        <a:pt x="0" y="84"/>
                      </a:lnTo>
                      <a:lnTo>
                        <a:pt x="188" y="8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58" name="Freeform 51">
                  <a:extLst>
                    <a:ext uri="{FF2B5EF4-FFF2-40B4-BE49-F238E27FC236}">
                      <a16:creationId xmlns:a16="http://schemas.microsoft.com/office/drawing/2014/main" id="{36A88CCC-D2AB-480B-8C6D-7B05A14FE01F}"/>
                    </a:ext>
                  </a:extLst>
                </p:cNvPr>
                <p:cNvSpPr>
                  <a:spLocks/>
                </p:cNvSpPr>
                <p:nvPr/>
              </p:nvSpPr>
              <p:spPr bwMode="auto">
                <a:xfrm>
                  <a:off x="1277" y="3236"/>
                  <a:ext cx="48" cy="48"/>
                </a:xfrm>
                <a:custGeom>
                  <a:avLst/>
                  <a:gdLst>
                    <a:gd name="T0" fmla="*/ 8 w 48"/>
                    <a:gd name="T1" fmla="*/ 47 h 48"/>
                    <a:gd name="T2" fmla="*/ 6 w 48"/>
                    <a:gd name="T3" fmla="*/ 46 h 48"/>
                    <a:gd name="T4" fmla="*/ 5 w 48"/>
                    <a:gd name="T5" fmla="*/ 43 h 48"/>
                    <a:gd name="T6" fmla="*/ 2 w 48"/>
                    <a:gd name="T7" fmla="*/ 40 h 48"/>
                    <a:gd name="T8" fmla="*/ 0 w 48"/>
                    <a:gd name="T9" fmla="*/ 34 h 48"/>
                    <a:gd name="T10" fmla="*/ 0 w 48"/>
                    <a:gd name="T11" fmla="*/ 31 h 48"/>
                    <a:gd name="T12" fmla="*/ 0 w 48"/>
                    <a:gd name="T13" fmla="*/ 29 h 48"/>
                    <a:gd name="T14" fmla="*/ 0 w 48"/>
                    <a:gd name="T15" fmla="*/ 26 h 48"/>
                    <a:gd name="T16" fmla="*/ 0 w 48"/>
                    <a:gd name="T17" fmla="*/ 24 h 48"/>
                    <a:gd name="T18" fmla="*/ 0 w 48"/>
                    <a:gd name="T19" fmla="*/ 21 h 48"/>
                    <a:gd name="T20" fmla="*/ 1 w 48"/>
                    <a:gd name="T21" fmla="*/ 18 h 48"/>
                    <a:gd name="T22" fmla="*/ 4 w 48"/>
                    <a:gd name="T23" fmla="*/ 13 h 48"/>
                    <a:gd name="T24" fmla="*/ 6 w 48"/>
                    <a:gd name="T25" fmla="*/ 12 h 48"/>
                    <a:gd name="T26" fmla="*/ 8 w 48"/>
                    <a:gd name="T27" fmla="*/ 9 h 48"/>
                    <a:gd name="T28" fmla="*/ 11 w 48"/>
                    <a:gd name="T29" fmla="*/ 7 h 48"/>
                    <a:gd name="T30" fmla="*/ 13 w 48"/>
                    <a:gd name="T31" fmla="*/ 5 h 48"/>
                    <a:gd name="T32" fmla="*/ 17 w 48"/>
                    <a:gd name="T33" fmla="*/ 3 h 48"/>
                    <a:gd name="T34" fmla="*/ 19 w 48"/>
                    <a:gd name="T35" fmla="*/ 1 h 48"/>
                    <a:gd name="T36" fmla="*/ 22 w 48"/>
                    <a:gd name="T37" fmla="*/ 1 h 48"/>
                    <a:gd name="T38" fmla="*/ 24 w 48"/>
                    <a:gd name="T39" fmla="*/ 0 h 48"/>
                    <a:gd name="T40" fmla="*/ 27 w 48"/>
                    <a:gd name="T41" fmla="*/ 0 h 48"/>
                    <a:gd name="T42" fmla="*/ 29 w 48"/>
                    <a:gd name="T43" fmla="*/ 0 h 48"/>
                    <a:gd name="T44" fmla="*/ 35 w 48"/>
                    <a:gd name="T45" fmla="*/ 1 h 48"/>
                    <a:gd name="T46" fmla="*/ 37 w 48"/>
                    <a:gd name="T47" fmla="*/ 1 h 48"/>
                    <a:gd name="T48" fmla="*/ 40 w 48"/>
                    <a:gd name="T49" fmla="*/ 3 h 48"/>
                    <a:gd name="T50" fmla="*/ 42 w 48"/>
                    <a:gd name="T51" fmla="*/ 3 h 48"/>
                    <a:gd name="T52" fmla="*/ 43 w 48"/>
                    <a:gd name="T53" fmla="*/ 5 h 48"/>
                    <a:gd name="T54" fmla="*/ 46 w 48"/>
                    <a:gd name="T55" fmla="*/ 7 h 48"/>
                    <a:gd name="T56" fmla="*/ 47 w 48"/>
                    <a:gd name="T57" fmla="*/ 9 h 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8" h="48">
                      <a:moveTo>
                        <a:pt x="8" y="47"/>
                      </a:moveTo>
                      <a:lnTo>
                        <a:pt x="6" y="46"/>
                      </a:lnTo>
                      <a:lnTo>
                        <a:pt x="5" y="43"/>
                      </a:lnTo>
                      <a:lnTo>
                        <a:pt x="2" y="40"/>
                      </a:lnTo>
                      <a:lnTo>
                        <a:pt x="0" y="34"/>
                      </a:lnTo>
                      <a:lnTo>
                        <a:pt x="0" y="31"/>
                      </a:lnTo>
                      <a:lnTo>
                        <a:pt x="0" y="29"/>
                      </a:lnTo>
                      <a:lnTo>
                        <a:pt x="0" y="26"/>
                      </a:lnTo>
                      <a:lnTo>
                        <a:pt x="0" y="24"/>
                      </a:lnTo>
                      <a:lnTo>
                        <a:pt x="0" y="21"/>
                      </a:lnTo>
                      <a:lnTo>
                        <a:pt x="1" y="18"/>
                      </a:lnTo>
                      <a:lnTo>
                        <a:pt x="4" y="13"/>
                      </a:lnTo>
                      <a:lnTo>
                        <a:pt x="6" y="12"/>
                      </a:lnTo>
                      <a:lnTo>
                        <a:pt x="8" y="9"/>
                      </a:lnTo>
                      <a:lnTo>
                        <a:pt x="11" y="7"/>
                      </a:lnTo>
                      <a:lnTo>
                        <a:pt x="13" y="5"/>
                      </a:lnTo>
                      <a:lnTo>
                        <a:pt x="17" y="3"/>
                      </a:lnTo>
                      <a:lnTo>
                        <a:pt x="19" y="1"/>
                      </a:lnTo>
                      <a:lnTo>
                        <a:pt x="22" y="1"/>
                      </a:lnTo>
                      <a:lnTo>
                        <a:pt x="24" y="0"/>
                      </a:lnTo>
                      <a:lnTo>
                        <a:pt x="27" y="0"/>
                      </a:lnTo>
                      <a:lnTo>
                        <a:pt x="29" y="0"/>
                      </a:lnTo>
                      <a:lnTo>
                        <a:pt x="35" y="1"/>
                      </a:lnTo>
                      <a:lnTo>
                        <a:pt x="37" y="1"/>
                      </a:lnTo>
                      <a:lnTo>
                        <a:pt x="40" y="3"/>
                      </a:lnTo>
                      <a:lnTo>
                        <a:pt x="42" y="3"/>
                      </a:lnTo>
                      <a:lnTo>
                        <a:pt x="43" y="5"/>
                      </a:lnTo>
                      <a:lnTo>
                        <a:pt x="46" y="7"/>
                      </a:lnTo>
                      <a:lnTo>
                        <a:pt x="47" y="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59" name="Line 52">
                  <a:extLst>
                    <a:ext uri="{FF2B5EF4-FFF2-40B4-BE49-F238E27FC236}">
                      <a16:creationId xmlns:a16="http://schemas.microsoft.com/office/drawing/2014/main" id="{E5BE0CAC-1DF6-44E3-9587-A2AF1747F668}"/>
                    </a:ext>
                  </a:extLst>
                </p:cNvPr>
                <p:cNvSpPr>
                  <a:spLocks noChangeShapeType="1"/>
                </p:cNvSpPr>
                <p:nvPr/>
              </p:nvSpPr>
              <p:spPr bwMode="auto">
                <a:xfrm flipV="1">
                  <a:off x="1316" y="3203"/>
                  <a:ext cx="5"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60" name="Line 53">
                  <a:extLst>
                    <a:ext uri="{FF2B5EF4-FFF2-40B4-BE49-F238E27FC236}">
                      <a16:creationId xmlns:a16="http://schemas.microsoft.com/office/drawing/2014/main" id="{F0FC40BB-CFE5-493A-958A-F93F46258298}"/>
                    </a:ext>
                  </a:extLst>
                </p:cNvPr>
                <p:cNvSpPr>
                  <a:spLocks noChangeShapeType="1"/>
                </p:cNvSpPr>
                <p:nvPr/>
              </p:nvSpPr>
              <p:spPr bwMode="auto">
                <a:xfrm flipH="1">
                  <a:off x="1236" y="3270"/>
                  <a:ext cx="40"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61" name="Line 54">
                  <a:extLst>
                    <a:ext uri="{FF2B5EF4-FFF2-40B4-BE49-F238E27FC236}">
                      <a16:creationId xmlns:a16="http://schemas.microsoft.com/office/drawing/2014/main" id="{26C93989-E693-4FB0-9693-1C4EBBBB3AC0}"/>
                    </a:ext>
                  </a:extLst>
                </p:cNvPr>
                <p:cNvSpPr>
                  <a:spLocks noChangeShapeType="1"/>
                </p:cNvSpPr>
                <p:nvPr/>
              </p:nvSpPr>
              <p:spPr bwMode="auto">
                <a:xfrm flipH="1" flipV="1">
                  <a:off x="1243" y="3235"/>
                  <a:ext cx="38" cy="1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62" name="Line 55">
                  <a:extLst>
                    <a:ext uri="{FF2B5EF4-FFF2-40B4-BE49-F238E27FC236}">
                      <a16:creationId xmlns:a16="http://schemas.microsoft.com/office/drawing/2014/main" id="{D1C4DD3E-BF06-4D48-B1A9-98576DD22FFF}"/>
                    </a:ext>
                  </a:extLst>
                </p:cNvPr>
                <p:cNvSpPr>
                  <a:spLocks noChangeShapeType="1"/>
                </p:cNvSpPr>
                <p:nvPr/>
              </p:nvSpPr>
              <p:spPr bwMode="auto">
                <a:xfrm flipH="1" flipV="1">
                  <a:off x="1277" y="3203"/>
                  <a:ext cx="17"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sp>
            <p:nvSpPr>
              <p:cNvPr id="34856" name="Freeform 56">
                <a:extLst>
                  <a:ext uri="{FF2B5EF4-FFF2-40B4-BE49-F238E27FC236}">
                    <a16:creationId xmlns:a16="http://schemas.microsoft.com/office/drawing/2014/main" id="{8BDD3C5E-0023-4EE0-8623-A65CD9836E75}"/>
                  </a:ext>
                </a:extLst>
              </p:cNvPr>
              <p:cNvSpPr>
                <a:spLocks/>
              </p:cNvSpPr>
              <p:nvPr/>
            </p:nvSpPr>
            <p:spPr bwMode="auto">
              <a:xfrm>
                <a:off x="1302" y="3308"/>
                <a:ext cx="122" cy="82"/>
              </a:xfrm>
              <a:custGeom>
                <a:avLst/>
                <a:gdLst>
                  <a:gd name="T0" fmla="*/ 47 w 122"/>
                  <a:gd name="T1" fmla="*/ 0 h 82"/>
                  <a:gd name="T2" fmla="*/ 67 w 122"/>
                  <a:gd name="T3" fmla="*/ 25 h 82"/>
                  <a:gd name="T4" fmla="*/ 0 w 122"/>
                  <a:gd name="T5" fmla="*/ 27 h 82"/>
                  <a:gd name="T6" fmla="*/ 3 w 122"/>
                  <a:gd name="T7" fmla="*/ 27 h 82"/>
                  <a:gd name="T8" fmla="*/ 115 w 122"/>
                  <a:gd name="T9" fmla="*/ 81 h 82"/>
                  <a:gd name="T10" fmla="*/ 85 w 122"/>
                  <a:gd name="T11" fmla="*/ 46 h 82"/>
                  <a:gd name="T12" fmla="*/ 121 w 122"/>
                  <a:gd name="T13" fmla="*/ 47 h 82"/>
                  <a:gd name="T14" fmla="*/ 90 w 122"/>
                  <a:gd name="T15" fmla="*/ 1 h 82"/>
                  <a:gd name="T16" fmla="*/ 93 w 122"/>
                  <a:gd name="T17" fmla="*/ 5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82">
                    <a:moveTo>
                      <a:pt x="47" y="0"/>
                    </a:moveTo>
                    <a:lnTo>
                      <a:pt x="67" y="25"/>
                    </a:lnTo>
                    <a:lnTo>
                      <a:pt x="0" y="27"/>
                    </a:lnTo>
                    <a:lnTo>
                      <a:pt x="3" y="27"/>
                    </a:lnTo>
                    <a:lnTo>
                      <a:pt x="115" y="81"/>
                    </a:lnTo>
                    <a:lnTo>
                      <a:pt x="85" y="46"/>
                    </a:lnTo>
                    <a:lnTo>
                      <a:pt x="121" y="47"/>
                    </a:lnTo>
                    <a:lnTo>
                      <a:pt x="90" y="1"/>
                    </a:lnTo>
                    <a:lnTo>
                      <a:pt x="93" y="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grpSp>
        <p:sp>
          <p:nvSpPr>
            <p:cNvPr id="34827" name="Freeform 57">
              <a:extLst>
                <a:ext uri="{FF2B5EF4-FFF2-40B4-BE49-F238E27FC236}">
                  <a16:creationId xmlns:a16="http://schemas.microsoft.com/office/drawing/2014/main" id="{AA5FDAA3-A2EF-47D6-9D18-63F84427C552}"/>
                </a:ext>
              </a:extLst>
            </p:cNvPr>
            <p:cNvSpPr>
              <a:spLocks/>
            </p:cNvSpPr>
            <p:nvPr/>
          </p:nvSpPr>
          <p:spPr bwMode="auto">
            <a:xfrm>
              <a:off x="2746375" y="1428750"/>
              <a:ext cx="1358900" cy="1436688"/>
            </a:xfrm>
            <a:custGeom>
              <a:avLst/>
              <a:gdLst>
                <a:gd name="T0" fmla="*/ 2147483646 w 1067"/>
                <a:gd name="T1" fmla="*/ 2147483646 h 1090"/>
                <a:gd name="T2" fmla="*/ 2147483646 w 1067"/>
                <a:gd name="T3" fmla="*/ 0 h 1090"/>
                <a:gd name="T4" fmla="*/ 2147483646 w 1067"/>
                <a:gd name="T5" fmla="*/ 2147483646 h 1090"/>
                <a:gd name="T6" fmla="*/ 2147483646 w 1067"/>
                <a:gd name="T7" fmla="*/ 2147483646 h 1090"/>
                <a:gd name="T8" fmla="*/ 2147483646 w 1067"/>
                <a:gd name="T9" fmla="*/ 2147483646 h 1090"/>
                <a:gd name="T10" fmla="*/ 2147483646 w 1067"/>
                <a:gd name="T11" fmla="*/ 2147483646 h 1090"/>
                <a:gd name="T12" fmla="*/ 2147483646 w 1067"/>
                <a:gd name="T13" fmla="*/ 2147483646 h 1090"/>
                <a:gd name="T14" fmla="*/ 2147483646 w 1067"/>
                <a:gd name="T15" fmla="*/ 2147483646 h 1090"/>
                <a:gd name="T16" fmla="*/ 2147483646 w 1067"/>
                <a:gd name="T17" fmla="*/ 2147483646 h 1090"/>
                <a:gd name="T18" fmla="*/ 2147483646 w 1067"/>
                <a:gd name="T19" fmla="*/ 2147483646 h 1090"/>
                <a:gd name="T20" fmla="*/ 0 w 1067"/>
                <a:gd name="T21" fmla="*/ 2147483646 h 1090"/>
                <a:gd name="T22" fmla="*/ 2147483646 w 1067"/>
                <a:gd name="T23" fmla="*/ 2147483646 h 1090"/>
                <a:gd name="T24" fmla="*/ 2147483646 w 1067"/>
                <a:gd name="T25" fmla="*/ 2147483646 h 1090"/>
                <a:gd name="T26" fmla="*/ 2147483646 w 1067"/>
                <a:gd name="T27" fmla="*/ 2147483646 h 1090"/>
                <a:gd name="T28" fmla="*/ 2147483646 w 1067"/>
                <a:gd name="T29" fmla="*/ 2147483646 h 1090"/>
                <a:gd name="T30" fmla="*/ 2147483646 w 1067"/>
                <a:gd name="T31" fmla="*/ 2147483646 h 1090"/>
                <a:gd name="T32" fmla="*/ 2147483646 w 1067"/>
                <a:gd name="T33" fmla="*/ 2147483646 h 1090"/>
                <a:gd name="T34" fmla="*/ 2147483646 w 1067"/>
                <a:gd name="T35" fmla="*/ 2147483646 h 1090"/>
                <a:gd name="T36" fmla="*/ 2147483646 w 1067"/>
                <a:gd name="T37" fmla="*/ 2147483646 h 1090"/>
                <a:gd name="T38" fmla="*/ 2147483646 w 1067"/>
                <a:gd name="T39" fmla="*/ 2147483646 h 10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67" h="1090">
                  <a:moveTo>
                    <a:pt x="746" y="33"/>
                  </a:moveTo>
                  <a:lnTo>
                    <a:pt x="951" y="0"/>
                  </a:lnTo>
                  <a:lnTo>
                    <a:pt x="1066" y="508"/>
                  </a:lnTo>
                  <a:lnTo>
                    <a:pt x="903" y="927"/>
                  </a:lnTo>
                  <a:lnTo>
                    <a:pt x="574" y="956"/>
                  </a:lnTo>
                  <a:lnTo>
                    <a:pt x="363" y="982"/>
                  </a:lnTo>
                  <a:lnTo>
                    <a:pt x="172" y="1019"/>
                  </a:lnTo>
                  <a:lnTo>
                    <a:pt x="94" y="1056"/>
                  </a:lnTo>
                  <a:lnTo>
                    <a:pt x="36" y="1079"/>
                  </a:lnTo>
                  <a:lnTo>
                    <a:pt x="4" y="1089"/>
                  </a:lnTo>
                  <a:lnTo>
                    <a:pt x="0" y="1085"/>
                  </a:lnTo>
                  <a:lnTo>
                    <a:pt x="2" y="1063"/>
                  </a:lnTo>
                  <a:lnTo>
                    <a:pt x="36" y="948"/>
                  </a:lnTo>
                  <a:lnTo>
                    <a:pt x="102" y="795"/>
                  </a:lnTo>
                  <a:lnTo>
                    <a:pt x="196" y="628"/>
                  </a:lnTo>
                  <a:lnTo>
                    <a:pt x="318" y="440"/>
                  </a:lnTo>
                  <a:lnTo>
                    <a:pt x="448" y="270"/>
                  </a:lnTo>
                  <a:lnTo>
                    <a:pt x="566" y="147"/>
                  </a:lnTo>
                  <a:lnTo>
                    <a:pt x="688" y="58"/>
                  </a:lnTo>
                  <a:lnTo>
                    <a:pt x="746" y="33"/>
                  </a:lnTo>
                </a:path>
              </a:pathLst>
            </a:custGeom>
            <a:gradFill rotWithShape="0">
              <a:gsLst>
                <a:gs pos="0">
                  <a:srgbClr val="F35B1B"/>
                </a:gs>
                <a:gs pos="100000">
                  <a:srgbClr val="EE9B8A"/>
                </a:gs>
              </a:gsLst>
              <a:lin ang="0" scaled="1"/>
            </a:gradFill>
            <a:ln>
              <a:noFill/>
            </a:ln>
            <a:effectLst>
              <a:outerShdw dist="25400" dir="5400000" algn="ctr" rotWithShape="0">
                <a:srgbClr val="729BFE"/>
              </a:outerShdw>
            </a:effectLst>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sz="2800"/>
            </a:p>
          </p:txBody>
        </p:sp>
        <p:grpSp>
          <p:nvGrpSpPr>
            <p:cNvPr id="34828" name="Group 58">
              <a:extLst>
                <a:ext uri="{FF2B5EF4-FFF2-40B4-BE49-F238E27FC236}">
                  <a16:creationId xmlns:a16="http://schemas.microsoft.com/office/drawing/2014/main" id="{AC37085C-56E4-4E55-AF94-2E5C677B4CF9}"/>
                </a:ext>
              </a:extLst>
            </p:cNvPr>
            <p:cNvGrpSpPr>
              <a:grpSpLocks/>
            </p:cNvGrpSpPr>
            <p:nvPr/>
          </p:nvGrpSpPr>
          <p:grpSpPr bwMode="auto">
            <a:xfrm>
              <a:off x="3438525" y="1901825"/>
              <a:ext cx="361950" cy="444500"/>
              <a:chOff x="1169" y="843"/>
              <a:chExt cx="276" cy="340"/>
            </a:xfrm>
          </p:grpSpPr>
          <p:sp>
            <p:nvSpPr>
              <p:cNvPr id="34844" name="Oval 59">
                <a:extLst>
                  <a:ext uri="{FF2B5EF4-FFF2-40B4-BE49-F238E27FC236}">
                    <a16:creationId xmlns:a16="http://schemas.microsoft.com/office/drawing/2014/main" id="{A32463A7-4CE1-49F3-8975-6D007510C5DA}"/>
                  </a:ext>
                </a:extLst>
              </p:cNvPr>
              <p:cNvSpPr>
                <a:spLocks noChangeArrowheads="1"/>
              </p:cNvSpPr>
              <p:nvPr/>
            </p:nvSpPr>
            <p:spPr bwMode="auto">
              <a:xfrm>
                <a:off x="1169" y="843"/>
                <a:ext cx="179" cy="179"/>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45" name="Freeform 60">
                <a:extLst>
                  <a:ext uri="{FF2B5EF4-FFF2-40B4-BE49-F238E27FC236}">
                    <a16:creationId xmlns:a16="http://schemas.microsoft.com/office/drawing/2014/main" id="{24D307C9-D3F4-4436-87F9-65F75CBAA84E}"/>
                  </a:ext>
                </a:extLst>
              </p:cNvPr>
              <p:cNvSpPr>
                <a:spLocks/>
              </p:cNvSpPr>
              <p:nvPr/>
            </p:nvSpPr>
            <p:spPr bwMode="auto">
              <a:xfrm>
                <a:off x="1190" y="994"/>
                <a:ext cx="126" cy="68"/>
              </a:xfrm>
              <a:custGeom>
                <a:avLst/>
                <a:gdLst>
                  <a:gd name="T0" fmla="*/ 0 w 126"/>
                  <a:gd name="T1" fmla="*/ 0 h 68"/>
                  <a:gd name="T2" fmla="*/ 1 w 126"/>
                  <a:gd name="T3" fmla="*/ 4 h 68"/>
                  <a:gd name="T4" fmla="*/ 3 w 126"/>
                  <a:gd name="T5" fmla="*/ 6 h 68"/>
                  <a:gd name="T6" fmla="*/ 5 w 126"/>
                  <a:gd name="T7" fmla="*/ 8 h 68"/>
                  <a:gd name="T8" fmla="*/ 10 w 126"/>
                  <a:gd name="T9" fmla="*/ 15 h 68"/>
                  <a:gd name="T10" fmla="*/ 13 w 126"/>
                  <a:gd name="T11" fmla="*/ 18 h 68"/>
                  <a:gd name="T12" fmla="*/ 13 w 126"/>
                  <a:gd name="T13" fmla="*/ 20 h 68"/>
                  <a:gd name="T14" fmla="*/ 15 w 126"/>
                  <a:gd name="T15" fmla="*/ 22 h 68"/>
                  <a:gd name="T16" fmla="*/ 16 w 126"/>
                  <a:gd name="T17" fmla="*/ 25 h 68"/>
                  <a:gd name="T18" fmla="*/ 17 w 126"/>
                  <a:gd name="T19" fmla="*/ 27 h 68"/>
                  <a:gd name="T20" fmla="*/ 18 w 126"/>
                  <a:gd name="T21" fmla="*/ 29 h 68"/>
                  <a:gd name="T22" fmla="*/ 19 w 126"/>
                  <a:gd name="T23" fmla="*/ 32 h 68"/>
                  <a:gd name="T24" fmla="*/ 21 w 126"/>
                  <a:gd name="T25" fmla="*/ 34 h 68"/>
                  <a:gd name="T26" fmla="*/ 23 w 126"/>
                  <a:gd name="T27" fmla="*/ 36 h 68"/>
                  <a:gd name="T28" fmla="*/ 24 w 126"/>
                  <a:gd name="T29" fmla="*/ 39 h 68"/>
                  <a:gd name="T30" fmla="*/ 26 w 126"/>
                  <a:gd name="T31" fmla="*/ 41 h 68"/>
                  <a:gd name="T32" fmla="*/ 28 w 126"/>
                  <a:gd name="T33" fmla="*/ 43 h 68"/>
                  <a:gd name="T34" fmla="*/ 30 w 126"/>
                  <a:gd name="T35" fmla="*/ 46 h 68"/>
                  <a:gd name="T36" fmla="*/ 32 w 126"/>
                  <a:gd name="T37" fmla="*/ 47 h 68"/>
                  <a:gd name="T38" fmla="*/ 33 w 126"/>
                  <a:gd name="T39" fmla="*/ 49 h 68"/>
                  <a:gd name="T40" fmla="*/ 39 w 126"/>
                  <a:gd name="T41" fmla="*/ 53 h 68"/>
                  <a:gd name="T42" fmla="*/ 41 w 126"/>
                  <a:gd name="T43" fmla="*/ 54 h 68"/>
                  <a:gd name="T44" fmla="*/ 44 w 126"/>
                  <a:gd name="T45" fmla="*/ 55 h 68"/>
                  <a:gd name="T46" fmla="*/ 46 w 126"/>
                  <a:gd name="T47" fmla="*/ 56 h 68"/>
                  <a:gd name="T48" fmla="*/ 48 w 126"/>
                  <a:gd name="T49" fmla="*/ 58 h 68"/>
                  <a:gd name="T50" fmla="*/ 53 w 126"/>
                  <a:gd name="T51" fmla="*/ 59 h 68"/>
                  <a:gd name="T52" fmla="*/ 55 w 126"/>
                  <a:gd name="T53" fmla="*/ 59 h 68"/>
                  <a:gd name="T54" fmla="*/ 57 w 126"/>
                  <a:gd name="T55" fmla="*/ 60 h 68"/>
                  <a:gd name="T56" fmla="*/ 60 w 126"/>
                  <a:gd name="T57" fmla="*/ 60 h 68"/>
                  <a:gd name="T58" fmla="*/ 62 w 126"/>
                  <a:gd name="T59" fmla="*/ 61 h 68"/>
                  <a:gd name="T60" fmla="*/ 64 w 126"/>
                  <a:gd name="T61" fmla="*/ 62 h 68"/>
                  <a:gd name="T62" fmla="*/ 69 w 126"/>
                  <a:gd name="T63" fmla="*/ 63 h 68"/>
                  <a:gd name="T64" fmla="*/ 71 w 126"/>
                  <a:gd name="T65" fmla="*/ 63 h 68"/>
                  <a:gd name="T66" fmla="*/ 73 w 126"/>
                  <a:gd name="T67" fmla="*/ 65 h 68"/>
                  <a:gd name="T68" fmla="*/ 77 w 126"/>
                  <a:gd name="T69" fmla="*/ 65 h 68"/>
                  <a:gd name="T70" fmla="*/ 79 w 126"/>
                  <a:gd name="T71" fmla="*/ 65 h 68"/>
                  <a:gd name="T72" fmla="*/ 80 w 126"/>
                  <a:gd name="T73" fmla="*/ 66 h 68"/>
                  <a:gd name="T74" fmla="*/ 84 w 126"/>
                  <a:gd name="T75" fmla="*/ 66 h 68"/>
                  <a:gd name="T76" fmla="*/ 86 w 126"/>
                  <a:gd name="T77" fmla="*/ 66 h 68"/>
                  <a:gd name="T78" fmla="*/ 89 w 126"/>
                  <a:gd name="T79" fmla="*/ 66 h 68"/>
                  <a:gd name="T80" fmla="*/ 92 w 126"/>
                  <a:gd name="T81" fmla="*/ 67 h 68"/>
                  <a:gd name="T82" fmla="*/ 94 w 126"/>
                  <a:gd name="T83" fmla="*/ 66 h 68"/>
                  <a:gd name="T84" fmla="*/ 100 w 126"/>
                  <a:gd name="T85" fmla="*/ 66 h 68"/>
                  <a:gd name="T86" fmla="*/ 102 w 126"/>
                  <a:gd name="T87" fmla="*/ 65 h 68"/>
                  <a:gd name="T88" fmla="*/ 104 w 126"/>
                  <a:gd name="T89" fmla="*/ 65 h 68"/>
                  <a:gd name="T90" fmla="*/ 107 w 126"/>
                  <a:gd name="T91" fmla="*/ 65 h 68"/>
                  <a:gd name="T92" fmla="*/ 110 w 126"/>
                  <a:gd name="T93" fmla="*/ 65 h 68"/>
                  <a:gd name="T94" fmla="*/ 114 w 126"/>
                  <a:gd name="T95" fmla="*/ 63 h 68"/>
                  <a:gd name="T96" fmla="*/ 116 w 126"/>
                  <a:gd name="T97" fmla="*/ 62 h 68"/>
                  <a:gd name="T98" fmla="*/ 118 w 126"/>
                  <a:gd name="T99" fmla="*/ 62 h 68"/>
                  <a:gd name="T100" fmla="*/ 120 w 126"/>
                  <a:gd name="T101" fmla="*/ 61 h 68"/>
                  <a:gd name="T102" fmla="*/ 123 w 126"/>
                  <a:gd name="T103" fmla="*/ 61 h 68"/>
                  <a:gd name="T104" fmla="*/ 125 w 126"/>
                  <a:gd name="T105" fmla="*/ 60 h 6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26" h="68">
                    <a:moveTo>
                      <a:pt x="0" y="0"/>
                    </a:moveTo>
                    <a:lnTo>
                      <a:pt x="1" y="4"/>
                    </a:lnTo>
                    <a:lnTo>
                      <a:pt x="3" y="6"/>
                    </a:lnTo>
                    <a:lnTo>
                      <a:pt x="5" y="8"/>
                    </a:lnTo>
                    <a:lnTo>
                      <a:pt x="10" y="15"/>
                    </a:lnTo>
                    <a:lnTo>
                      <a:pt x="13" y="18"/>
                    </a:lnTo>
                    <a:lnTo>
                      <a:pt x="13" y="20"/>
                    </a:lnTo>
                    <a:lnTo>
                      <a:pt x="15" y="22"/>
                    </a:lnTo>
                    <a:lnTo>
                      <a:pt x="16" y="25"/>
                    </a:lnTo>
                    <a:lnTo>
                      <a:pt x="17" y="27"/>
                    </a:lnTo>
                    <a:lnTo>
                      <a:pt x="18" y="29"/>
                    </a:lnTo>
                    <a:lnTo>
                      <a:pt x="19" y="32"/>
                    </a:lnTo>
                    <a:lnTo>
                      <a:pt x="21" y="34"/>
                    </a:lnTo>
                    <a:lnTo>
                      <a:pt x="23" y="36"/>
                    </a:lnTo>
                    <a:lnTo>
                      <a:pt x="24" y="39"/>
                    </a:lnTo>
                    <a:lnTo>
                      <a:pt x="26" y="41"/>
                    </a:lnTo>
                    <a:lnTo>
                      <a:pt x="28" y="43"/>
                    </a:lnTo>
                    <a:lnTo>
                      <a:pt x="30" y="46"/>
                    </a:lnTo>
                    <a:lnTo>
                      <a:pt x="32" y="47"/>
                    </a:lnTo>
                    <a:lnTo>
                      <a:pt x="33" y="49"/>
                    </a:lnTo>
                    <a:lnTo>
                      <a:pt x="39" y="53"/>
                    </a:lnTo>
                    <a:lnTo>
                      <a:pt x="41" y="54"/>
                    </a:lnTo>
                    <a:lnTo>
                      <a:pt x="44" y="55"/>
                    </a:lnTo>
                    <a:lnTo>
                      <a:pt x="46" y="56"/>
                    </a:lnTo>
                    <a:lnTo>
                      <a:pt x="48" y="58"/>
                    </a:lnTo>
                    <a:lnTo>
                      <a:pt x="53" y="59"/>
                    </a:lnTo>
                    <a:lnTo>
                      <a:pt x="55" y="59"/>
                    </a:lnTo>
                    <a:lnTo>
                      <a:pt x="57" y="60"/>
                    </a:lnTo>
                    <a:lnTo>
                      <a:pt x="60" y="60"/>
                    </a:lnTo>
                    <a:lnTo>
                      <a:pt x="62" y="61"/>
                    </a:lnTo>
                    <a:lnTo>
                      <a:pt x="64" y="62"/>
                    </a:lnTo>
                    <a:lnTo>
                      <a:pt x="69" y="63"/>
                    </a:lnTo>
                    <a:lnTo>
                      <a:pt x="71" y="63"/>
                    </a:lnTo>
                    <a:lnTo>
                      <a:pt x="73" y="65"/>
                    </a:lnTo>
                    <a:lnTo>
                      <a:pt x="77" y="65"/>
                    </a:lnTo>
                    <a:lnTo>
                      <a:pt x="79" y="65"/>
                    </a:lnTo>
                    <a:lnTo>
                      <a:pt x="80" y="66"/>
                    </a:lnTo>
                    <a:lnTo>
                      <a:pt x="84" y="66"/>
                    </a:lnTo>
                    <a:lnTo>
                      <a:pt x="86" y="66"/>
                    </a:lnTo>
                    <a:lnTo>
                      <a:pt x="89" y="66"/>
                    </a:lnTo>
                    <a:lnTo>
                      <a:pt x="92" y="67"/>
                    </a:lnTo>
                    <a:lnTo>
                      <a:pt x="94" y="66"/>
                    </a:lnTo>
                    <a:lnTo>
                      <a:pt x="100" y="66"/>
                    </a:lnTo>
                    <a:lnTo>
                      <a:pt x="102" y="65"/>
                    </a:lnTo>
                    <a:lnTo>
                      <a:pt x="104" y="65"/>
                    </a:lnTo>
                    <a:lnTo>
                      <a:pt x="107" y="65"/>
                    </a:lnTo>
                    <a:lnTo>
                      <a:pt x="110" y="65"/>
                    </a:lnTo>
                    <a:lnTo>
                      <a:pt x="114" y="63"/>
                    </a:lnTo>
                    <a:lnTo>
                      <a:pt x="116" y="62"/>
                    </a:lnTo>
                    <a:lnTo>
                      <a:pt x="118" y="62"/>
                    </a:lnTo>
                    <a:lnTo>
                      <a:pt x="120" y="61"/>
                    </a:lnTo>
                    <a:lnTo>
                      <a:pt x="123" y="61"/>
                    </a:lnTo>
                    <a:lnTo>
                      <a:pt x="125" y="6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6" name="Freeform 61">
                <a:extLst>
                  <a:ext uri="{FF2B5EF4-FFF2-40B4-BE49-F238E27FC236}">
                    <a16:creationId xmlns:a16="http://schemas.microsoft.com/office/drawing/2014/main" id="{B0370043-C9E3-4862-A132-BDD6A2301EE3}"/>
                  </a:ext>
                </a:extLst>
              </p:cNvPr>
              <p:cNvSpPr>
                <a:spLocks/>
              </p:cNvSpPr>
              <p:nvPr/>
            </p:nvSpPr>
            <p:spPr bwMode="auto">
              <a:xfrm>
                <a:off x="1315" y="1022"/>
                <a:ext cx="40" cy="34"/>
              </a:xfrm>
              <a:custGeom>
                <a:avLst/>
                <a:gdLst>
                  <a:gd name="T0" fmla="*/ 2 w 39"/>
                  <a:gd name="T1" fmla="*/ 33 h 34"/>
                  <a:gd name="T2" fmla="*/ 1 w 39"/>
                  <a:gd name="T3" fmla="*/ 27 h 34"/>
                  <a:gd name="T4" fmla="*/ 0 w 39"/>
                  <a:gd name="T5" fmla="*/ 25 h 34"/>
                  <a:gd name="T6" fmla="*/ 0 w 39"/>
                  <a:gd name="T7" fmla="*/ 23 h 34"/>
                  <a:gd name="T8" fmla="*/ 0 w 39"/>
                  <a:gd name="T9" fmla="*/ 19 h 34"/>
                  <a:gd name="T10" fmla="*/ 0 w 39"/>
                  <a:gd name="T11" fmla="*/ 17 h 34"/>
                  <a:gd name="T12" fmla="*/ 1 w 39"/>
                  <a:gd name="T13" fmla="*/ 13 h 34"/>
                  <a:gd name="T14" fmla="*/ 2 w 39"/>
                  <a:gd name="T15" fmla="*/ 10 h 34"/>
                  <a:gd name="T16" fmla="*/ 5 w 39"/>
                  <a:gd name="T17" fmla="*/ 8 h 34"/>
                  <a:gd name="T18" fmla="*/ 7 w 39"/>
                  <a:gd name="T19" fmla="*/ 6 h 34"/>
                  <a:gd name="T20" fmla="*/ 11 w 39"/>
                  <a:gd name="T21" fmla="*/ 3 h 34"/>
                  <a:gd name="T22" fmla="*/ 13 w 39"/>
                  <a:gd name="T23" fmla="*/ 2 h 34"/>
                  <a:gd name="T24" fmla="*/ 15 w 39"/>
                  <a:gd name="T25" fmla="*/ 2 h 34"/>
                  <a:gd name="T26" fmla="*/ 18 w 39"/>
                  <a:gd name="T27" fmla="*/ 1 h 34"/>
                  <a:gd name="T28" fmla="*/ 38 w 39"/>
                  <a:gd name="T29" fmla="*/ 0 h 34"/>
                  <a:gd name="T30" fmla="*/ 40 w 39"/>
                  <a:gd name="T31" fmla="*/ 1 h 34"/>
                  <a:gd name="T32" fmla="*/ 42 w 39"/>
                  <a:gd name="T33" fmla="*/ 2 h 34"/>
                  <a:gd name="T34" fmla="*/ 45 w 39"/>
                  <a:gd name="T35" fmla="*/ 3 h 34"/>
                  <a:gd name="T36" fmla="*/ 47 w 39"/>
                  <a:gd name="T37" fmla="*/ 5 h 34"/>
                  <a:gd name="T38" fmla="*/ 49 w 39"/>
                  <a:gd name="T39" fmla="*/ 7 h 34"/>
                  <a:gd name="T40" fmla="*/ 52 w 39"/>
                  <a:gd name="T41" fmla="*/ 8 h 34"/>
                  <a:gd name="T42" fmla="*/ 53 w 39"/>
                  <a:gd name="T43" fmla="*/ 9 h 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9" h="34">
                    <a:moveTo>
                      <a:pt x="2" y="33"/>
                    </a:moveTo>
                    <a:lnTo>
                      <a:pt x="1" y="27"/>
                    </a:lnTo>
                    <a:lnTo>
                      <a:pt x="0" y="25"/>
                    </a:lnTo>
                    <a:lnTo>
                      <a:pt x="0" y="23"/>
                    </a:lnTo>
                    <a:lnTo>
                      <a:pt x="0" y="19"/>
                    </a:lnTo>
                    <a:lnTo>
                      <a:pt x="0" y="17"/>
                    </a:lnTo>
                    <a:lnTo>
                      <a:pt x="1" y="13"/>
                    </a:lnTo>
                    <a:lnTo>
                      <a:pt x="2" y="10"/>
                    </a:lnTo>
                    <a:lnTo>
                      <a:pt x="5" y="8"/>
                    </a:lnTo>
                    <a:lnTo>
                      <a:pt x="7" y="6"/>
                    </a:lnTo>
                    <a:lnTo>
                      <a:pt x="11" y="3"/>
                    </a:lnTo>
                    <a:lnTo>
                      <a:pt x="13" y="2"/>
                    </a:lnTo>
                    <a:lnTo>
                      <a:pt x="15" y="2"/>
                    </a:lnTo>
                    <a:lnTo>
                      <a:pt x="18" y="1"/>
                    </a:lnTo>
                    <a:lnTo>
                      <a:pt x="23" y="0"/>
                    </a:lnTo>
                    <a:lnTo>
                      <a:pt x="25" y="1"/>
                    </a:lnTo>
                    <a:lnTo>
                      <a:pt x="27" y="2"/>
                    </a:lnTo>
                    <a:lnTo>
                      <a:pt x="30" y="3"/>
                    </a:lnTo>
                    <a:lnTo>
                      <a:pt x="32" y="5"/>
                    </a:lnTo>
                    <a:lnTo>
                      <a:pt x="34" y="7"/>
                    </a:lnTo>
                    <a:lnTo>
                      <a:pt x="37" y="8"/>
                    </a:lnTo>
                    <a:lnTo>
                      <a:pt x="38" y="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7" name="Freeform 62">
                <a:extLst>
                  <a:ext uri="{FF2B5EF4-FFF2-40B4-BE49-F238E27FC236}">
                    <a16:creationId xmlns:a16="http://schemas.microsoft.com/office/drawing/2014/main" id="{4434D218-FF23-49B5-8050-F5552F9327AE}"/>
                  </a:ext>
                </a:extLst>
              </p:cNvPr>
              <p:cNvSpPr>
                <a:spLocks/>
              </p:cNvSpPr>
              <p:nvPr/>
            </p:nvSpPr>
            <p:spPr bwMode="auto">
              <a:xfrm>
                <a:off x="1334" y="879"/>
                <a:ext cx="42" cy="148"/>
              </a:xfrm>
              <a:custGeom>
                <a:avLst/>
                <a:gdLst>
                  <a:gd name="T0" fmla="*/ 23 w 42"/>
                  <a:gd name="T1" fmla="*/ 133 h 149"/>
                  <a:gd name="T2" fmla="*/ 26 w 42"/>
                  <a:gd name="T3" fmla="*/ 132 h 149"/>
                  <a:gd name="T4" fmla="*/ 27 w 42"/>
                  <a:gd name="T5" fmla="*/ 129 h 149"/>
                  <a:gd name="T6" fmla="*/ 29 w 42"/>
                  <a:gd name="T7" fmla="*/ 127 h 149"/>
                  <a:gd name="T8" fmla="*/ 33 w 42"/>
                  <a:gd name="T9" fmla="*/ 121 h 149"/>
                  <a:gd name="T10" fmla="*/ 33 w 42"/>
                  <a:gd name="T11" fmla="*/ 118 h 149"/>
                  <a:gd name="T12" fmla="*/ 34 w 42"/>
                  <a:gd name="T13" fmla="*/ 116 h 149"/>
                  <a:gd name="T14" fmla="*/ 36 w 42"/>
                  <a:gd name="T15" fmla="*/ 107 h 149"/>
                  <a:gd name="T16" fmla="*/ 37 w 42"/>
                  <a:gd name="T17" fmla="*/ 104 h 149"/>
                  <a:gd name="T18" fmla="*/ 39 w 42"/>
                  <a:gd name="T19" fmla="*/ 98 h 149"/>
                  <a:gd name="T20" fmla="*/ 39 w 42"/>
                  <a:gd name="T21" fmla="*/ 95 h 149"/>
                  <a:gd name="T22" fmla="*/ 40 w 42"/>
                  <a:gd name="T23" fmla="*/ 93 h 149"/>
                  <a:gd name="T24" fmla="*/ 40 w 42"/>
                  <a:gd name="T25" fmla="*/ 90 h 149"/>
                  <a:gd name="T26" fmla="*/ 40 w 42"/>
                  <a:gd name="T27" fmla="*/ 88 h 149"/>
                  <a:gd name="T28" fmla="*/ 41 w 42"/>
                  <a:gd name="T29" fmla="*/ 85 h 149"/>
                  <a:gd name="T30" fmla="*/ 41 w 42"/>
                  <a:gd name="T31" fmla="*/ 83 h 149"/>
                  <a:gd name="T32" fmla="*/ 41 w 42"/>
                  <a:gd name="T33" fmla="*/ 79 h 149"/>
                  <a:gd name="T34" fmla="*/ 41 w 42"/>
                  <a:gd name="T35" fmla="*/ 74 h 149"/>
                  <a:gd name="T36" fmla="*/ 41 w 42"/>
                  <a:gd name="T37" fmla="*/ 74 h 149"/>
                  <a:gd name="T38" fmla="*/ 41 w 42"/>
                  <a:gd name="T39" fmla="*/ 74 h 149"/>
                  <a:gd name="T40" fmla="*/ 40 w 42"/>
                  <a:gd name="T41" fmla="*/ 74 h 149"/>
                  <a:gd name="T42" fmla="*/ 40 w 42"/>
                  <a:gd name="T43" fmla="*/ 74 h 149"/>
                  <a:gd name="T44" fmla="*/ 39 w 42"/>
                  <a:gd name="T45" fmla="*/ 70 h 149"/>
                  <a:gd name="T46" fmla="*/ 39 w 42"/>
                  <a:gd name="T47" fmla="*/ 67 h 149"/>
                  <a:gd name="T48" fmla="*/ 37 w 42"/>
                  <a:gd name="T49" fmla="*/ 65 h 149"/>
                  <a:gd name="T50" fmla="*/ 36 w 42"/>
                  <a:gd name="T51" fmla="*/ 61 h 149"/>
                  <a:gd name="T52" fmla="*/ 36 w 42"/>
                  <a:gd name="T53" fmla="*/ 59 h 149"/>
                  <a:gd name="T54" fmla="*/ 35 w 42"/>
                  <a:gd name="T55" fmla="*/ 56 h 149"/>
                  <a:gd name="T56" fmla="*/ 34 w 42"/>
                  <a:gd name="T57" fmla="*/ 53 h 149"/>
                  <a:gd name="T58" fmla="*/ 33 w 42"/>
                  <a:gd name="T59" fmla="*/ 50 h 149"/>
                  <a:gd name="T60" fmla="*/ 28 w 42"/>
                  <a:gd name="T61" fmla="*/ 40 h 149"/>
                  <a:gd name="T62" fmla="*/ 27 w 42"/>
                  <a:gd name="T63" fmla="*/ 38 h 149"/>
                  <a:gd name="T64" fmla="*/ 25 w 42"/>
                  <a:gd name="T65" fmla="*/ 35 h 149"/>
                  <a:gd name="T66" fmla="*/ 22 w 42"/>
                  <a:gd name="T67" fmla="*/ 32 h 149"/>
                  <a:gd name="T68" fmla="*/ 21 w 42"/>
                  <a:gd name="T69" fmla="*/ 29 h 149"/>
                  <a:gd name="T70" fmla="*/ 19 w 42"/>
                  <a:gd name="T71" fmla="*/ 28 h 149"/>
                  <a:gd name="T72" fmla="*/ 18 w 42"/>
                  <a:gd name="T73" fmla="*/ 26 h 149"/>
                  <a:gd name="T74" fmla="*/ 0 w 42"/>
                  <a:gd name="T75" fmla="*/ 0 h 1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 h="149">
                    <a:moveTo>
                      <a:pt x="23" y="148"/>
                    </a:moveTo>
                    <a:lnTo>
                      <a:pt x="26" y="147"/>
                    </a:lnTo>
                    <a:lnTo>
                      <a:pt x="27" y="144"/>
                    </a:lnTo>
                    <a:lnTo>
                      <a:pt x="29" y="142"/>
                    </a:lnTo>
                    <a:lnTo>
                      <a:pt x="33" y="136"/>
                    </a:lnTo>
                    <a:lnTo>
                      <a:pt x="33" y="133"/>
                    </a:lnTo>
                    <a:lnTo>
                      <a:pt x="34" y="131"/>
                    </a:lnTo>
                    <a:lnTo>
                      <a:pt x="36" y="122"/>
                    </a:lnTo>
                    <a:lnTo>
                      <a:pt x="37" y="119"/>
                    </a:lnTo>
                    <a:lnTo>
                      <a:pt x="39" y="113"/>
                    </a:lnTo>
                    <a:lnTo>
                      <a:pt x="39" y="110"/>
                    </a:lnTo>
                    <a:lnTo>
                      <a:pt x="40" y="108"/>
                    </a:lnTo>
                    <a:lnTo>
                      <a:pt x="40" y="105"/>
                    </a:lnTo>
                    <a:lnTo>
                      <a:pt x="40" y="103"/>
                    </a:lnTo>
                    <a:lnTo>
                      <a:pt x="41" y="100"/>
                    </a:lnTo>
                    <a:lnTo>
                      <a:pt x="41" y="98"/>
                    </a:lnTo>
                    <a:lnTo>
                      <a:pt x="41" y="94"/>
                    </a:lnTo>
                    <a:lnTo>
                      <a:pt x="41" y="86"/>
                    </a:lnTo>
                    <a:lnTo>
                      <a:pt x="41" y="83"/>
                    </a:lnTo>
                    <a:lnTo>
                      <a:pt x="41" y="81"/>
                    </a:lnTo>
                    <a:lnTo>
                      <a:pt x="40" y="78"/>
                    </a:lnTo>
                    <a:lnTo>
                      <a:pt x="40" y="75"/>
                    </a:lnTo>
                    <a:lnTo>
                      <a:pt x="39" y="70"/>
                    </a:lnTo>
                    <a:lnTo>
                      <a:pt x="39" y="67"/>
                    </a:lnTo>
                    <a:lnTo>
                      <a:pt x="37" y="65"/>
                    </a:lnTo>
                    <a:lnTo>
                      <a:pt x="36" y="61"/>
                    </a:lnTo>
                    <a:lnTo>
                      <a:pt x="36" y="59"/>
                    </a:lnTo>
                    <a:lnTo>
                      <a:pt x="35" y="56"/>
                    </a:lnTo>
                    <a:lnTo>
                      <a:pt x="34" y="53"/>
                    </a:lnTo>
                    <a:lnTo>
                      <a:pt x="33" y="50"/>
                    </a:lnTo>
                    <a:lnTo>
                      <a:pt x="28" y="40"/>
                    </a:lnTo>
                    <a:lnTo>
                      <a:pt x="27" y="38"/>
                    </a:lnTo>
                    <a:lnTo>
                      <a:pt x="25" y="35"/>
                    </a:lnTo>
                    <a:lnTo>
                      <a:pt x="22" y="32"/>
                    </a:lnTo>
                    <a:lnTo>
                      <a:pt x="21" y="29"/>
                    </a:lnTo>
                    <a:lnTo>
                      <a:pt x="19" y="28"/>
                    </a:lnTo>
                    <a:lnTo>
                      <a:pt x="18" y="26"/>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8" name="Freeform 63">
                <a:extLst>
                  <a:ext uri="{FF2B5EF4-FFF2-40B4-BE49-F238E27FC236}">
                    <a16:creationId xmlns:a16="http://schemas.microsoft.com/office/drawing/2014/main" id="{4FE68CDF-DEC8-4DF9-A2A5-74510A3D76E8}"/>
                  </a:ext>
                </a:extLst>
              </p:cNvPr>
              <p:cNvSpPr>
                <a:spLocks/>
              </p:cNvSpPr>
              <p:nvPr/>
            </p:nvSpPr>
            <p:spPr bwMode="auto">
              <a:xfrm>
                <a:off x="1320" y="1030"/>
                <a:ext cx="125" cy="153"/>
              </a:xfrm>
              <a:custGeom>
                <a:avLst/>
                <a:gdLst>
                  <a:gd name="T0" fmla="*/ 0 w 125"/>
                  <a:gd name="T1" fmla="*/ 26 h 153"/>
                  <a:gd name="T2" fmla="*/ 81 w 125"/>
                  <a:gd name="T3" fmla="*/ 141 h 153"/>
                  <a:gd name="T4" fmla="*/ 85 w 125"/>
                  <a:gd name="T5" fmla="*/ 143 h 153"/>
                  <a:gd name="T6" fmla="*/ 88 w 125"/>
                  <a:gd name="T7" fmla="*/ 145 h 153"/>
                  <a:gd name="T8" fmla="*/ 90 w 125"/>
                  <a:gd name="T9" fmla="*/ 146 h 153"/>
                  <a:gd name="T10" fmla="*/ 91 w 125"/>
                  <a:gd name="T11" fmla="*/ 148 h 153"/>
                  <a:gd name="T12" fmla="*/ 93 w 125"/>
                  <a:gd name="T13" fmla="*/ 149 h 153"/>
                  <a:gd name="T14" fmla="*/ 95 w 125"/>
                  <a:gd name="T15" fmla="*/ 150 h 153"/>
                  <a:gd name="T16" fmla="*/ 100 w 125"/>
                  <a:gd name="T17" fmla="*/ 152 h 153"/>
                  <a:gd name="T18" fmla="*/ 102 w 125"/>
                  <a:gd name="T19" fmla="*/ 152 h 153"/>
                  <a:gd name="T20" fmla="*/ 104 w 125"/>
                  <a:gd name="T21" fmla="*/ 152 h 153"/>
                  <a:gd name="T22" fmla="*/ 110 w 125"/>
                  <a:gd name="T23" fmla="*/ 149 h 153"/>
                  <a:gd name="T24" fmla="*/ 113 w 125"/>
                  <a:gd name="T25" fmla="*/ 148 h 153"/>
                  <a:gd name="T26" fmla="*/ 114 w 125"/>
                  <a:gd name="T27" fmla="*/ 146 h 153"/>
                  <a:gd name="T28" fmla="*/ 116 w 125"/>
                  <a:gd name="T29" fmla="*/ 145 h 153"/>
                  <a:gd name="T30" fmla="*/ 118 w 125"/>
                  <a:gd name="T31" fmla="*/ 142 h 153"/>
                  <a:gd name="T32" fmla="*/ 121 w 125"/>
                  <a:gd name="T33" fmla="*/ 142 h 153"/>
                  <a:gd name="T34" fmla="*/ 122 w 125"/>
                  <a:gd name="T35" fmla="*/ 139 h 153"/>
                  <a:gd name="T36" fmla="*/ 123 w 125"/>
                  <a:gd name="T37" fmla="*/ 132 h 153"/>
                  <a:gd name="T38" fmla="*/ 123 w 125"/>
                  <a:gd name="T39" fmla="*/ 130 h 153"/>
                  <a:gd name="T40" fmla="*/ 124 w 125"/>
                  <a:gd name="T41" fmla="*/ 128 h 153"/>
                  <a:gd name="T42" fmla="*/ 123 w 125"/>
                  <a:gd name="T43" fmla="*/ 124 h 153"/>
                  <a:gd name="T44" fmla="*/ 122 w 125"/>
                  <a:gd name="T45" fmla="*/ 121 h 153"/>
                  <a:gd name="T46" fmla="*/ 121 w 125"/>
                  <a:gd name="T47" fmla="*/ 119 h 153"/>
                  <a:gd name="T48" fmla="*/ 120 w 125"/>
                  <a:gd name="T49" fmla="*/ 116 h 153"/>
                  <a:gd name="T50" fmla="*/ 119 w 125"/>
                  <a:gd name="T51" fmla="*/ 114 h 153"/>
                  <a:gd name="T52" fmla="*/ 117 w 125"/>
                  <a:gd name="T53" fmla="*/ 112 h 153"/>
                  <a:gd name="T54" fmla="*/ 114 w 125"/>
                  <a:gd name="T55" fmla="*/ 111 h 153"/>
                  <a:gd name="T56" fmla="*/ 112 w 125"/>
                  <a:gd name="T57" fmla="*/ 110 h 153"/>
                  <a:gd name="T58" fmla="*/ 36 w 125"/>
                  <a:gd name="T59" fmla="*/ 0 h 153"/>
                  <a:gd name="T60" fmla="*/ 40 w 125"/>
                  <a:gd name="T61" fmla="*/ 1 h 15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25" h="153">
                    <a:moveTo>
                      <a:pt x="0" y="26"/>
                    </a:moveTo>
                    <a:lnTo>
                      <a:pt x="81" y="141"/>
                    </a:lnTo>
                    <a:lnTo>
                      <a:pt x="85" y="143"/>
                    </a:lnTo>
                    <a:lnTo>
                      <a:pt x="88" y="145"/>
                    </a:lnTo>
                    <a:lnTo>
                      <a:pt x="90" y="146"/>
                    </a:lnTo>
                    <a:lnTo>
                      <a:pt x="91" y="148"/>
                    </a:lnTo>
                    <a:lnTo>
                      <a:pt x="93" y="149"/>
                    </a:lnTo>
                    <a:lnTo>
                      <a:pt x="95" y="150"/>
                    </a:lnTo>
                    <a:lnTo>
                      <a:pt x="100" y="152"/>
                    </a:lnTo>
                    <a:lnTo>
                      <a:pt x="102" y="152"/>
                    </a:lnTo>
                    <a:lnTo>
                      <a:pt x="104" y="152"/>
                    </a:lnTo>
                    <a:lnTo>
                      <a:pt x="110" y="149"/>
                    </a:lnTo>
                    <a:lnTo>
                      <a:pt x="113" y="148"/>
                    </a:lnTo>
                    <a:lnTo>
                      <a:pt x="114" y="146"/>
                    </a:lnTo>
                    <a:lnTo>
                      <a:pt x="116" y="145"/>
                    </a:lnTo>
                    <a:lnTo>
                      <a:pt x="118" y="142"/>
                    </a:lnTo>
                    <a:lnTo>
                      <a:pt x="121" y="142"/>
                    </a:lnTo>
                    <a:lnTo>
                      <a:pt x="122" y="139"/>
                    </a:lnTo>
                    <a:lnTo>
                      <a:pt x="123" y="132"/>
                    </a:lnTo>
                    <a:lnTo>
                      <a:pt x="123" y="130"/>
                    </a:lnTo>
                    <a:lnTo>
                      <a:pt x="124" y="128"/>
                    </a:lnTo>
                    <a:lnTo>
                      <a:pt x="123" y="124"/>
                    </a:lnTo>
                    <a:lnTo>
                      <a:pt x="122" y="121"/>
                    </a:lnTo>
                    <a:lnTo>
                      <a:pt x="121" y="119"/>
                    </a:lnTo>
                    <a:lnTo>
                      <a:pt x="120" y="116"/>
                    </a:lnTo>
                    <a:lnTo>
                      <a:pt x="119" y="114"/>
                    </a:lnTo>
                    <a:lnTo>
                      <a:pt x="117" y="112"/>
                    </a:lnTo>
                    <a:lnTo>
                      <a:pt x="114" y="111"/>
                    </a:lnTo>
                    <a:lnTo>
                      <a:pt x="112" y="110"/>
                    </a:lnTo>
                    <a:lnTo>
                      <a:pt x="36" y="0"/>
                    </a:lnTo>
                    <a:lnTo>
                      <a:pt x="40" y="1"/>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9" name="Freeform 64">
                <a:extLst>
                  <a:ext uri="{FF2B5EF4-FFF2-40B4-BE49-F238E27FC236}">
                    <a16:creationId xmlns:a16="http://schemas.microsoft.com/office/drawing/2014/main" id="{6081B639-0939-4823-B458-B3368C5A7EBF}"/>
                  </a:ext>
                </a:extLst>
              </p:cNvPr>
              <p:cNvSpPr>
                <a:spLocks/>
              </p:cNvSpPr>
              <p:nvPr/>
            </p:nvSpPr>
            <p:spPr bwMode="auto">
              <a:xfrm>
                <a:off x="1401" y="1139"/>
                <a:ext cx="35" cy="35"/>
              </a:xfrm>
              <a:custGeom>
                <a:avLst/>
                <a:gdLst>
                  <a:gd name="T0" fmla="*/ 2 w 35"/>
                  <a:gd name="T1" fmla="*/ 34 h 35"/>
                  <a:gd name="T2" fmla="*/ 2 w 35"/>
                  <a:gd name="T3" fmla="*/ 32 h 35"/>
                  <a:gd name="T4" fmla="*/ 1 w 35"/>
                  <a:gd name="T5" fmla="*/ 29 h 35"/>
                  <a:gd name="T6" fmla="*/ 1 w 35"/>
                  <a:gd name="T7" fmla="*/ 27 h 35"/>
                  <a:gd name="T8" fmla="*/ 1 w 35"/>
                  <a:gd name="T9" fmla="*/ 25 h 35"/>
                  <a:gd name="T10" fmla="*/ 0 w 35"/>
                  <a:gd name="T11" fmla="*/ 22 h 35"/>
                  <a:gd name="T12" fmla="*/ 0 w 35"/>
                  <a:gd name="T13" fmla="*/ 19 h 35"/>
                  <a:gd name="T14" fmla="*/ 0 w 35"/>
                  <a:gd name="T15" fmla="*/ 17 h 35"/>
                  <a:gd name="T16" fmla="*/ 2 w 35"/>
                  <a:gd name="T17" fmla="*/ 10 h 35"/>
                  <a:gd name="T18" fmla="*/ 3 w 35"/>
                  <a:gd name="T19" fmla="*/ 8 h 35"/>
                  <a:gd name="T20" fmla="*/ 6 w 35"/>
                  <a:gd name="T21" fmla="*/ 6 h 35"/>
                  <a:gd name="T22" fmla="*/ 10 w 35"/>
                  <a:gd name="T23" fmla="*/ 2 h 35"/>
                  <a:gd name="T24" fmla="*/ 12 w 35"/>
                  <a:gd name="T25" fmla="*/ 1 h 35"/>
                  <a:gd name="T26" fmla="*/ 15 w 35"/>
                  <a:gd name="T27" fmla="*/ 0 h 35"/>
                  <a:gd name="T28" fmla="*/ 17 w 35"/>
                  <a:gd name="T29" fmla="*/ 0 h 35"/>
                  <a:gd name="T30" fmla="*/ 20 w 35"/>
                  <a:gd name="T31" fmla="*/ 0 h 35"/>
                  <a:gd name="T32" fmla="*/ 23 w 35"/>
                  <a:gd name="T33" fmla="*/ 0 h 35"/>
                  <a:gd name="T34" fmla="*/ 25 w 35"/>
                  <a:gd name="T35" fmla="*/ 0 h 35"/>
                  <a:gd name="T36" fmla="*/ 27 w 35"/>
                  <a:gd name="T37" fmla="*/ 1 h 35"/>
                  <a:gd name="T38" fmla="*/ 29 w 35"/>
                  <a:gd name="T39" fmla="*/ 2 h 35"/>
                  <a:gd name="T40" fmla="*/ 32 w 35"/>
                  <a:gd name="T41" fmla="*/ 2 h 35"/>
                  <a:gd name="T42" fmla="*/ 34 w 35"/>
                  <a:gd name="T43" fmla="*/ 3 h 3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5" h="35">
                    <a:moveTo>
                      <a:pt x="2" y="34"/>
                    </a:moveTo>
                    <a:lnTo>
                      <a:pt x="2" y="32"/>
                    </a:lnTo>
                    <a:lnTo>
                      <a:pt x="1" y="29"/>
                    </a:lnTo>
                    <a:lnTo>
                      <a:pt x="1" y="27"/>
                    </a:lnTo>
                    <a:lnTo>
                      <a:pt x="1" y="25"/>
                    </a:lnTo>
                    <a:lnTo>
                      <a:pt x="0" y="22"/>
                    </a:lnTo>
                    <a:lnTo>
                      <a:pt x="0" y="19"/>
                    </a:lnTo>
                    <a:lnTo>
                      <a:pt x="0" y="17"/>
                    </a:lnTo>
                    <a:lnTo>
                      <a:pt x="2" y="10"/>
                    </a:lnTo>
                    <a:lnTo>
                      <a:pt x="3" y="8"/>
                    </a:lnTo>
                    <a:lnTo>
                      <a:pt x="6" y="6"/>
                    </a:lnTo>
                    <a:lnTo>
                      <a:pt x="10" y="2"/>
                    </a:lnTo>
                    <a:lnTo>
                      <a:pt x="12" y="1"/>
                    </a:lnTo>
                    <a:lnTo>
                      <a:pt x="15" y="0"/>
                    </a:lnTo>
                    <a:lnTo>
                      <a:pt x="17" y="0"/>
                    </a:lnTo>
                    <a:lnTo>
                      <a:pt x="20" y="0"/>
                    </a:lnTo>
                    <a:lnTo>
                      <a:pt x="23" y="0"/>
                    </a:lnTo>
                    <a:lnTo>
                      <a:pt x="25" y="0"/>
                    </a:lnTo>
                    <a:lnTo>
                      <a:pt x="27" y="1"/>
                    </a:lnTo>
                    <a:lnTo>
                      <a:pt x="29" y="2"/>
                    </a:lnTo>
                    <a:lnTo>
                      <a:pt x="32" y="2"/>
                    </a:lnTo>
                    <a:lnTo>
                      <a:pt x="34" y="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50" name="Arc 65">
                <a:extLst>
                  <a:ext uri="{FF2B5EF4-FFF2-40B4-BE49-F238E27FC236}">
                    <a16:creationId xmlns:a16="http://schemas.microsoft.com/office/drawing/2014/main" id="{99A9C6BE-ED91-4B0E-A354-683EDC42A544}"/>
                  </a:ext>
                </a:extLst>
              </p:cNvPr>
              <p:cNvSpPr>
                <a:spLocks/>
              </p:cNvSpPr>
              <p:nvPr/>
            </p:nvSpPr>
            <p:spPr bwMode="auto">
              <a:xfrm rot="10800000">
                <a:off x="1198" y="875"/>
                <a:ext cx="68" cy="51"/>
              </a:xfrm>
              <a:custGeom>
                <a:avLst/>
                <a:gdLst>
                  <a:gd name="T0" fmla="*/ 0 w 21928"/>
                  <a:gd name="T1" fmla="*/ 0 h 22030"/>
                  <a:gd name="T2" fmla="*/ 0 w 21928"/>
                  <a:gd name="T3" fmla="*/ 0 h 22030"/>
                  <a:gd name="T4" fmla="*/ 0 w 21928"/>
                  <a:gd name="T5" fmla="*/ 0 h 22030"/>
                  <a:gd name="T6" fmla="*/ 0 60000 65536"/>
                  <a:gd name="T7" fmla="*/ 0 60000 65536"/>
                  <a:gd name="T8" fmla="*/ 0 60000 65536"/>
                </a:gdLst>
                <a:ahLst/>
                <a:cxnLst>
                  <a:cxn ang="T6">
                    <a:pos x="T0" y="T1"/>
                  </a:cxn>
                  <a:cxn ang="T7">
                    <a:pos x="T2" y="T3"/>
                  </a:cxn>
                  <a:cxn ang="T8">
                    <a:pos x="T4" y="T5"/>
                  </a:cxn>
                </a:cxnLst>
                <a:rect l="0" t="0" r="r" b="b"/>
                <a:pathLst>
                  <a:path w="21928" h="22030" fill="none" extrusionOk="0">
                    <a:moveTo>
                      <a:pt x="21923" y="-1"/>
                    </a:moveTo>
                    <a:cubicBezTo>
                      <a:pt x="21926" y="143"/>
                      <a:pt x="21928" y="286"/>
                      <a:pt x="21928" y="430"/>
                    </a:cubicBezTo>
                    <a:cubicBezTo>
                      <a:pt x="21928" y="12359"/>
                      <a:pt x="12257" y="22030"/>
                      <a:pt x="328" y="22030"/>
                    </a:cubicBezTo>
                    <a:cubicBezTo>
                      <a:pt x="218" y="22030"/>
                      <a:pt x="109" y="22029"/>
                      <a:pt x="-1" y="22027"/>
                    </a:cubicBezTo>
                  </a:path>
                  <a:path w="21928" h="22030" stroke="0" extrusionOk="0">
                    <a:moveTo>
                      <a:pt x="21923" y="-1"/>
                    </a:moveTo>
                    <a:cubicBezTo>
                      <a:pt x="21926" y="143"/>
                      <a:pt x="21928" y="286"/>
                      <a:pt x="21928" y="430"/>
                    </a:cubicBezTo>
                    <a:cubicBezTo>
                      <a:pt x="21928" y="12359"/>
                      <a:pt x="12257" y="22030"/>
                      <a:pt x="328" y="22030"/>
                    </a:cubicBezTo>
                    <a:cubicBezTo>
                      <a:pt x="218" y="22030"/>
                      <a:pt x="109" y="22029"/>
                      <a:pt x="-1" y="22027"/>
                    </a:cubicBezTo>
                    <a:lnTo>
                      <a:pt x="328" y="430"/>
                    </a:lnTo>
                    <a:lnTo>
                      <a:pt x="21923" y="-1"/>
                    </a:lnTo>
                    <a:close/>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sp>
          <p:nvSpPr>
            <p:cNvPr id="34829" name="Freeform 66">
              <a:extLst>
                <a:ext uri="{FF2B5EF4-FFF2-40B4-BE49-F238E27FC236}">
                  <a16:creationId xmlns:a16="http://schemas.microsoft.com/office/drawing/2014/main" id="{6DD36146-DAB9-47EB-8F27-8CB5C9F318C4}"/>
                </a:ext>
              </a:extLst>
            </p:cNvPr>
            <p:cNvSpPr>
              <a:spLocks/>
            </p:cNvSpPr>
            <p:nvPr/>
          </p:nvSpPr>
          <p:spPr bwMode="auto">
            <a:xfrm>
              <a:off x="4957763" y="1392238"/>
              <a:ext cx="2624137" cy="1292225"/>
            </a:xfrm>
            <a:custGeom>
              <a:avLst/>
              <a:gdLst>
                <a:gd name="T0" fmla="*/ 2147483646 w 2017"/>
                <a:gd name="T1" fmla="*/ 0 h 992"/>
                <a:gd name="T2" fmla="*/ 2147483646 w 2017"/>
                <a:gd name="T3" fmla="*/ 2147483646 h 992"/>
                <a:gd name="T4" fmla="*/ 2147483646 w 2017"/>
                <a:gd name="T5" fmla="*/ 2147483646 h 992"/>
                <a:gd name="T6" fmla="*/ 2147483646 w 2017"/>
                <a:gd name="T7" fmla="*/ 2147483646 h 992"/>
                <a:gd name="T8" fmla="*/ 2147483646 w 2017"/>
                <a:gd name="T9" fmla="*/ 2147483646 h 992"/>
                <a:gd name="T10" fmla="*/ 2147483646 w 2017"/>
                <a:gd name="T11" fmla="*/ 2147483646 h 992"/>
                <a:gd name="T12" fmla="*/ 2147483646 w 2017"/>
                <a:gd name="T13" fmla="*/ 2147483646 h 992"/>
                <a:gd name="T14" fmla="*/ 2147483646 w 2017"/>
                <a:gd name="T15" fmla="*/ 2147483646 h 992"/>
                <a:gd name="T16" fmla="*/ 2147483646 w 2017"/>
                <a:gd name="T17" fmla="*/ 2147483646 h 992"/>
                <a:gd name="T18" fmla="*/ 2147483646 w 2017"/>
                <a:gd name="T19" fmla="*/ 2147483646 h 992"/>
                <a:gd name="T20" fmla="*/ 2147483646 w 2017"/>
                <a:gd name="T21" fmla="*/ 2147483646 h 992"/>
                <a:gd name="T22" fmla="*/ 2147483646 w 2017"/>
                <a:gd name="T23" fmla="*/ 2147483646 h 992"/>
                <a:gd name="T24" fmla="*/ 2147483646 w 2017"/>
                <a:gd name="T25" fmla="*/ 2147483646 h 992"/>
                <a:gd name="T26" fmla="*/ 2147483646 w 2017"/>
                <a:gd name="T27" fmla="*/ 2147483646 h 992"/>
                <a:gd name="T28" fmla="*/ 0 w 2017"/>
                <a:gd name="T29" fmla="*/ 2147483646 h 992"/>
                <a:gd name="T30" fmla="*/ 2147483646 w 2017"/>
                <a:gd name="T31" fmla="*/ 0 h 9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7" h="992">
                  <a:moveTo>
                    <a:pt x="13" y="0"/>
                  </a:moveTo>
                  <a:lnTo>
                    <a:pt x="1071" y="7"/>
                  </a:lnTo>
                  <a:lnTo>
                    <a:pt x="1369" y="108"/>
                  </a:lnTo>
                  <a:lnTo>
                    <a:pt x="1572" y="240"/>
                  </a:lnTo>
                  <a:lnTo>
                    <a:pt x="1756" y="430"/>
                  </a:lnTo>
                  <a:lnTo>
                    <a:pt x="1922" y="680"/>
                  </a:lnTo>
                  <a:lnTo>
                    <a:pt x="2016" y="922"/>
                  </a:lnTo>
                  <a:lnTo>
                    <a:pt x="2014" y="940"/>
                  </a:lnTo>
                  <a:lnTo>
                    <a:pt x="1980" y="991"/>
                  </a:lnTo>
                  <a:lnTo>
                    <a:pt x="1866" y="990"/>
                  </a:lnTo>
                  <a:lnTo>
                    <a:pt x="1678" y="985"/>
                  </a:lnTo>
                  <a:lnTo>
                    <a:pt x="1386" y="984"/>
                  </a:lnTo>
                  <a:lnTo>
                    <a:pt x="1061" y="985"/>
                  </a:lnTo>
                  <a:lnTo>
                    <a:pt x="672" y="970"/>
                  </a:lnTo>
                  <a:lnTo>
                    <a:pt x="0" y="965"/>
                  </a:lnTo>
                  <a:lnTo>
                    <a:pt x="13" y="0"/>
                  </a:lnTo>
                </a:path>
              </a:pathLst>
            </a:custGeom>
            <a:gradFill rotWithShape="0">
              <a:gsLst>
                <a:gs pos="0">
                  <a:srgbClr val="EE9B8A"/>
                </a:gs>
                <a:gs pos="100000">
                  <a:srgbClr val="E56B53"/>
                </a:gs>
              </a:gsLst>
              <a:lin ang="0" scaled="1"/>
            </a:gradFill>
            <a:ln>
              <a:noFill/>
            </a:ln>
            <a:effectLst>
              <a:outerShdw dist="28398" dir="6993903" algn="ctr" rotWithShape="0">
                <a:srgbClr val="729BFE"/>
              </a:outerShdw>
            </a:effectLst>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sz="2800"/>
            </a:p>
          </p:txBody>
        </p:sp>
        <p:sp>
          <p:nvSpPr>
            <p:cNvPr id="34830" name="Freeform 67">
              <a:extLst>
                <a:ext uri="{FF2B5EF4-FFF2-40B4-BE49-F238E27FC236}">
                  <a16:creationId xmlns:a16="http://schemas.microsoft.com/office/drawing/2014/main" id="{CCC63EE8-6124-4F70-AD87-E8C8007F4F34}"/>
                </a:ext>
              </a:extLst>
            </p:cNvPr>
            <p:cNvSpPr>
              <a:spLocks/>
            </p:cNvSpPr>
            <p:nvPr/>
          </p:nvSpPr>
          <p:spPr bwMode="auto">
            <a:xfrm>
              <a:off x="5033963" y="2981325"/>
              <a:ext cx="3001962" cy="1350963"/>
            </a:xfrm>
            <a:custGeom>
              <a:avLst/>
              <a:gdLst>
                <a:gd name="T0" fmla="*/ 0 w 2307"/>
                <a:gd name="T1" fmla="*/ 0 h 1039"/>
                <a:gd name="T2" fmla="*/ 2147483646 w 2307"/>
                <a:gd name="T3" fmla="*/ 0 h 1039"/>
                <a:gd name="T4" fmla="*/ 2147483646 w 2307"/>
                <a:gd name="T5" fmla="*/ 0 h 1039"/>
                <a:gd name="T6" fmla="*/ 2147483646 w 2307"/>
                <a:gd name="T7" fmla="*/ 0 h 1039"/>
                <a:gd name="T8" fmla="*/ 2147483646 w 2307"/>
                <a:gd name="T9" fmla="*/ 0 h 1039"/>
                <a:gd name="T10" fmla="*/ 2147483646 w 2307"/>
                <a:gd name="T11" fmla="*/ 2147483646 h 1039"/>
                <a:gd name="T12" fmla="*/ 2147483646 w 2307"/>
                <a:gd name="T13" fmla="*/ 2147483646 h 1039"/>
                <a:gd name="T14" fmla="*/ 2147483646 w 2307"/>
                <a:gd name="T15" fmla="*/ 2147483646 h 1039"/>
                <a:gd name="T16" fmla="*/ 2147483646 w 2307"/>
                <a:gd name="T17" fmla="*/ 2147483646 h 1039"/>
                <a:gd name="T18" fmla="*/ 2147483646 w 2307"/>
                <a:gd name="T19" fmla="*/ 2147483646 h 1039"/>
                <a:gd name="T20" fmla="*/ 2147483646 w 2307"/>
                <a:gd name="T21" fmla="*/ 2147483646 h 1039"/>
                <a:gd name="T22" fmla="*/ 2147483646 w 2307"/>
                <a:gd name="T23" fmla="*/ 2147483646 h 1039"/>
                <a:gd name="T24" fmla="*/ 2147483646 w 2307"/>
                <a:gd name="T25" fmla="*/ 2147483646 h 1039"/>
                <a:gd name="T26" fmla="*/ 2147483646 w 2307"/>
                <a:gd name="T27" fmla="*/ 2147483646 h 1039"/>
                <a:gd name="T28" fmla="*/ 2147483646 w 2307"/>
                <a:gd name="T29" fmla="*/ 2147483646 h 1039"/>
                <a:gd name="T30" fmla="*/ 2147483646 w 2307"/>
                <a:gd name="T31" fmla="*/ 2147483646 h 1039"/>
                <a:gd name="T32" fmla="*/ 2147483646 w 2307"/>
                <a:gd name="T33" fmla="*/ 2147483646 h 1039"/>
                <a:gd name="T34" fmla="*/ 2147483646 w 2307"/>
                <a:gd name="T35" fmla="*/ 2147483646 h 1039"/>
                <a:gd name="T36" fmla="*/ 2147483646 w 2307"/>
                <a:gd name="T37" fmla="*/ 2147483646 h 1039"/>
                <a:gd name="T38" fmla="*/ 2147483646 w 2307"/>
                <a:gd name="T39" fmla="*/ 2147483646 h 1039"/>
                <a:gd name="T40" fmla="*/ 2147483646 w 2307"/>
                <a:gd name="T41" fmla="*/ 2147483646 h 1039"/>
                <a:gd name="T42" fmla="*/ 2147483646 w 2307"/>
                <a:gd name="T43" fmla="*/ 2147483646 h 1039"/>
                <a:gd name="T44" fmla="*/ 2147483646 w 2307"/>
                <a:gd name="T45" fmla="*/ 2147483646 h 1039"/>
                <a:gd name="T46" fmla="*/ 2147483646 w 2307"/>
                <a:gd name="T47" fmla="*/ 2147483646 h 1039"/>
                <a:gd name="T48" fmla="*/ 0 w 2307"/>
                <a:gd name="T49" fmla="*/ 0 h 10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307" h="1039">
                  <a:moveTo>
                    <a:pt x="0" y="0"/>
                  </a:moveTo>
                  <a:lnTo>
                    <a:pt x="948" y="0"/>
                  </a:lnTo>
                  <a:lnTo>
                    <a:pt x="1582" y="0"/>
                  </a:lnTo>
                  <a:lnTo>
                    <a:pt x="1913" y="0"/>
                  </a:lnTo>
                  <a:lnTo>
                    <a:pt x="2054" y="0"/>
                  </a:lnTo>
                  <a:lnTo>
                    <a:pt x="2112" y="35"/>
                  </a:lnTo>
                  <a:lnTo>
                    <a:pt x="2170" y="88"/>
                  </a:lnTo>
                  <a:lnTo>
                    <a:pt x="2224" y="173"/>
                  </a:lnTo>
                  <a:lnTo>
                    <a:pt x="2279" y="295"/>
                  </a:lnTo>
                  <a:lnTo>
                    <a:pt x="2306" y="442"/>
                  </a:lnTo>
                  <a:lnTo>
                    <a:pt x="2298" y="617"/>
                  </a:lnTo>
                  <a:lnTo>
                    <a:pt x="2265" y="764"/>
                  </a:lnTo>
                  <a:lnTo>
                    <a:pt x="2210" y="877"/>
                  </a:lnTo>
                  <a:lnTo>
                    <a:pt x="2096" y="1037"/>
                  </a:lnTo>
                  <a:lnTo>
                    <a:pt x="2064" y="1037"/>
                  </a:lnTo>
                  <a:lnTo>
                    <a:pt x="2054" y="1038"/>
                  </a:lnTo>
                  <a:lnTo>
                    <a:pt x="1867" y="1038"/>
                  </a:lnTo>
                  <a:lnTo>
                    <a:pt x="1489" y="1038"/>
                  </a:lnTo>
                  <a:lnTo>
                    <a:pt x="1245" y="1038"/>
                  </a:lnTo>
                  <a:lnTo>
                    <a:pt x="961" y="1038"/>
                  </a:lnTo>
                  <a:lnTo>
                    <a:pt x="651" y="1038"/>
                  </a:lnTo>
                  <a:lnTo>
                    <a:pt x="378" y="1038"/>
                  </a:lnTo>
                  <a:lnTo>
                    <a:pt x="157" y="1038"/>
                  </a:lnTo>
                  <a:lnTo>
                    <a:pt x="7" y="1033"/>
                  </a:lnTo>
                  <a:lnTo>
                    <a:pt x="0" y="0"/>
                  </a:lnTo>
                </a:path>
              </a:pathLst>
            </a:custGeom>
            <a:gradFill rotWithShape="0">
              <a:gsLst>
                <a:gs pos="0">
                  <a:srgbClr val="9DDE62"/>
                </a:gs>
                <a:gs pos="100000">
                  <a:srgbClr val="60C900"/>
                </a:gs>
              </a:gsLst>
              <a:lin ang="0" scaled="1"/>
            </a:gradFill>
            <a:ln>
              <a:noFill/>
            </a:ln>
            <a:effectLst>
              <a:outerShdw dist="40161" dir="6506097" algn="ctr" rotWithShape="0">
                <a:srgbClr val="729BFE"/>
              </a:outerShdw>
            </a:effectLst>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sz="2800"/>
            </a:p>
          </p:txBody>
        </p:sp>
        <p:sp>
          <p:nvSpPr>
            <p:cNvPr id="34831" name="Rectangle 68">
              <a:extLst>
                <a:ext uri="{FF2B5EF4-FFF2-40B4-BE49-F238E27FC236}">
                  <a16:creationId xmlns:a16="http://schemas.microsoft.com/office/drawing/2014/main" id="{D40A19DB-022E-4E9B-8636-6213E65B9743}"/>
                </a:ext>
              </a:extLst>
            </p:cNvPr>
            <p:cNvSpPr>
              <a:spLocks noChangeArrowheads="1"/>
            </p:cNvSpPr>
            <p:nvPr/>
          </p:nvSpPr>
          <p:spPr bwMode="auto">
            <a:xfrm>
              <a:off x="5000625" y="1418770"/>
              <a:ext cx="1803725" cy="143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pPr>
                <a:lnSpc>
                  <a:spcPts val="1200"/>
                </a:lnSpc>
              </a:pPr>
              <a:r>
                <a:rPr lang="zh-CN" altLang="en-US" sz="1200" b="1" i="1">
                  <a:solidFill>
                    <a:srgbClr val="FF0000"/>
                  </a:solidFill>
                  <a:latin typeface="微软雅黑" panose="020B0503020204020204" pitchFamily="34" charset="-122"/>
                  <a:ea typeface="微软雅黑" panose="020B0503020204020204" pitchFamily="34" charset="-122"/>
                </a:rPr>
                <a:t>问题分析</a:t>
              </a:r>
              <a:endParaRPr lang="en-US" altLang="zh-CN" sz="1200" b="1" i="1">
                <a:solidFill>
                  <a:srgbClr val="FF0000"/>
                </a:solidFill>
                <a:latin typeface="微软雅黑" panose="020B0503020204020204" pitchFamily="34" charset="-122"/>
                <a:ea typeface="微软雅黑" panose="020B0503020204020204" pitchFamily="34" charset="-122"/>
              </a:endParaRPr>
            </a:p>
            <a:p>
              <a:pPr>
                <a:lnSpc>
                  <a:spcPts val="1200"/>
                </a:lnSpc>
              </a:pPr>
              <a:r>
                <a:rPr lang="zh-CN" altLang="en-US" sz="1200" i="1">
                  <a:solidFill>
                    <a:srgbClr val="000000"/>
                  </a:solidFill>
                  <a:latin typeface="微软雅黑" panose="020B0503020204020204" pitchFamily="34" charset="-122"/>
                  <a:ea typeface="微软雅黑" panose="020B0503020204020204" pitchFamily="34" charset="-122"/>
                </a:rPr>
                <a:t>找出偏差起因的系统程序</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200"/>
                </a:lnSpc>
              </a:pPr>
              <a:r>
                <a:rPr lang="en-US" altLang="zh-CN" sz="1200" i="1">
                  <a:solidFill>
                    <a:srgbClr val="000000"/>
                  </a:solidFill>
                  <a:latin typeface="微软雅黑" panose="020B0503020204020204" pitchFamily="34" charset="-122"/>
                  <a:ea typeface="微软雅黑" panose="020B0503020204020204" pitchFamily="34" charset="-122"/>
                </a:rPr>
                <a:t>            </a:t>
              </a:r>
              <a:r>
                <a:rPr lang="zh-CN" altLang="en-US" sz="1200" i="1">
                  <a:solidFill>
                    <a:srgbClr val="000000"/>
                  </a:solidFill>
                  <a:latin typeface="微软雅黑" panose="020B0503020204020204" pitchFamily="34" charset="-122"/>
                  <a:ea typeface="微软雅黑" panose="020B0503020204020204" pitchFamily="34" charset="-122"/>
                </a:rPr>
                <a:t>避免乱下结论</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a:solidFill>
                    <a:srgbClr val="000000"/>
                  </a:solidFill>
                  <a:latin typeface="微软雅黑" panose="020B0503020204020204" pitchFamily="34" charset="-122"/>
                  <a:ea typeface="微软雅黑" panose="020B0503020204020204" pitchFamily="34" charset="-122"/>
                </a:rPr>
                <a:t>描述问题</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a:solidFill>
                    <a:srgbClr val="000000"/>
                  </a:solidFill>
                  <a:latin typeface="微软雅黑" panose="020B0503020204020204" pitchFamily="34" charset="-122"/>
                  <a:ea typeface="微软雅黑" panose="020B0503020204020204" pitchFamily="34" charset="-122"/>
                </a:rPr>
                <a:t>找出可能的原因</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a:solidFill>
                    <a:srgbClr val="000000"/>
                  </a:solidFill>
                  <a:latin typeface="微软雅黑" panose="020B0503020204020204" pitchFamily="34" charset="-122"/>
                  <a:ea typeface="微软雅黑" panose="020B0503020204020204" pitchFamily="34" charset="-122"/>
                </a:rPr>
                <a:t>评估可能的原因</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a:solidFill>
                    <a:srgbClr val="000000"/>
                  </a:solidFill>
                  <a:latin typeface="微软雅黑" panose="020B0503020204020204" pitchFamily="34" charset="-122"/>
                  <a:ea typeface="微软雅黑" panose="020B0503020204020204" pitchFamily="34" charset="-122"/>
                </a:rPr>
                <a:t>确认真正的原因</a:t>
              </a:r>
              <a:endParaRPr lang="en-US" altLang="zh-CN" sz="1200" i="1">
                <a:solidFill>
                  <a:srgbClr val="000000"/>
                </a:solidFill>
                <a:latin typeface="微软雅黑" panose="020B0503020204020204" pitchFamily="34" charset="-122"/>
                <a:ea typeface="微软雅黑" panose="020B0503020204020204" pitchFamily="34" charset="-122"/>
              </a:endParaRPr>
            </a:p>
          </p:txBody>
        </p:sp>
        <p:sp>
          <p:nvSpPr>
            <p:cNvPr id="34832" name="Rectangle 69">
              <a:extLst>
                <a:ext uri="{FF2B5EF4-FFF2-40B4-BE49-F238E27FC236}">
                  <a16:creationId xmlns:a16="http://schemas.microsoft.com/office/drawing/2014/main" id="{42E5C23A-A247-4940-B339-41425AC8CC86}"/>
                </a:ext>
              </a:extLst>
            </p:cNvPr>
            <p:cNvSpPr>
              <a:spLocks noChangeArrowheads="1"/>
            </p:cNvSpPr>
            <p:nvPr/>
          </p:nvSpPr>
          <p:spPr bwMode="auto">
            <a:xfrm>
              <a:off x="5000625" y="3043865"/>
              <a:ext cx="2338951" cy="1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pPr>
                <a:lnSpc>
                  <a:spcPts val="1200"/>
                </a:lnSpc>
              </a:pPr>
              <a:r>
                <a:rPr lang="zh-CN" altLang="en-US" sz="1200" b="1" i="1" dirty="0">
                  <a:solidFill>
                    <a:srgbClr val="FF0000"/>
                  </a:solidFill>
                  <a:latin typeface="微软雅黑" panose="020B0503020204020204" pitchFamily="34" charset="-122"/>
                  <a:ea typeface="微软雅黑" panose="020B0503020204020204" pitchFamily="34" charset="-122"/>
                </a:rPr>
                <a:t>决策分析</a:t>
              </a:r>
              <a:endParaRPr lang="en-US" altLang="zh-CN" sz="1200" b="1" i="1" dirty="0">
                <a:solidFill>
                  <a:srgbClr val="FF0000"/>
                </a:solidFill>
                <a:latin typeface="微软雅黑" panose="020B0503020204020204" pitchFamily="34" charset="-122"/>
                <a:ea typeface="微软雅黑" panose="020B0503020204020204" pitchFamily="34" charset="-122"/>
              </a:endParaRPr>
            </a:p>
            <a:p>
              <a:pPr>
                <a:lnSpc>
                  <a:spcPts val="1200"/>
                </a:lnSpc>
              </a:pPr>
              <a:r>
                <a:rPr lang="zh-CN" altLang="en-US" sz="1200" i="1" dirty="0">
                  <a:solidFill>
                    <a:srgbClr val="000000"/>
                  </a:solidFill>
                  <a:latin typeface="微软雅黑" panose="020B0503020204020204" pitchFamily="34" charset="-122"/>
                  <a:ea typeface="微软雅黑" panose="020B0503020204020204" pitchFamily="34" charset="-122"/>
                </a:rPr>
                <a:t>做出决定的系统程序</a:t>
              </a:r>
              <a:endParaRPr lang="en-US" altLang="zh-CN" sz="1200" i="1" dirty="0">
                <a:solidFill>
                  <a:srgbClr val="000000"/>
                </a:solidFill>
                <a:latin typeface="微软雅黑" panose="020B0503020204020204" pitchFamily="34" charset="-122"/>
                <a:ea typeface="微软雅黑" panose="020B0503020204020204" pitchFamily="34" charset="-122"/>
              </a:endParaRPr>
            </a:p>
            <a:p>
              <a:pPr>
                <a:lnSpc>
                  <a:spcPts val="1200"/>
                </a:lnSpc>
              </a:pPr>
              <a:r>
                <a:rPr lang="en-US" altLang="zh-CN" sz="1200" i="1" dirty="0">
                  <a:solidFill>
                    <a:srgbClr val="000000"/>
                  </a:solidFill>
                  <a:latin typeface="微软雅黑" panose="020B0503020204020204" pitchFamily="34" charset="-122"/>
                  <a:ea typeface="微软雅黑" panose="020B0503020204020204" pitchFamily="34" charset="-122"/>
                </a:rPr>
                <a:t>        </a:t>
              </a:r>
              <a:r>
                <a:rPr lang="zh-CN" altLang="en-US" sz="1200" i="1" dirty="0">
                  <a:solidFill>
                    <a:srgbClr val="000000"/>
                  </a:solidFill>
                  <a:latin typeface="微软雅黑" panose="020B0503020204020204" pitchFamily="34" charset="-122"/>
                  <a:ea typeface="微软雅黑" panose="020B0503020204020204" pitchFamily="34" charset="-122"/>
                </a:rPr>
                <a:t>平衡利益与风险</a:t>
              </a:r>
              <a:endParaRPr lang="en-US" altLang="zh-CN" sz="1200" i="1" dirty="0">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dirty="0">
                  <a:solidFill>
                    <a:srgbClr val="000000"/>
                  </a:solidFill>
                  <a:latin typeface="微软雅黑" panose="020B0503020204020204" pitchFamily="34" charset="-122"/>
                  <a:ea typeface="微软雅黑" panose="020B0503020204020204" pitchFamily="34" charset="-122"/>
                </a:rPr>
                <a:t>澄清目的</a:t>
              </a:r>
              <a:endParaRPr lang="en-US" altLang="zh-CN" sz="1200" i="1" dirty="0">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dirty="0">
                  <a:solidFill>
                    <a:srgbClr val="000000"/>
                  </a:solidFill>
                  <a:latin typeface="微软雅黑" panose="020B0503020204020204" pitchFamily="34" charset="-122"/>
                  <a:ea typeface="微软雅黑" panose="020B0503020204020204" pitchFamily="34" charset="-122"/>
                </a:rPr>
                <a:t>评估可选择方案</a:t>
              </a:r>
              <a:endParaRPr lang="en-US" altLang="zh-CN" sz="1200" i="1" dirty="0">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dirty="0">
                  <a:solidFill>
                    <a:srgbClr val="000000"/>
                  </a:solidFill>
                  <a:latin typeface="微软雅黑" panose="020B0503020204020204" pitchFamily="34" charset="-122"/>
                  <a:ea typeface="微软雅黑" panose="020B0503020204020204" pitchFamily="34" charset="-122"/>
                </a:rPr>
                <a:t>评估风险</a:t>
              </a:r>
              <a:endParaRPr lang="en-US" altLang="zh-CN" sz="1200" i="1" dirty="0">
                <a:solidFill>
                  <a:srgbClr val="000000"/>
                </a:solidFill>
                <a:latin typeface="微软雅黑" panose="020B0503020204020204" pitchFamily="34" charset="-122"/>
                <a:ea typeface="微软雅黑" panose="020B0503020204020204" pitchFamily="34" charset="-122"/>
              </a:endParaRPr>
            </a:p>
            <a:p>
              <a:pPr>
                <a:lnSpc>
                  <a:spcPts val="1200"/>
                </a:lnSpc>
              </a:pPr>
              <a:r>
                <a:rPr lang="zh-CN" altLang="en-US" sz="1200" i="1" dirty="0">
                  <a:solidFill>
                    <a:srgbClr val="000000"/>
                  </a:solidFill>
                  <a:latin typeface="微软雅黑" panose="020B0503020204020204" pitchFamily="34" charset="-122"/>
                  <a:ea typeface="微软雅黑" panose="020B0503020204020204" pitchFamily="34" charset="-122"/>
                </a:rPr>
                <a:t>做出决策</a:t>
              </a:r>
              <a:endParaRPr lang="en-US" altLang="zh-CN" sz="1200" i="1" dirty="0">
                <a:solidFill>
                  <a:srgbClr val="000000"/>
                </a:solidFill>
                <a:latin typeface="微软雅黑" panose="020B0503020204020204" pitchFamily="34" charset="-122"/>
                <a:ea typeface="微软雅黑" panose="020B0503020204020204" pitchFamily="34" charset="-122"/>
              </a:endParaRPr>
            </a:p>
          </p:txBody>
        </p:sp>
        <p:sp>
          <p:nvSpPr>
            <p:cNvPr id="34833" name="Freeform 70">
              <a:extLst>
                <a:ext uri="{FF2B5EF4-FFF2-40B4-BE49-F238E27FC236}">
                  <a16:creationId xmlns:a16="http://schemas.microsoft.com/office/drawing/2014/main" id="{52FA1007-2504-46CE-BE16-CEFDAF8871C3}"/>
                </a:ext>
              </a:extLst>
            </p:cNvPr>
            <p:cNvSpPr>
              <a:spLocks/>
            </p:cNvSpPr>
            <p:nvPr/>
          </p:nvSpPr>
          <p:spPr bwMode="auto">
            <a:xfrm>
              <a:off x="5033963" y="4554538"/>
              <a:ext cx="2638425" cy="1309687"/>
            </a:xfrm>
            <a:custGeom>
              <a:avLst/>
              <a:gdLst>
                <a:gd name="T0" fmla="*/ 2147483646 w 2027"/>
                <a:gd name="T1" fmla="*/ 2147483646 h 1007"/>
                <a:gd name="T2" fmla="*/ 2147483646 w 2027"/>
                <a:gd name="T3" fmla="*/ 2147483646 h 1007"/>
                <a:gd name="T4" fmla="*/ 2147483646 w 2027"/>
                <a:gd name="T5" fmla="*/ 2147483646 h 1007"/>
                <a:gd name="T6" fmla="*/ 2147483646 w 2027"/>
                <a:gd name="T7" fmla="*/ 2147483646 h 1007"/>
                <a:gd name="T8" fmla="*/ 2147483646 w 2027"/>
                <a:gd name="T9" fmla="*/ 2147483646 h 1007"/>
                <a:gd name="T10" fmla="*/ 2147483646 w 2027"/>
                <a:gd name="T11" fmla="*/ 2147483646 h 1007"/>
                <a:gd name="T12" fmla="*/ 2147483646 w 2027"/>
                <a:gd name="T13" fmla="*/ 2147483646 h 1007"/>
                <a:gd name="T14" fmla="*/ 2147483646 w 2027"/>
                <a:gd name="T15" fmla="*/ 2147483646 h 1007"/>
                <a:gd name="T16" fmla="*/ 2147483646 w 2027"/>
                <a:gd name="T17" fmla="*/ 2147483646 h 1007"/>
                <a:gd name="T18" fmla="*/ 2147483646 w 2027"/>
                <a:gd name="T19" fmla="*/ 2147483646 h 1007"/>
                <a:gd name="T20" fmla="*/ 2147483646 w 2027"/>
                <a:gd name="T21" fmla="*/ 0 h 1007"/>
                <a:gd name="T22" fmla="*/ 2147483646 w 2027"/>
                <a:gd name="T23" fmla="*/ 2147483646 h 1007"/>
                <a:gd name="T24" fmla="*/ 2147483646 w 2027"/>
                <a:gd name="T25" fmla="*/ 2147483646 h 1007"/>
                <a:gd name="T26" fmla="*/ 2147483646 w 2027"/>
                <a:gd name="T27" fmla="*/ 2147483646 h 1007"/>
                <a:gd name="T28" fmla="*/ 0 w 2027"/>
                <a:gd name="T29" fmla="*/ 2147483646 h 1007"/>
                <a:gd name="T30" fmla="*/ 2147483646 w 2027"/>
                <a:gd name="T31" fmla="*/ 2147483646 h 10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27" h="1007">
                  <a:moveTo>
                    <a:pt x="6" y="1006"/>
                  </a:moveTo>
                  <a:lnTo>
                    <a:pt x="1024" y="1006"/>
                  </a:lnTo>
                  <a:lnTo>
                    <a:pt x="1317" y="877"/>
                  </a:lnTo>
                  <a:lnTo>
                    <a:pt x="1600" y="664"/>
                  </a:lnTo>
                  <a:lnTo>
                    <a:pt x="1870" y="348"/>
                  </a:lnTo>
                  <a:lnTo>
                    <a:pt x="1990" y="146"/>
                  </a:lnTo>
                  <a:lnTo>
                    <a:pt x="2026" y="45"/>
                  </a:lnTo>
                  <a:lnTo>
                    <a:pt x="2016" y="13"/>
                  </a:lnTo>
                  <a:lnTo>
                    <a:pt x="2001" y="1"/>
                  </a:lnTo>
                  <a:lnTo>
                    <a:pt x="1870" y="1"/>
                  </a:lnTo>
                  <a:lnTo>
                    <a:pt x="1697" y="0"/>
                  </a:lnTo>
                  <a:lnTo>
                    <a:pt x="1389" y="1"/>
                  </a:lnTo>
                  <a:lnTo>
                    <a:pt x="1057" y="1"/>
                  </a:lnTo>
                  <a:lnTo>
                    <a:pt x="695" y="1"/>
                  </a:lnTo>
                  <a:lnTo>
                    <a:pt x="0" y="1"/>
                  </a:lnTo>
                  <a:lnTo>
                    <a:pt x="6" y="1006"/>
                  </a:lnTo>
                </a:path>
              </a:pathLst>
            </a:custGeom>
            <a:gradFill rotWithShape="0">
              <a:gsLst>
                <a:gs pos="0">
                  <a:srgbClr val="E7E9A7"/>
                </a:gs>
                <a:gs pos="100000">
                  <a:srgbClr val="FFFF99"/>
                </a:gs>
              </a:gsLst>
              <a:lin ang="0" scaled="1"/>
            </a:gradFill>
            <a:ln>
              <a:noFill/>
            </a:ln>
            <a:effectLst>
              <a:outerShdw dist="28398" dir="14606097" algn="ctr" rotWithShape="0">
                <a:srgbClr val="729BFE"/>
              </a:outerShdw>
            </a:effectLst>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sz="2800"/>
            </a:p>
          </p:txBody>
        </p:sp>
        <p:sp>
          <p:nvSpPr>
            <p:cNvPr id="34834" name="Rectangle 71">
              <a:extLst>
                <a:ext uri="{FF2B5EF4-FFF2-40B4-BE49-F238E27FC236}">
                  <a16:creationId xmlns:a16="http://schemas.microsoft.com/office/drawing/2014/main" id="{D2192E42-38D8-4CE3-9263-29995E53A355}"/>
                </a:ext>
              </a:extLst>
            </p:cNvPr>
            <p:cNvSpPr>
              <a:spLocks noChangeArrowheads="1"/>
            </p:cNvSpPr>
            <p:nvPr/>
          </p:nvSpPr>
          <p:spPr bwMode="auto">
            <a:xfrm>
              <a:off x="5024438" y="4583113"/>
              <a:ext cx="3232669" cy="132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lvl1pPr marL="112713" indent="-11271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416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88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560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1100"/>
                </a:lnSpc>
              </a:pPr>
              <a:r>
                <a:rPr lang="zh-CN" altLang="en-US" sz="1200" b="1" i="1">
                  <a:solidFill>
                    <a:srgbClr val="FF0000"/>
                  </a:solidFill>
                  <a:latin typeface="微软雅黑" panose="020B0503020204020204" pitchFamily="34" charset="-122"/>
                  <a:ea typeface="微软雅黑" panose="020B0503020204020204" pitchFamily="34" charset="-122"/>
                </a:rPr>
                <a:t>潜在问题（机会）分析</a:t>
              </a:r>
              <a:endParaRPr lang="en-US" altLang="zh-CN" sz="1200" b="1" i="1">
                <a:solidFill>
                  <a:srgbClr val="FF0000"/>
                </a:solidFill>
                <a:latin typeface="微软雅黑" panose="020B0503020204020204" pitchFamily="34" charset="-122"/>
                <a:ea typeface="微软雅黑" panose="020B0503020204020204" pitchFamily="34" charset="-122"/>
              </a:endParaRPr>
            </a:p>
            <a:p>
              <a:pPr>
                <a:lnSpc>
                  <a:spcPts val="1100"/>
                </a:lnSpc>
              </a:pPr>
              <a:r>
                <a:rPr lang="zh-CN" altLang="en-US" sz="1200" i="1">
                  <a:solidFill>
                    <a:srgbClr val="000000"/>
                  </a:solidFill>
                  <a:latin typeface="微软雅黑" panose="020B0503020204020204" pitchFamily="34" charset="-122"/>
                  <a:ea typeface="微软雅黑" panose="020B0503020204020204" pitchFamily="34" charset="-122"/>
                </a:rPr>
                <a:t>保护或增添行动或计划利益的系统程序</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100"/>
                </a:lnSpc>
              </a:pPr>
              <a:r>
                <a:rPr lang="en-US" altLang="zh-CN" sz="1200" i="1">
                  <a:solidFill>
                    <a:srgbClr val="000000"/>
                  </a:solidFill>
                  <a:latin typeface="微软雅黑" panose="020B0503020204020204" pitchFamily="34" charset="-122"/>
                  <a:ea typeface="微软雅黑" panose="020B0503020204020204" pitchFamily="34" charset="-122"/>
                </a:rPr>
                <a:t>          </a:t>
              </a:r>
              <a:r>
                <a:rPr lang="zh-CN" altLang="en-US" sz="1200" i="1">
                  <a:solidFill>
                    <a:srgbClr val="000000"/>
                  </a:solidFill>
                  <a:latin typeface="微软雅黑" panose="020B0503020204020204" pitchFamily="34" charset="-122"/>
                  <a:ea typeface="微软雅黑" panose="020B0503020204020204" pitchFamily="34" charset="-122"/>
                </a:rPr>
                <a:t>避免反应性的措施</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100"/>
                </a:lnSpc>
              </a:pPr>
              <a:r>
                <a:rPr lang="zh-CN" altLang="en-US" sz="1200" i="1">
                  <a:solidFill>
                    <a:srgbClr val="000000"/>
                  </a:solidFill>
                  <a:latin typeface="微软雅黑" panose="020B0503020204020204" pitchFamily="34" charset="-122"/>
                  <a:ea typeface="微软雅黑" panose="020B0503020204020204" pitchFamily="34" charset="-122"/>
                </a:rPr>
                <a:t>找出潜在问题（机会）</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100"/>
                </a:lnSpc>
              </a:pPr>
              <a:r>
                <a:rPr lang="zh-CN" altLang="en-US" sz="1200" i="1">
                  <a:solidFill>
                    <a:srgbClr val="000000"/>
                  </a:solidFill>
                  <a:latin typeface="微软雅黑" panose="020B0503020204020204" pitchFamily="34" charset="-122"/>
                  <a:ea typeface="微软雅黑" panose="020B0503020204020204" pitchFamily="34" charset="-122"/>
                </a:rPr>
                <a:t>找出可能的起因</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100"/>
                </a:lnSpc>
              </a:pPr>
              <a:r>
                <a:rPr lang="zh-CN" altLang="en-US" sz="1200" i="1">
                  <a:solidFill>
                    <a:srgbClr val="000000"/>
                  </a:solidFill>
                  <a:latin typeface="微软雅黑" panose="020B0503020204020204" pitchFamily="34" charset="-122"/>
                  <a:ea typeface="微软雅黑" panose="020B0503020204020204" pitchFamily="34" charset="-122"/>
                </a:rPr>
                <a:t>采取预防性（引发性）措施</a:t>
              </a:r>
              <a:endParaRPr lang="en-US" altLang="zh-CN" sz="1200" i="1">
                <a:solidFill>
                  <a:srgbClr val="000000"/>
                </a:solidFill>
                <a:latin typeface="微软雅黑" panose="020B0503020204020204" pitchFamily="34" charset="-122"/>
                <a:ea typeface="微软雅黑" panose="020B0503020204020204" pitchFamily="34" charset="-122"/>
              </a:endParaRPr>
            </a:p>
            <a:p>
              <a:pPr>
                <a:lnSpc>
                  <a:spcPts val="1100"/>
                </a:lnSpc>
              </a:pPr>
              <a:r>
                <a:rPr lang="zh-CN" altLang="en-US" sz="1200" i="1">
                  <a:solidFill>
                    <a:srgbClr val="000000"/>
                  </a:solidFill>
                  <a:latin typeface="微软雅黑" panose="020B0503020204020204" pitchFamily="34" charset="-122"/>
                  <a:ea typeface="微软雅黑" panose="020B0503020204020204" pitchFamily="34" charset="-122"/>
                </a:rPr>
                <a:t>计划应急（机会利用）措施和设置启动机制</a:t>
              </a:r>
              <a:endParaRPr lang="en-US" altLang="zh-CN" sz="1200" i="1">
                <a:solidFill>
                  <a:srgbClr val="000000"/>
                </a:solidFill>
                <a:latin typeface="微软雅黑" panose="020B0503020204020204" pitchFamily="34" charset="-122"/>
                <a:ea typeface="微软雅黑" panose="020B0503020204020204" pitchFamily="34" charset="-122"/>
              </a:endParaRPr>
            </a:p>
          </p:txBody>
        </p:sp>
        <p:sp>
          <p:nvSpPr>
            <p:cNvPr id="34835" name="Rectangle 72">
              <a:extLst>
                <a:ext uri="{FF2B5EF4-FFF2-40B4-BE49-F238E27FC236}">
                  <a16:creationId xmlns:a16="http://schemas.microsoft.com/office/drawing/2014/main" id="{CA929071-20C5-40AB-897C-B14B21F4FBAE}"/>
                </a:ext>
              </a:extLst>
            </p:cNvPr>
            <p:cNvSpPr>
              <a:spLocks noChangeArrowheads="1"/>
            </p:cNvSpPr>
            <p:nvPr/>
          </p:nvSpPr>
          <p:spPr bwMode="auto">
            <a:xfrm>
              <a:off x="3730625" y="3224213"/>
              <a:ext cx="1163639" cy="934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pPr>
                <a:lnSpc>
                  <a:spcPts val="1200"/>
                </a:lnSpc>
              </a:pPr>
              <a:r>
                <a:rPr lang="zh-CN" altLang="en-US" sz="1200" b="1" i="1">
                  <a:solidFill>
                    <a:srgbClr val="FF0000"/>
                  </a:solidFill>
                  <a:latin typeface="微软雅黑" panose="020B0503020204020204" pitchFamily="34" charset="-122"/>
                  <a:ea typeface="微软雅黑" panose="020B0503020204020204" pitchFamily="34" charset="-122"/>
                </a:rPr>
                <a:t>状况评估</a:t>
              </a:r>
              <a:endParaRPr lang="en-US" altLang="zh-CN" sz="1200" b="1" i="1">
                <a:solidFill>
                  <a:srgbClr val="FF0000"/>
                </a:solidFill>
                <a:latin typeface="微软雅黑" panose="020B0503020204020204" pitchFamily="34" charset="-122"/>
                <a:ea typeface="微软雅黑" panose="020B0503020204020204" pitchFamily="34" charset="-122"/>
              </a:endParaRPr>
            </a:p>
            <a:p>
              <a:pPr>
                <a:lnSpc>
                  <a:spcPts val="1200"/>
                </a:lnSpc>
              </a:pPr>
              <a:r>
                <a:rPr lang="zh-CN" altLang="en-US" sz="1200" b="1" i="1">
                  <a:solidFill>
                    <a:srgbClr val="020051"/>
                  </a:solidFill>
                  <a:latin typeface="微软雅黑" panose="020B0503020204020204" pitchFamily="34" charset="-122"/>
                  <a:ea typeface="微软雅黑" panose="020B0503020204020204" pitchFamily="34" charset="-122"/>
                </a:rPr>
                <a:t>找出关切事项</a:t>
              </a:r>
              <a:endParaRPr lang="en-US" altLang="zh-CN" sz="1200" b="1" i="1">
                <a:solidFill>
                  <a:srgbClr val="020051"/>
                </a:solidFill>
                <a:latin typeface="微软雅黑" panose="020B0503020204020204" pitchFamily="34" charset="-122"/>
                <a:ea typeface="微软雅黑" panose="020B0503020204020204" pitchFamily="34" charset="-122"/>
              </a:endParaRPr>
            </a:p>
            <a:p>
              <a:pPr>
                <a:lnSpc>
                  <a:spcPts val="1200"/>
                </a:lnSpc>
              </a:pPr>
              <a:r>
                <a:rPr lang="zh-CN" altLang="en-US" sz="1200" b="1" i="1">
                  <a:solidFill>
                    <a:srgbClr val="020051"/>
                  </a:solidFill>
                  <a:latin typeface="微软雅黑" panose="020B0503020204020204" pitchFamily="34" charset="-122"/>
                  <a:ea typeface="微软雅黑" panose="020B0503020204020204" pitchFamily="34" charset="-122"/>
                </a:rPr>
                <a:t>设定优先顺序</a:t>
              </a:r>
              <a:endParaRPr lang="en-US" altLang="zh-CN" sz="1200" b="1" i="1">
                <a:solidFill>
                  <a:srgbClr val="020051"/>
                </a:solidFill>
                <a:latin typeface="微软雅黑" panose="020B0503020204020204" pitchFamily="34" charset="-122"/>
                <a:ea typeface="微软雅黑" panose="020B0503020204020204" pitchFamily="34" charset="-122"/>
              </a:endParaRPr>
            </a:p>
            <a:p>
              <a:pPr>
                <a:lnSpc>
                  <a:spcPts val="1200"/>
                </a:lnSpc>
              </a:pPr>
              <a:r>
                <a:rPr lang="zh-CN" altLang="en-US" sz="1200" b="1" i="1">
                  <a:solidFill>
                    <a:srgbClr val="020051"/>
                  </a:solidFill>
                  <a:latin typeface="微软雅黑" panose="020B0503020204020204" pitchFamily="34" charset="-122"/>
                  <a:ea typeface="微软雅黑" panose="020B0503020204020204" pitchFamily="34" charset="-122"/>
                </a:rPr>
                <a:t>计划下一步</a:t>
              </a:r>
              <a:endParaRPr lang="en-US" altLang="zh-CN" sz="1200" b="1" i="1">
                <a:solidFill>
                  <a:srgbClr val="020051"/>
                </a:solidFill>
                <a:latin typeface="微软雅黑" panose="020B0503020204020204" pitchFamily="34" charset="-122"/>
                <a:ea typeface="微软雅黑" panose="020B0503020204020204" pitchFamily="34" charset="-122"/>
              </a:endParaRPr>
            </a:p>
            <a:p>
              <a:pPr>
                <a:lnSpc>
                  <a:spcPts val="1200"/>
                </a:lnSpc>
              </a:pPr>
              <a:r>
                <a:rPr lang="zh-CN" altLang="en-US" sz="1200" b="1" i="1">
                  <a:solidFill>
                    <a:srgbClr val="020051"/>
                  </a:solidFill>
                  <a:latin typeface="微软雅黑" panose="020B0503020204020204" pitchFamily="34" charset="-122"/>
                  <a:ea typeface="微软雅黑" panose="020B0503020204020204" pitchFamily="34" charset="-122"/>
                </a:rPr>
                <a:t>计划“参与”</a:t>
              </a:r>
              <a:endParaRPr lang="en-US" altLang="zh-CN" sz="1200" b="1" i="1">
                <a:solidFill>
                  <a:srgbClr val="020051"/>
                </a:solidFill>
                <a:latin typeface="微软雅黑" panose="020B0503020204020204" pitchFamily="34" charset="-122"/>
                <a:ea typeface="微软雅黑" panose="020B0503020204020204" pitchFamily="34" charset="-122"/>
              </a:endParaRPr>
            </a:p>
          </p:txBody>
        </p:sp>
        <p:grpSp>
          <p:nvGrpSpPr>
            <p:cNvPr id="34836" name="Group 73">
              <a:extLst>
                <a:ext uri="{FF2B5EF4-FFF2-40B4-BE49-F238E27FC236}">
                  <a16:creationId xmlns:a16="http://schemas.microsoft.com/office/drawing/2014/main" id="{23118A8B-730E-4C4A-B75A-5AA5D9FBEFCF}"/>
                </a:ext>
              </a:extLst>
            </p:cNvPr>
            <p:cNvGrpSpPr>
              <a:grpSpLocks/>
            </p:cNvGrpSpPr>
            <p:nvPr/>
          </p:nvGrpSpPr>
          <p:grpSpPr bwMode="auto">
            <a:xfrm>
              <a:off x="3751263" y="2892425"/>
              <a:ext cx="601662" cy="311150"/>
              <a:chOff x="1409" y="1604"/>
              <a:chExt cx="462" cy="240"/>
            </a:xfrm>
          </p:grpSpPr>
          <p:sp>
            <p:nvSpPr>
              <p:cNvPr id="34837" name="Freeform 74">
                <a:extLst>
                  <a:ext uri="{FF2B5EF4-FFF2-40B4-BE49-F238E27FC236}">
                    <a16:creationId xmlns:a16="http://schemas.microsoft.com/office/drawing/2014/main" id="{C22FD4C2-791E-4C27-8268-F6DB1D0398DC}"/>
                  </a:ext>
                </a:extLst>
              </p:cNvPr>
              <p:cNvSpPr>
                <a:spLocks/>
              </p:cNvSpPr>
              <p:nvPr/>
            </p:nvSpPr>
            <p:spPr bwMode="auto">
              <a:xfrm>
                <a:off x="1726" y="1615"/>
                <a:ext cx="137" cy="121"/>
              </a:xfrm>
              <a:custGeom>
                <a:avLst/>
                <a:gdLst>
                  <a:gd name="T0" fmla="*/ 134 w 137"/>
                  <a:gd name="T1" fmla="*/ 118 h 121"/>
                  <a:gd name="T2" fmla="*/ 132 w 137"/>
                  <a:gd name="T3" fmla="*/ 114 h 121"/>
                  <a:gd name="T4" fmla="*/ 126 w 137"/>
                  <a:gd name="T5" fmla="*/ 108 h 121"/>
                  <a:gd name="T6" fmla="*/ 123 w 137"/>
                  <a:gd name="T7" fmla="*/ 104 h 121"/>
                  <a:gd name="T8" fmla="*/ 121 w 137"/>
                  <a:gd name="T9" fmla="*/ 101 h 121"/>
                  <a:gd name="T10" fmla="*/ 118 w 137"/>
                  <a:gd name="T11" fmla="*/ 98 h 121"/>
                  <a:gd name="T12" fmla="*/ 115 w 137"/>
                  <a:gd name="T13" fmla="*/ 95 h 121"/>
                  <a:gd name="T14" fmla="*/ 113 w 137"/>
                  <a:gd name="T15" fmla="*/ 92 h 121"/>
                  <a:gd name="T16" fmla="*/ 111 w 137"/>
                  <a:gd name="T17" fmla="*/ 89 h 121"/>
                  <a:gd name="T18" fmla="*/ 108 w 137"/>
                  <a:gd name="T19" fmla="*/ 86 h 121"/>
                  <a:gd name="T20" fmla="*/ 101 w 137"/>
                  <a:gd name="T21" fmla="*/ 79 h 121"/>
                  <a:gd name="T22" fmla="*/ 98 w 137"/>
                  <a:gd name="T23" fmla="*/ 75 h 121"/>
                  <a:gd name="T24" fmla="*/ 91 w 137"/>
                  <a:gd name="T25" fmla="*/ 65 h 121"/>
                  <a:gd name="T26" fmla="*/ 88 w 137"/>
                  <a:gd name="T27" fmla="*/ 62 h 121"/>
                  <a:gd name="T28" fmla="*/ 83 w 137"/>
                  <a:gd name="T29" fmla="*/ 57 h 121"/>
                  <a:gd name="T30" fmla="*/ 82 w 137"/>
                  <a:gd name="T31" fmla="*/ 53 h 121"/>
                  <a:gd name="T32" fmla="*/ 78 w 137"/>
                  <a:gd name="T33" fmla="*/ 48 h 121"/>
                  <a:gd name="T34" fmla="*/ 74 w 137"/>
                  <a:gd name="T35" fmla="*/ 44 h 121"/>
                  <a:gd name="T36" fmla="*/ 68 w 137"/>
                  <a:gd name="T37" fmla="*/ 36 h 121"/>
                  <a:gd name="T38" fmla="*/ 65 w 137"/>
                  <a:gd name="T39" fmla="*/ 33 h 121"/>
                  <a:gd name="T40" fmla="*/ 59 w 137"/>
                  <a:gd name="T41" fmla="*/ 25 h 121"/>
                  <a:gd name="T42" fmla="*/ 54 w 137"/>
                  <a:gd name="T43" fmla="*/ 21 h 121"/>
                  <a:gd name="T44" fmla="*/ 51 w 137"/>
                  <a:gd name="T45" fmla="*/ 17 h 121"/>
                  <a:gd name="T46" fmla="*/ 48 w 137"/>
                  <a:gd name="T47" fmla="*/ 14 h 121"/>
                  <a:gd name="T48" fmla="*/ 45 w 137"/>
                  <a:gd name="T49" fmla="*/ 11 h 121"/>
                  <a:gd name="T50" fmla="*/ 41 w 137"/>
                  <a:gd name="T51" fmla="*/ 7 h 121"/>
                  <a:gd name="T52" fmla="*/ 31 w 137"/>
                  <a:gd name="T53" fmla="*/ 3 h 121"/>
                  <a:gd name="T54" fmla="*/ 27 w 137"/>
                  <a:gd name="T55" fmla="*/ 2 h 121"/>
                  <a:gd name="T56" fmla="*/ 23 w 137"/>
                  <a:gd name="T57" fmla="*/ 1 h 121"/>
                  <a:gd name="T58" fmla="*/ 19 w 137"/>
                  <a:gd name="T59" fmla="*/ 1 h 121"/>
                  <a:gd name="T60" fmla="*/ 11 w 137"/>
                  <a:gd name="T61" fmla="*/ 6 h 121"/>
                  <a:gd name="T62" fmla="*/ 7 w 137"/>
                  <a:gd name="T63" fmla="*/ 8 h 121"/>
                  <a:gd name="T64" fmla="*/ 3 w 137"/>
                  <a:gd name="T65" fmla="*/ 15 h 121"/>
                  <a:gd name="T66" fmla="*/ 1 w 137"/>
                  <a:gd name="T67" fmla="*/ 19 h 121"/>
                  <a:gd name="T68" fmla="*/ 1 w 137"/>
                  <a:gd name="T69" fmla="*/ 24 h 121"/>
                  <a:gd name="T70" fmla="*/ 0 w 137"/>
                  <a:gd name="T71" fmla="*/ 30 h 121"/>
                  <a:gd name="T72" fmla="*/ 1 w 137"/>
                  <a:gd name="T73" fmla="*/ 35 h 12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37" h="121">
                    <a:moveTo>
                      <a:pt x="136" y="120"/>
                    </a:moveTo>
                    <a:lnTo>
                      <a:pt x="134" y="118"/>
                    </a:lnTo>
                    <a:lnTo>
                      <a:pt x="133" y="116"/>
                    </a:lnTo>
                    <a:lnTo>
                      <a:pt x="132" y="114"/>
                    </a:lnTo>
                    <a:lnTo>
                      <a:pt x="131" y="113"/>
                    </a:lnTo>
                    <a:lnTo>
                      <a:pt x="126" y="108"/>
                    </a:lnTo>
                    <a:lnTo>
                      <a:pt x="124" y="106"/>
                    </a:lnTo>
                    <a:lnTo>
                      <a:pt x="123" y="104"/>
                    </a:lnTo>
                    <a:lnTo>
                      <a:pt x="122" y="103"/>
                    </a:lnTo>
                    <a:lnTo>
                      <a:pt x="121" y="101"/>
                    </a:lnTo>
                    <a:lnTo>
                      <a:pt x="119" y="100"/>
                    </a:lnTo>
                    <a:lnTo>
                      <a:pt x="118" y="98"/>
                    </a:lnTo>
                    <a:lnTo>
                      <a:pt x="116" y="97"/>
                    </a:lnTo>
                    <a:lnTo>
                      <a:pt x="115" y="95"/>
                    </a:lnTo>
                    <a:lnTo>
                      <a:pt x="114" y="94"/>
                    </a:lnTo>
                    <a:lnTo>
                      <a:pt x="113" y="92"/>
                    </a:lnTo>
                    <a:lnTo>
                      <a:pt x="112" y="91"/>
                    </a:lnTo>
                    <a:lnTo>
                      <a:pt x="111" y="89"/>
                    </a:lnTo>
                    <a:lnTo>
                      <a:pt x="109" y="88"/>
                    </a:lnTo>
                    <a:lnTo>
                      <a:pt x="108" y="86"/>
                    </a:lnTo>
                    <a:lnTo>
                      <a:pt x="103" y="80"/>
                    </a:lnTo>
                    <a:lnTo>
                      <a:pt x="101" y="79"/>
                    </a:lnTo>
                    <a:lnTo>
                      <a:pt x="100" y="77"/>
                    </a:lnTo>
                    <a:lnTo>
                      <a:pt x="98" y="75"/>
                    </a:lnTo>
                    <a:lnTo>
                      <a:pt x="96" y="71"/>
                    </a:lnTo>
                    <a:lnTo>
                      <a:pt x="91" y="65"/>
                    </a:lnTo>
                    <a:lnTo>
                      <a:pt x="90" y="63"/>
                    </a:lnTo>
                    <a:lnTo>
                      <a:pt x="88" y="62"/>
                    </a:lnTo>
                    <a:lnTo>
                      <a:pt x="86" y="60"/>
                    </a:lnTo>
                    <a:lnTo>
                      <a:pt x="83" y="57"/>
                    </a:lnTo>
                    <a:lnTo>
                      <a:pt x="83" y="54"/>
                    </a:lnTo>
                    <a:lnTo>
                      <a:pt x="82" y="53"/>
                    </a:lnTo>
                    <a:lnTo>
                      <a:pt x="80" y="52"/>
                    </a:lnTo>
                    <a:lnTo>
                      <a:pt x="78" y="48"/>
                    </a:lnTo>
                    <a:lnTo>
                      <a:pt x="76" y="46"/>
                    </a:lnTo>
                    <a:lnTo>
                      <a:pt x="74" y="44"/>
                    </a:lnTo>
                    <a:lnTo>
                      <a:pt x="72" y="42"/>
                    </a:lnTo>
                    <a:lnTo>
                      <a:pt x="68" y="36"/>
                    </a:lnTo>
                    <a:lnTo>
                      <a:pt x="66" y="35"/>
                    </a:lnTo>
                    <a:lnTo>
                      <a:pt x="65" y="33"/>
                    </a:lnTo>
                    <a:lnTo>
                      <a:pt x="63" y="31"/>
                    </a:lnTo>
                    <a:lnTo>
                      <a:pt x="59" y="25"/>
                    </a:lnTo>
                    <a:lnTo>
                      <a:pt x="56" y="23"/>
                    </a:lnTo>
                    <a:lnTo>
                      <a:pt x="54" y="21"/>
                    </a:lnTo>
                    <a:lnTo>
                      <a:pt x="52" y="19"/>
                    </a:lnTo>
                    <a:lnTo>
                      <a:pt x="51" y="17"/>
                    </a:lnTo>
                    <a:lnTo>
                      <a:pt x="50" y="16"/>
                    </a:lnTo>
                    <a:lnTo>
                      <a:pt x="48" y="14"/>
                    </a:lnTo>
                    <a:lnTo>
                      <a:pt x="47" y="13"/>
                    </a:lnTo>
                    <a:lnTo>
                      <a:pt x="45" y="11"/>
                    </a:lnTo>
                    <a:lnTo>
                      <a:pt x="43" y="9"/>
                    </a:lnTo>
                    <a:lnTo>
                      <a:pt x="41" y="7"/>
                    </a:lnTo>
                    <a:lnTo>
                      <a:pt x="35" y="4"/>
                    </a:lnTo>
                    <a:lnTo>
                      <a:pt x="31" y="3"/>
                    </a:lnTo>
                    <a:lnTo>
                      <a:pt x="29" y="2"/>
                    </a:lnTo>
                    <a:lnTo>
                      <a:pt x="27" y="2"/>
                    </a:lnTo>
                    <a:lnTo>
                      <a:pt x="25" y="1"/>
                    </a:lnTo>
                    <a:lnTo>
                      <a:pt x="23" y="1"/>
                    </a:lnTo>
                    <a:lnTo>
                      <a:pt x="21" y="0"/>
                    </a:lnTo>
                    <a:lnTo>
                      <a:pt x="19" y="1"/>
                    </a:lnTo>
                    <a:lnTo>
                      <a:pt x="12" y="5"/>
                    </a:lnTo>
                    <a:lnTo>
                      <a:pt x="11" y="6"/>
                    </a:lnTo>
                    <a:lnTo>
                      <a:pt x="9" y="7"/>
                    </a:lnTo>
                    <a:lnTo>
                      <a:pt x="7" y="8"/>
                    </a:lnTo>
                    <a:lnTo>
                      <a:pt x="3" y="13"/>
                    </a:lnTo>
                    <a:lnTo>
                      <a:pt x="3" y="15"/>
                    </a:lnTo>
                    <a:lnTo>
                      <a:pt x="2" y="17"/>
                    </a:lnTo>
                    <a:lnTo>
                      <a:pt x="1" y="19"/>
                    </a:lnTo>
                    <a:lnTo>
                      <a:pt x="1" y="21"/>
                    </a:lnTo>
                    <a:lnTo>
                      <a:pt x="1" y="24"/>
                    </a:lnTo>
                    <a:lnTo>
                      <a:pt x="0" y="26"/>
                    </a:lnTo>
                    <a:lnTo>
                      <a:pt x="0" y="30"/>
                    </a:lnTo>
                    <a:lnTo>
                      <a:pt x="0" y="33"/>
                    </a:lnTo>
                    <a:lnTo>
                      <a:pt x="1" y="35"/>
                    </a:lnTo>
                    <a:lnTo>
                      <a:pt x="1" y="3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38" name="Oval 75">
                <a:extLst>
                  <a:ext uri="{FF2B5EF4-FFF2-40B4-BE49-F238E27FC236}">
                    <a16:creationId xmlns:a16="http://schemas.microsoft.com/office/drawing/2014/main" id="{6A394B0E-44DA-4FB2-8FCD-001FA35C106B}"/>
                  </a:ext>
                </a:extLst>
              </p:cNvPr>
              <p:cNvSpPr>
                <a:spLocks noChangeArrowheads="1"/>
              </p:cNvSpPr>
              <p:nvPr/>
            </p:nvSpPr>
            <p:spPr bwMode="auto">
              <a:xfrm>
                <a:off x="1727" y="1700"/>
                <a:ext cx="144" cy="144"/>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39" name="Oval 76">
                <a:extLst>
                  <a:ext uri="{FF2B5EF4-FFF2-40B4-BE49-F238E27FC236}">
                    <a16:creationId xmlns:a16="http://schemas.microsoft.com/office/drawing/2014/main" id="{A0BF8393-3404-47A2-B19D-D700D8A2ED44}"/>
                  </a:ext>
                </a:extLst>
              </p:cNvPr>
              <p:cNvSpPr>
                <a:spLocks noChangeArrowheads="1"/>
              </p:cNvSpPr>
              <p:nvPr/>
            </p:nvSpPr>
            <p:spPr bwMode="auto">
              <a:xfrm>
                <a:off x="1531" y="1700"/>
                <a:ext cx="143" cy="144"/>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200">
                  <a:solidFill>
                    <a:srgbClr val="CF0E30"/>
                  </a:solidFill>
                  <a:latin typeface="微软雅黑" panose="020B0503020204020204" pitchFamily="34" charset="-122"/>
                  <a:ea typeface="微软雅黑" panose="020B0503020204020204" pitchFamily="34" charset="-122"/>
                </a:endParaRPr>
              </a:p>
            </p:txBody>
          </p:sp>
          <p:sp>
            <p:nvSpPr>
              <p:cNvPr id="34840" name="Freeform 77">
                <a:extLst>
                  <a:ext uri="{FF2B5EF4-FFF2-40B4-BE49-F238E27FC236}">
                    <a16:creationId xmlns:a16="http://schemas.microsoft.com/office/drawing/2014/main" id="{2F5A8571-69EF-4F4F-8284-48F652D6D24E}"/>
                  </a:ext>
                </a:extLst>
              </p:cNvPr>
              <p:cNvSpPr>
                <a:spLocks/>
              </p:cNvSpPr>
              <p:nvPr/>
            </p:nvSpPr>
            <p:spPr bwMode="auto">
              <a:xfrm>
                <a:off x="1672" y="1729"/>
                <a:ext cx="59" cy="18"/>
              </a:xfrm>
              <a:custGeom>
                <a:avLst/>
                <a:gdLst>
                  <a:gd name="T0" fmla="*/ 0 w 59"/>
                  <a:gd name="T1" fmla="*/ 17 h 18"/>
                  <a:gd name="T2" fmla="*/ 2 w 59"/>
                  <a:gd name="T3" fmla="*/ 15 h 18"/>
                  <a:gd name="T4" fmla="*/ 3 w 59"/>
                  <a:gd name="T5" fmla="*/ 13 h 18"/>
                  <a:gd name="T6" fmla="*/ 5 w 59"/>
                  <a:gd name="T7" fmla="*/ 12 h 18"/>
                  <a:gd name="T8" fmla="*/ 7 w 59"/>
                  <a:gd name="T9" fmla="*/ 9 h 18"/>
                  <a:gd name="T10" fmla="*/ 9 w 59"/>
                  <a:gd name="T11" fmla="*/ 8 h 18"/>
                  <a:gd name="T12" fmla="*/ 12 w 59"/>
                  <a:gd name="T13" fmla="*/ 6 h 18"/>
                  <a:gd name="T14" fmla="*/ 14 w 59"/>
                  <a:gd name="T15" fmla="*/ 5 h 18"/>
                  <a:gd name="T16" fmla="*/ 16 w 59"/>
                  <a:gd name="T17" fmla="*/ 4 h 18"/>
                  <a:gd name="T18" fmla="*/ 18 w 59"/>
                  <a:gd name="T19" fmla="*/ 3 h 18"/>
                  <a:gd name="T20" fmla="*/ 20 w 59"/>
                  <a:gd name="T21" fmla="*/ 2 h 18"/>
                  <a:gd name="T22" fmla="*/ 22 w 59"/>
                  <a:gd name="T23" fmla="*/ 1 h 18"/>
                  <a:gd name="T24" fmla="*/ 24 w 59"/>
                  <a:gd name="T25" fmla="*/ 1 h 18"/>
                  <a:gd name="T26" fmla="*/ 28 w 59"/>
                  <a:gd name="T27" fmla="*/ 0 h 18"/>
                  <a:gd name="T28" fmla="*/ 30 w 59"/>
                  <a:gd name="T29" fmla="*/ 0 h 18"/>
                  <a:gd name="T30" fmla="*/ 32 w 59"/>
                  <a:gd name="T31" fmla="*/ 1 h 18"/>
                  <a:gd name="T32" fmla="*/ 34 w 59"/>
                  <a:gd name="T33" fmla="*/ 1 h 18"/>
                  <a:gd name="T34" fmla="*/ 36 w 59"/>
                  <a:gd name="T35" fmla="*/ 1 h 18"/>
                  <a:gd name="T36" fmla="*/ 40 w 59"/>
                  <a:gd name="T37" fmla="*/ 3 h 18"/>
                  <a:gd name="T38" fmla="*/ 42 w 59"/>
                  <a:gd name="T39" fmla="*/ 3 h 18"/>
                  <a:gd name="T40" fmla="*/ 44 w 59"/>
                  <a:gd name="T41" fmla="*/ 4 h 18"/>
                  <a:gd name="T42" fmla="*/ 46 w 59"/>
                  <a:gd name="T43" fmla="*/ 5 h 18"/>
                  <a:gd name="T44" fmla="*/ 48 w 59"/>
                  <a:gd name="T45" fmla="*/ 6 h 18"/>
                  <a:gd name="T46" fmla="*/ 50 w 59"/>
                  <a:gd name="T47" fmla="*/ 8 h 18"/>
                  <a:gd name="T48" fmla="*/ 52 w 59"/>
                  <a:gd name="T49" fmla="*/ 9 h 18"/>
                  <a:gd name="T50" fmla="*/ 53 w 59"/>
                  <a:gd name="T51" fmla="*/ 11 h 18"/>
                  <a:gd name="T52" fmla="*/ 55 w 59"/>
                  <a:gd name="T53" fmla="*/ 13 h 18"/>
                  <a:gd name="T54" fmla="*/ 57 w 59"/>
                  <a:gd name="T55" fmla="*/ 16 h 18"/>
                  <a:gd name="T56" fmla="*/ 58 w 59"/>
                  <a:gd name="T57" fmla="*/ 16 h 1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9" h="18">
                    <a:moveTo>
                      <a:pt x="0" y="17"/>
                    </a:moveTo>
                    <a:lnTo>
                      <a:pt x="2" y="15"/>
                    </a:lnTo>
                    <a:lnTo>
                      <a:pt x="3" y="13"/>
                    </a:lnTo>
                    <a:lnTo>
                      <a:pt x="5" y="12"/>
                    </a:lnTo>
                    <a:lnTo>
                      <a:pt x="7" y="9"/>
                    </a:lnTo>
                    <a:lnTo>
                      <a:pt x="9" y="8"/>
                    </a:lnTo>
                    <a:lnTo>
                      <a:pt x="12" y="6"/>
                    </a:lnTo>
                    <a:lnTo>
                      <a:pt x="14" y="5"/>
                    </a:lnTo>
                    <a:lnTo>
                      <a:pt x="16" y="4"/>
                    </a:lnTo>
                    <a:lnTo>
                      <a:pt x="18" y="3"/>
                    </a:lnTo>
                    <a:lnTo>
                      <a:pt x="20" y="2"/>
                    </a:lnTo>
                    <a:lnTo>
                      <a:pt x="22" y="1"/>
                    </a:lnTo>
                    <a:lnTo>
                      <a:pt x="24" y="1"/>
                    </a:lnTo>
                    <a:lnTo>
                      <a:pt x="28" y="0"/>
                    </a:lnTo>
                    <a:lnTo>
                      <a:pt x="30" y="0"/>
                    </a:lnTo>
                    <a:lnTo>
                      <a:pt x="32" y="1"/>
                    </a:lnTo>
                    <a:lnTo>
                      <a:pt x="34" y="1"/>
                    </a:lnTo>
                    <a:lnTo>
                      <a:pt x="36" y="1"/>
                    </a:lnTo>
                    <a:lnTo>
                      <a:pt x="40" y="3"/>
                    </a:lnTo>
                    <a:lnTo>
                      <a:pt x="42" y="3"/>
                    </a:lnTo>
                    <a:lnTo>
                      <a:pt x="44" y="4"/>
                    </a:lnTo>
                    <a:lnTo>
                      <a:pt x="46" y="5"/>
                    </a:lnTo>
                    <a:lnTo>
                      <a:pt x="48" y="6"/>
                    </a:lnTo>
                    <a:lnTo>
                      <a:pt x="50" y="8"/>
                    </a:lnTo>
                    <a:lnTo>
                      <a:pt x="52" y="9"/>
                    </a:lnTo>
                    <a:lnTo>
                      <a:pt x="53" y="11"/>
                    </a:lnTo>
                    <a:lnTo>
                      <a:pt x="55" y="13"/>
                    </a:lnTo>
                    <a:lnTo>
                      <a:pt x="57" y="16"/>
                    </a:lnTo>
                    <a:lnTo>
                      <a:pt x="58" y="16"/>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1" name="Freeform 78">
                <a:extLst>
                  <a:ext uri="{FF2B5EF4-FFF2-40B4-BE49-F238E27FC236}">
                    <a16:creationId xmlns:a16="http://schemas.microsoft.com/office/drawing/2014/main" id="{2C26E91F-3520-401F-9618-070AA8A235E2}"/>
                  </a:ext>
                </a:extLst>
              </p:cNvPr>
              <p:cNvSpPr>
                <a:spLocks/>
              </p:cNvSpPr>
              <p:nvPr/>
            </p:nvSpPr>
            <p:spPr bwMode="auto">
              <a:xfrm>
                <a:off x="1556" y="1726"/>
                <a:ext cx="33" cy="31"/>
              </a:xfrm>
              <a:custGeom>
                <a:avLst/>
                <a:gdLst>
                  <a:gd name="T0" fmla="*/ 0 w 32"/>
                  <a:gd name="T1" fmla="*/ 30 h 31"/>
                  <a:gd name="T2" fmla="*/ 0 w 32"/>
                  <a:gd name="T3" fmla="*/ 25 h 31"/>
                  <a:gd name="T4" fmla="*/ 1 w 32"/>
                  <a:gd name="T5" fmla="*/ 23 h 31"/>
                  <a:gd name="T6" fmla="*/ 2 w 32"/>
                  <a:gd name="T7" fmla="*/ 21 h 31"/>
                  <a:gd name="T8" fmla="*/ 4 w 32"/>
                  <a:gd name="T9" fmla="*/ 19 h 31"/>
                  <a:gd name="T10" fmla="*/ 5 w 32"/>
                  <a:gd name="T11" fmla="*/ 17 h 31"/>
                  <a:gd name="T12" fmla="*/ 6 w 32"/>
                  <a:gd name="T13" fmla="*/ 14 h 31"/>
                  <a:gd name="T14" fmla="*/ 8 w 32"/>
                  <a:gd name="T15" fmla="*/ 12 h 31"/>
                  <a:gd name="T16" fmla="*/ 10 w 32"/>
                  <a:gd name="T17" fmla="*/ 10 h 31"/>
                  <a:gd name="T18" fmla="*/ 12 w 32"/>
                  <a:gd name="T19" fmla="*/ 8 h 31"/>
                  <a:gd name="T20" fmla="*/ 14 w 32"/>
                  <a:gd name="T21" fmla="*/ 6 h 31"/>
                  <a:gd name="T22" fmla="*/ 31 w 32"/>
                  <a:gd name="T23" fmla="*/ 5 h 31"/>
                  <a:gd name="T24" fmla="*/ 33 w 32"/>
                  <a:gd name="T25" fmla="*/ 4 h 31"/>
                  <a:gd name="T26" fmla="*/ 37 w 32"/>
                  <a:gd name="T27" fmla="*/ 2 h 31"/>
                  <a:gd name="T28" fmla="*/ 39 w 32"/>
                  <a:gd name="T29" fmla="*/ 1 h 31"/>
                  <a:gd name="T30" fmla="*/ 41 w 32"/>
                  <a:gd name="T31" fmla="*/ 1 h 31"/>
                  <a:gd name="T32" fmla="*/ 46 w 32"/>
                  <a:gd name="T33" fmla="*/ 0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 h="31">
                    <a:moveTo>
                      <a:pt x="0" y="30"/>
                    </a:moveTo>
                    <a:lnTo>
                      <a:pt x="0" y="25"/>
                    </a:lnTo>
                    <a:lnTo>
                      <a:pt x="1" y="23"/>
                    </a:lnTo>
                    <a:lnTo>
                      <a:pt x="2" y="21"/>
                    </a:lnTo>
                    <a:lnTo>
                      <a:pt x="4" y="19"/>
                    </a:lnTo>
                    <a:lnTo>
                      <a:pt x="5" y="17"/>
                    </a:lnTo>
                    <a:lnTo>
                      <a:pt x="6" y="14"/>
                    </a:lnTo>
                    <a:lnTo>
                      <a:pt x="8" y="12"/>
                    </a:lnTo>
                    <a:lnTo>
                      <a:pt x="10" y="10"/>
                    </a:lnTo>
                    <a:lnTo>
                      <a:pt x="12" y="8"/>
                    </a:lnTo>
                    <a:lnTo>
                      <a:pt x="14" y="6"/>
                    </a:lnTo>
                    <a:lnTo>
                      <a:pt x="16" y="5"/>
                    </a:lnTo>
                    <a:lnTo>
                      <a:pt x="18" y="4"/>
                    </a:lnTo>
                    <a:lnTo>
                      <a:pt x="22" y="2"/>
                    </a:lnTo>
                    <a:lnTo>
                      <a:pt x="24" y="1"/>
                    </a:lnTo>
                    <a:lnTo>
                      <a:pt x="26" y="1"/>
                    </a:lnTo>
                    <a:lnTo>
                      <a:pt x="31"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2" name="Freeform 79">
                <a:extLst>
                  <a:ext uri="{FF2B5EF4-FFF2-40B4-BE49-F238E27FC236}">
                    <a16:creationId xmlns:a16="http://schemas.microsoft.com/office/drawing/2014/main" id="{F9A8C66D-BB3D-4C26-BDD5-1028CB11EEDD}"/>
                  </a:ext>
                </a:extLst>
              </p:cNvPr>
              <p:cNvSpPr>
                <a:spLocks/>
              </p:cNvSpPr>
              <p:nvPr/>
            </p:nvSpPr>
            <p:spPr bwMode="auto">
              <a:xfrm>
                <a:off x="1756" y="1723"/>
                <a:ext cx="28" cy="32"/>
              </a:xfrm>
              <a:custGeom>
                <a:avLst/>
                <a:gdLst>
                  <a:gd name="T0" fmla="*/ 0 w 31"/>
                  <a:gd name="T1" fmla="*/ 45 h 31"/>
                  <a:gd name="T2" fmla="*/ 0 w 31"/>
                  <a:gd name="T3" fmla="*/ 40 h 31"/>
                  <a:gd name="T4" fmla="*/ 1 w 31"/>
                  <a:gd name="T5" fmla="*/ 38 h 31"/>
                  <a:gd name="T6" fmla="*/ 2 w 31"/>
                  <a:gd name="T7" fmla="*/ 36 h 31"/>
                  <a:gd name="T8" fmla="*/ 4 w 31"/>
                  <a:gd name="T9" fmla="*/ 34 h 31"/>
                  <a:gd name="T10" fmla="*/ 5 w 31"/>
                  <a:gd name="T11" fmla="*/ 32 h 31"/>
                  <a:gd name="T12" fmla="*/ 5 w 31"/>
                  <a:gd name="T13" fmla="*/ 14 h 31"/>
                  <a:gd name="T14" fmla="*/ 5 w 31"/>
                  <a:gd name="T15" fmla="*/ 12 h 31"/>
                  <a:gd name="T16" fmla="*/ 5 w 31"/>
                  <a:gd name="T17" fmla="*/ 10 h 31"/>
                  <a:gd name="T18" fmla="*/ 5 w 31"/>
                  <a:gd name="T19" fmla="*/ 8 h 31"/>
                  <a:gd name="T20" fmla="*/ 5 w 31"/>
                  <a:gd name="T21" fmla="*/ 6 h 31"/>
                  <a:gd name="T22" fmla="*/ 5 w 31"/>
                  <a:gd name="T23" fmla="*/ 5 h 31"/>
                  <a:gd name="T24" fmla="*/ 5 w 31"/>
                  <a:gd name="T25" fmla="*/ 4 h 31"/>
                  <a:gd name="T26" fmla="*/ 5 w 31"/>
                  <a:gd name="T27" fmla="*/ 2 h 31"/>
                  <a:gd name="T28" fmla="*/ 5 w 31"/>
                  <a:gd name="T29" fmla="*/ 1 h 31"/>
                  <a:gd name="T30" fmla="*/ 5 w 31"/>
                  <a:gd name="T31" fmla="*/ 1 h 31"/>
                  <a:gd name="T32" fmla="*/ 6 w 31"/>
                  <a:gd name="T33" fmla="*/ 0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1" h="31">
                    <a:moveTo>
                      <a:pt x="0" y="30"/>
                    </a:moveTo>
                    <a:lnTo>
                      <a:pt x="0" y="25"/>
                    </a:lnTo>
                    <a:lnTo>
                      <a:pt x="1" y="23"/>
                    </a:lnTo>
                    <a:lnTo>
                      <a:pt x="2" y="21"/>
                    </a:lnTo>
                    <a:lnTo>
                      <a:pt x="4" y="19"/>
                    </a:lnTo>
                    <a:lnTo>
                      <a:pt x="5" y="17"/>
                    </a:lnTo>
                    <a:lnTo>
                      <a:pt x="6" y="14"/>
                    </a:lnTo>
                    <a:lnTo>
                      <a:pt x="8" y="12"/>
                    </a:lnTo>
                    <a:lnTo>
                      <a:pt x="10" y="10"/>
                    </a:lnTo>
                    <a:lnTo>
                      <a:pt x="12" y="8"/>
                    </a:lnTo>
                    <a:lnTo>
                      <a:pt x="14" y="6"/>
                    </a:lnTo>
                    <a:lnTo>
                      <a:pt x="15" y="5"/>
                    </a:lnTo>
                    <a:lnTo>
                      <a:pt x="17" y="4"/>
                    </a:lnTo>
                    <a:lnTo>
                      <a:pt x="21" y="2"/>
                    </a:lnTo>
                    <a:lnTo>
                      <a:pt x="23" y="1"/>
                    </a:lnTo>
                    <a:lnTo>
                      <a:pt x="25" y="1"/>
                    </a:lnTo>
                    <a:lnTo>
                      <a:pt x="3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sp>
            <p:nvSpPr>
              <p:cNvPr id="34843" name="Freeform 80">
                <a:extLst>
                  <a:ext uri="{FF2B5EF4-FFF2-40B4-BE49-F238E27FC236}">
                    <a16:creationId xmlns:a16="http://schemas.microsoft.com/office/drawing/2014/main" id="{86DB4B04-4F0B-4FF5-BC6A-7F374AB7508F}"/>
                  </a:ext>
                </a:extLst>
              </p:cNvPr>
              <p:cNvSpPr>
                <a:spLocks/>
              </p:cNvSpPr>
              <p:nvPr/>
            </p:nvSpPr>
            <p:spPr bwMode="auto">
              <a:xfrm>
                <a:off x="1409" y="1604"/>
                <a:ext cx="138" cy="120"/>
              </a:xfrm>
              <a:custGeom>
                <a:avLst/>
                <a:gdLst>
                  <a:gd name="T0" fmla="*/ 135 w 138"/>
                  <a:gd name="T1" fmla="*/ 117 h 120"/>
                  <a:gd name="T2" fmla="*/ 132 w 138"/>
                  <a:gd name="T3" fmla="*/ 114 h 120"/>
                  <a:gd name="T4" fmla="*/ 126 w 138"/>
                  <a:gd name="T5" fmla="*/ 107 h 120"/>
                  <a:gd name="T6" fmla="*/ 124 w 138"/>
                  <a:gd name="T7" fmla="*/ 104 h 120"/>
                  <a:gd name="T8" fmla="*/ 121 w 138"/>
                  <a:gd name="T9" fmla="*/ 101 h 120"/>
                  <a:gd name="T10" fmla="*/ 118 w 138"/>
                  <a:gd name="T11" fmla="*/ 98 h 120"/>
                  <a:gd name="T12" fmla="*/ 116 w 138"/>
                  <a:gd name="T13" fmla="*/ 95 h 120"/>
                  <a:gd name="T14" fmla="*/ 114 w 138"/>
                  <a:gd name="T15" fmla="*/ 91 h 120"/>
                  <a:gd name="T16" fmla="*/ 111 w 138"/>
                  <a:gd name="T17" fmla="*/ 89 h 120"/>
                  <a:gd name="T18" fmla="*/ 108 w 138"/>
                  <a:gd name="T19" fmla="*/ 86 h 120"/>
                  <a:gd name="T20" fmla="*/ 102 w 138"/>
                  <a:gd name="T21" fmla="*/ 78 h 120"/>
                  <a:gd name="T22" fmla="*/ 98 w 138"/>
                  <a:gd name="T23" fmla="*/ 74 h 120"/>
                  <a:gd name="T24" fmla="*/ 91 w 138"/>
                  <a:gd name="T25" fmla="*/ 64 h 120"/>
                  <a:gd name="T26" fmla="*/ 89 w 138"/>
                  <a:gd name="T27" fmla="*/ 61 h 120"/>
                  <a:gd name="T28" fmla="*/ 84 w 138"/>
                  <a:gd name="T29" fmla="*/ 56 h 120"/>
                  <a:gd name="T30" fmla="*/ 82 w 138"/>
                  <a:gd name="T31" fmla="*/ 53 h 120"/>
                  <a:gd name="T32" fmla="*/ 78 w 138"/>
                  <a:gd name="T33" fmla="*/ 48 h 120"/>
                  <a:gd name="T34" fmla="*/ 74 w 138"/>
                  <a:gd name="T35" fmla="*/ 43 h 120"/>
                  <a:gd name="T36" fmla="*/ 68 w 138"/>
                  <a:gd name="T37" fmla="*/ 36 h 120"/>
                  <a:gd name="T38" fmla="*/ 65 w 138"/>
                  <a:gd name="T39" fmla="*/ 33 h 120"/>
                  <a:gd name="T40" fmla="*/ 59 w 138"/>
                  <a:gd name="T41" fmla="*/ 25 h 120"/>
                  <a:gd name="T42" fmla="*/ 55 w 138"/>
                  <a:gd name="T43" fmla="*/ 20 h 120"/>
                  <a:gd name="T44" fmla="*/ 51 w 138"/>
                  <a:gd name="T45" fmla="*/ 17 h 120"/>
                  <a:gd name="T46" fmla="*/ 49 w 138"/>
                  <a:gd name="T47" fmla="*/ 14 h 120"/>
                  <a:gd name="T48" fmla="*/ 46 w 138"/>
                  <a:gd name="T49" fmla="*/ 11 h 120"/>
                  <a:gd name="T50" fmla="*/ 42 w 138"/>
                  <a:gd name="T51" fmla="*/ 7 h 120"/>
                  <a:gd name="T52" fmla="*/ 32 w 138"/>
                  <a:gd name="T53" fmla="*/ 2 h 120"/>
                  <a:gd name="T54" fmla="*/ 27 w 138"/>
                  <a:gd name="T55" fmla="*/ 1 h 120"/>
                  <a:gd name="T56" fmla="*/ 23 w 138"/>
                  <a:gd name="T57" fmla="*/ 1 h 120"/>
                  <a:gd name="T58" fmla="*/ 19 w 138"/>
                  <a:gd name="T59" fmla="*/ 1 h 120"/>
                  <a:gd name="T60" fmla="*/ 11 w 138"/>
                  <a:gd name="T61" fmla="*/ 5 h 120"/>
                  <a:gd name="T62" fmla="*/ 8 w 138"/>
                  <a:gd name="T63" fmla="*/ 8 h 120"/>
                  <a:gd name="T64" fmla="*/ 3 w 138"/>
                  <a:gd name="T65" fmla="*/ 15 h 120"/>
                  <a:gd name="T66" fmla="*/ 2 w 138"/>
                  <a:gd name="T67" fmla="*/ 19 h 120"/>
                  <a:gd name="T68" fmla="*/ 1 w 138"/>
                  <a:gd name="T69" fmla="*/ 24 h 120"/>
                  <a:gd name="T70" fmla="*/ 1 w 138"/>
                  <a:gd name="T71" fmla="*/ 30 h 120"/>
                  <a:gd name="T72" fmla="*/ 2 w 138"/>
                  <a:gd name="T73" fmla="*/ 34 h 1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38" h="120">
                    <a:moveTo>
                      <a:pt x="137" y="119"/>
                    </a:moveTo>
                    <a:lnTo>
                      <a:pt x="135" y="117"/>
                    </a:lnTo>
                    <a:lnTo>
                      <a:pt x="133" y="116"/>
                    </a:lnTo>
                    <a:lnTo>
                      <a:pt x="132" y="114"/>
                    </a:lnTo>
                    <a:lnTo>
                      <a:pt x="131" y="112"/>
                    </a:lnTo>
                    <a:lnTo>
                      <a:pt x="126" y="107"/>
                    </a:lnTo>
                    <a:lnTo>
                      <a:pt x="125" y="106"/>
                    </a:lnTo>
                    <a:lnTo>
                      <a:pt x="124" y="104"/>
                    </a:lnTo>
                    <a:lnTo>
                      <a:pt x="123" y="102"/>
                    </a:lnTo>
                    <a:lnTo>
                      <a:pt x="121" y="101"/>
                    </a:lnTo>
                    <a:lnTo>
                      <a:pt x="120" y="99"/>
                    </a:lnTo>
                    <a:lnTo>
                      <a:pt x="118" y="98"/>
                    </a:lnTo>
                    <a:lnTo>
                      <a:pt x="117" y="96"/>
                    </a:lnTo>
                    <a:lnTo>
                      <a:pt x="116" y="95"/>
                    </a:lnTo>
                    <a:lnTo>
                      <a:pt x="114" y="93"/>
                    </a:lnTo>
                    <a:lnTo>
                      <a:pt x="114" y="91"/>
                    </a:lnTo>
                    <a:lnTo>
                      <a:pt x="112" y="90"/>
                    </a:lnTo>
                    <a:lnTo>
                      <a:pt x="111" y="89"/>
                    </a:lnTo>
                    <a:lnTo>
                      <a:pt x="110" y="87"/>
                    </a:lnTo>
                    <a:lnTo>
                      <a:pt x="108" y="86"/>
                    </a:lnTo>
                    <a:lnTo>
                      <a:pt x="103" y="79"/>
                    </a:lnTo>
                    <a:lnTo>
                      <a:pt x="102" y="78"/>
                    </a:lnTo>
                    <a:lnTo>
                      <a:pt x="100" y="77"/>
                    </a:lnTo>
                    <a:lnTo>
                      <a:pt x="98" y="74"/>
                    </a:lnTo>
                    <a:lnTo>
                      <a:pt x="97" y="71"/>
                    </a:lnTo>
                    <a:lnTo>
                      <a:pt x="91" y="64"/>
                    </a:lnTo>
                    <a:lnTo>
                      <a:pt x="90" y="63"/>
                    </a:lnTo>
                    <a:lnTo>
                      <a:pt x="89" y="61"/>
                    </a:lnTo>
                    <a:lnTo>
                      <a:pt x="87" y="59"/>
                    </a:lnTo>
                    <a:lnTo>
                      <a:pt x="84" y="56"/>
                    </a:lnTo>
                    <a:lnTo>
                      <a:pt x="83" y="54"/>
                    </a:lnTo>
                    <a:lnTo>
                      <a:pt x="82" y="53"/>
                    </a:lnTo>
                    <a:lnTo>
                      <a:pt x="81" y="51"/>
                    </a:lnTo>
                    <a:lnTo>
                      <a:pt x="78" y="48"/>
                    </a:lnTo>
                    <a:lnTo>
                      <a:pt x="76" y="46"/>
                    </a:lnTo>
                    <a:lnTo>
                      <a:pt x="74" y="43"/>
                    </a:lnTo>
                    <a:lnTo>
                      <a:pt x="73" y="42"/>
                    </a:lnTo>
                    <a:lnTo>
                      <a:pt x="68" y="36"/>
                    </a:lnTo>
                    <a:lnTo>
                      <a:pt x="67" y="34"/>
                    </a:lnTo>
                    <a:lnTo>
                      <a:pt x="65" y="33"/>
                    </a:lnTo>
                    <a:lnTo>
                      <a:pt x="63" y="31"/>
                    </a:lnTo>
                    <a:lnTo>
                      <a:pt x="59" y="25"/>
                    </a:lnTo>
                    <a:lnTo>
                      <a:pt x="57" y="22"/>
                    </a:lnTo>
                    <a:lnTo>
                      <a:pt x="55" y="20"/>
                    </a:lnTo>
                    <a:lnTo>
                      <a:pt x="53" y="18"/>
                    </a:lnTo>
                    <a:lnTo>
                      <a:pt x="51" y="17"/>
                    </a:lnTo>
                    <a:lnTo>
                      <a:pt x="50" y="15"/>
                    </a:lnTo>
                    <a:lnTo>
                      <a:pt x="49" y="14"/>
                    </a:lnTo>
                    <a:lnTo>
                      <a:pt x="47" y="12"/>
                    </a:lnTo>
                    <a:lnTo>
                      <a:pt x="46" y="11"/>
                    </a:lnTo>
                    <a:lnTo>
                      <a:pt x="43" y="8"/>
                    </a:lnTo>
                    <a:lnTo>
                      <a:pt x="42" y="7"/>
                    </a:lnTo>
                    <a:lnTo>
                      <a:pt x="35" y="3"/>
                    </a:lnTo>
                    <a:lnTo>
                      <a:pt x="32" y="2"/>
                    </a:lnTo>
                    <a:lnTo>
                      <a:pt x="30" y="2"/>
                    </a:lnTo>
                    <a:lnTo>
                      <a:pt x="27" y="1"/>
                    </a:lnTo>
                    <a:lnTo>
                      <a:pt x="26" y="0"/>
                    </a:lnTo>
                    <a:lnTo>
                      <a:pt x="23" y="1"/>
                    </a:lnTo>
                    <a:lnTo>
                      <a:pt x="21" y="0"/>
                    </a:lnTo>
                    <a:lnTo>
                      <a:pt x="19" y="1"/>
                    </a:lnTo>
                    <a:lnTo>
                      <a:pt x="13" y="4"/>
                    </a:lnTo>
                    <a:lnTo>
                      <a:pt x="11" y="5"/>
                    </a:lnTo>
                    <a:lnTo>
                      <a:pt x="9" y="6"/>
                    </a:lnTo>
                    <a:lnTo>
                      <a:pt x="8" y="8"/>
                    </a:lnTo>
                    <a:lnTo>
                      <a:pt x="4" y="12"/>
                    </a:lnTo>
                    <a:lnTo>
                      <a:pt x="3" y="15"/>
                    </a:lnTo>
                    <a:lnTo>
                      <a:pt x="3" y="17"/>
                    </a:lnTo>
                    <a:lnTo>
                      <a:pt x="2" y="19"/>
                    </a:lnTo>
                    <a:lnTo>
                      <a:pt x="1" y="21"/>
                    </a:lnTo>
                    <a:lnTo>
                      <a:pt x="1" y="24"/>
                    </a:lnTo>
                    <a:lnTo>
                      <a:pt x="0" y="26"/>
                    </a:lnTo>
                    <a:lnTo>
                      <a:pt x="1" y="30"/>
                    </a:lnTo>
                    <a:lnTo>
                      <a:pt x="1" y="32"/>
                    </a:lnTo>
                    <a:lnTo>
                      <a:pt x="2" y="34"/>
                    </a:lnTo>
                    <a:lnTo>
                      <a:pt x="2" y="37"/>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800"/>
              </a:p>
            </p:txBody>
          </p:sp>
        </p:grpSp>
      </p:grpSp>
    </p:spTree>
    <p:custDataLst>
      <p:tags r:id="rId1"/>
    </p:custData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F6878605-3C20-4D99-9273-1C3191E4F211}"/>
              </a:ext>
            </a:extLst>
          </p:cNvPr>
          <p:cNvSpPr>
            <a:spLocks noGrp="1" noChangeArrowheads="1"/>
          </p:cNvSpPr>
          <p:nvPr>
            <p:ph type="title"/>
          </p:nvPr>
        </p:nvSpPr>
        <p:spPr/>
        <p:txBody>
          <a:bodyPr/>
          <a:lstStyle/>
          <a:p>
            <a:r>
              <a:rPr lang="zh-CN" altLang="en-US"/>
              <a:t>常见的问题分析解决工具</a:t>
            </a:r>
            <a:r>
              <a:rPr lang="en-US" altLang="zh-CN"/>
              <a:t>-KT</a:t>
            </a:r>
            <a:endParaRPr lang="zh-CN" altLang="en-US"/>
          </a:p>
        </p:txBody>
      </p:sp>
      <p:sp>
        <p:nvSpPr>
          <p:cNvPr id="4" name="Footer Placeholder 3">
            <a:extLst>
              <a:ext uri="{FF2B5EF4-FFF2-40B4-BE49-F238E27FC236}">
                <a16:creationId xmlns:a16="http://schemas.microsoft.com/office/drawing/2014/main" id="{CDC0A588-50C7-4813-AC5F-8E6799E4B8D6}"/>
              </a:ext>
            </a:extLst>
          </p:cNvPr>
          <p:cNvSpPr>
            <a:spLocks noGrp="1"/>
          </p:cNvSpPr>
          <p:nvPr>
            <p:ph type="ftr" sz="quarter" idx="10"/>
          </p:nvPr>
        </p:nvSpPr>
        <p:spPr/>
        <p:txBody>
          <a:bodyPr/>
          <a:lstStyle/>
          <a:p>
            <a:pPr>
              <a:defRPr/>
            </a:pPr>
            <a:r>
              <a:rPr lang="de-DE"/>
              <a:t>Leo Huang</a:t>
            </a:r>
          </a:p>
        </p:txBody>
      </p:sp>
      <p:sp>
        <p:nvSpPr>
          <p:cNvPr id="35844" name="Slide Number Placeholder 4">
            <a:extLst>
              <a:ext uri="{FF2B5EF4-FFF2-40B4-BE49-F238E27FC236}">
                <a16:creationId xmlns:a16="http://schemas.microsoft.com/office/drawing/2014/main" id="{BD3D9EE4-009C-44AB-9168-25990B4095F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ED83AF9-AB55-45F1-91E6-1095BC8D9F29}" type="slidenum">
              <a:rPr lang="de-DE" altLang="zh-CN" smtClean="0"/>
              <a:pPr/>
              <a:t>13</a:t>
            </a:fld>
            <a:endParaRPr lang="de-DE" altLang="zh-CN"/>
          </a:p>
        </p:txBody>
      </p:sp>
      <p:grpSp>
        <p:nvGrpSpPr>
          <p:cNvPr id="35845" name="Group 68">
            <a:extLst>
              <a:ext uri="{FF2B5EF4-FFF2-40B4-BE49-F238E27FC236}">
                <a16:creationId xmlns:a16="http://schemas.microsoft.com/office/drawing/2014/main" id="{A9BC8F3E-039A-4AA7-8D01-8CFD17C03936}"/>
              </a:ext>
            </a:extLst>
          </p:cNvPr>
          <p:cNvGrpSpPr>
            <a:grpSpLocks/>
          </p:cNvGrpSpPr>
          <p:nvPr/>
        </p:nvGrpSpPr>
        <p:grpSpPr bwMode="auto">
          <a:xfrm>
            <a:off x="2459038" y="1185863"/>
            <a:ext cx="7181850" cy="5003800"/>
            <a:chOff x="179388" y="188913"/>
            <a:chExt cx="8964612" cy="6480175"/>
          </a:xfrm>
        </p:grpSpPr>
        <p:sp>
          <p:nvSpPr>
            <p:cNvPr id="35846" name="AutoShape 2">
              <a:extLst>
                <a:ext uri="{FF2B5EF4-FFF2-40B4-BE49-F238E27FC236}">
                  <a16:creationId xmlns:a16="http://schemas.microsoft.com/office/drawing/2014/main" id="{5A866445-8ABF-4A72-B394-3361C47BFA27}"/>
                </a:ext>
              </a:extLst>
            </p:cNvPr>
            <p:cNvSpPr>
              <a:spLocks noChangeArrowheads="1"/>
            </p:cNvSpPr>
            <p:nvPr/>
          </p:nvSpPr>
          <p:spPr bwMode="white">
            <a:xfrm>
              <a:off x="179388" y="188913"/>
              <a:ext cx="8785225" cy="6480175"/>
            </a:xfrm>
            <a:prstGeom prst="roundRect">
              <a:avLst>
                <a:gd name="adj" fmla="val 16667"/>
              </a:avLst>
            </a:prstGeom>
            <a:solidFill>
              <a:schemeClr val="bg1"/>
            </a:solidFill>
            <a:ln w="9525">
              <a:solidFill>
                <a:schemeClr val="tx1"/>
              </a:solidFill>
              <a:round/>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47" name="AutoShape 5">
              <a:extLst>
                <a:ext uri="{FF2B5EF4-FFF2-40B4-BE49-F238E27FC236}">
                  <a16:creationId xmlns:a16="http://schemas.microsoft.com/office/drawing/2014/main" id="{CA24C345-D19B-410E-A762-6BD49AC19CA7}"/>
                </a:ext>
              </a:extLst>
            </p:cNvPr>
            <p:cNvSpPr>
              <a:spLocks noChangeArrowheads="1"/>
            </p:cNvSpPr>
            <p:nvPr/>
          </p:nvSpPr>
          <p:spPr bwMode="auto">
            <a:xfrm>
              <a:off x="1403350" y="2276475"/>
              <a:ext cx="1871663" cy="1152525"/>
            </a:xfrm>
            <a:prstGeom prst="triangle">
              <a:avLst>
                <a:gd name="adj" fmla="val 50000"/>
              </a:avLst>
            </a:prstGeom>
            <a:gradFill rotWithShape="1">
              <a:gsLst>
                <a:gs pos="0">
                  <a:srgbClr val="F7FBA3"/>
                </a:gs>
                <a:gs pos="100000">
                  <a:srgbClr val="FFFFFF"/>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48" name="AutoShape 6">
              <a:extLst>
                <a:ext uri="{FF2B5EF4-FFF2-40B4-BE49-F238E27FC236}">
                  <a16:creationId xmlns:a16="http://schemas.microsoft.com/office/drawing/2014/main" id="{769E297C-74DE-4A22-B606-166C51783A7B}"/>
                </a:ext>
              </a:extLst>
            </p:cNvPr>
            <p:cNvSpPr>
              <a:spLocks noChangeArrowheads="1"/>
            </p:cNvSpPr>
            <p:nvPr/>
          </p:nvSpPr>
          <p:spPr bwMode="auto">
            <a:xfrm rot="10800000">
              <a:off x="1403350" y="908050"/>
              <a:ext cx="1871663" cy="1225550"/>
            </a:xfrm>
            <a:prstGeom prst="triangle">
              <a:avLst>
                <a:gd name="adj" fmla="val 50000"/>
              </a:avLst>
            </a:prstGeom>
            <a:gradFill rotWithShape="1">
              <a:gsLst>
                <a:gs pos="0">
                  <a:srgbClr val="F7FBA3"/>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49" name="AutoShape 7">
              <a:extLst>
                <a:ext uri="{FF2B5EF4-FFF2-40B4-BE49-F238E27FC236}">
                  <a16:creationId xmlns:a16="http://schemas.microsoft.com/office/drawing/2014/main" id="{99812CC1-E93F-4921-80D7-F1B0D6022979}"/>
                </a:ext>
              </a:extLst>
            </p:cNvPr>
            <p:cNvSpPr>
              <a:spLocks noChangeArrowheads="1"/>
            </p:cNvSpPr>
            <p:nvPr/>
          </p:nvSpPr>
          <p:spPr bwMode="auto">
            <a:xfrm>
              <a:off x="395288" y="908050"/>
              <a:ext cx="1871662" cy="1225550"/>
            </a:xfrm>
            <a:prstGeom prst="triangle">
              <a:avLst>
                <a:gd name="adj" fmla="val 50000"/>
              </a:avLst>
            </a:prstGeom>
            <a:gradFill rotWithShape="1">
              <a:gsLst>
                <a:gs pos="0">
                  <a:srgbClr val="F7FBA3"/>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0" name="AutoShape 8">
              <a:extLst>
                <a:ext uri="{FF2B5EF4-FFF2-40B4-BE49-F238E27FC236}">
                  <a16:creationId xmlns:a16="http://schemas.microsoft.com/office/drawing/2014/main" id="{DAA9BF2B-13CF-4C33-9251-4B68F6F6532B}"/>
                </a:ext>
              </a:extLst>
            </p:cNvPr>
            <p:cNvSpPr>
              <a:spLocks noChangeArrowheads="1"/>
            </p:cNvSpPr>
            <p:nvPr/>
          </p:nvSpPr>
          <p:spPr bwMode="auto">
            <a:xfrm>
              <a:off x="2411413" y="908050"/>
              <a:ext cx="1871662" cy="1225550"/>
            </a:xfrm>
            <a:prstGeom prst="triangle">
              <a:avLst>
                <a:gd name="adj" fmla="val 50000"/>
              </a:avLst>
            </a:prstGeom>
            <a:gradFill rotWithShape="1">
              <a:gsLst>
                <a:gs pos="0">
                  <a:srgbClr val="F7FBA3"/>
                </a:gs>
                <a:gs pos="100000">
                  <a:srgbClr val="FFFFFF"/>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1" name="AutoShape 9">
              <a:extLst>
                <a:ext uri="{FF2B5EF4-FFF2-40B4-BE49-F238E27FC236}">
                  <a16:creationId xmlns:a16="http://schemas.microsoft.com/office/drawing/2014/main" id="{CF07D5C3-3AAA-4D28-A967-055356C4D4A3}"/>
                </a:ext>
              </a:extLst>
            </p:cNvPr>
            <p:cNvSpPr>
              <a:spLocks noChangeArrowheads="1"/>
            </p:cNvSpPr>
            <p:nvPr/>
          </p:nvSpPr>
          <p:spPr bwMode="auto">
            <a:xfrm rot="10800000">
              <a:off x="395288" y="2205038"/>
              <a:ext cx="1871662" cy="1152525"/>
            </a:xfrm>
            <a:prstGeom prst="triangle">
              <a:avLst>
                <a:gd name="adj" fmla="val 50000"/>
              </a:avLst>
            </a:prstGeom>
            <a:gradFill rotWithShape="1">
              <a:gsLst>
                <a:gs pos="0">
                  <a:srgbClr val="F7FBA3"/>
                </a:gs>
                <a:gs pos="100000">
                  <a:srgbClr val="FFFFFF"/>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2" name="AutoShape 10">
              <a:extLst>
                <a:ext uri="{FF2B5EF4-FFF2-40B4-BE49-F238E27FC236}">
                  <a16:creationId xmlns:a16="http://schemas.microsoft.com/office/drawing/2014/main" id="{70FD7519-F250-4298-B210-B351E0DBE057}"/>
                </a:ext>
              </a:extLst>
            </p:cNvPr>
            <p:cNvSpPr>
              <a:spLocks noChangeArrowheads="1"/>
            </p:cNvSpPr>
            <p:nvPr/>
          </p:nvSpPr>
          <p:spPr bwMode="auto">
            <a:xfrm rot="10800000">
              <a:off x="2411413" y="2205038"/>
              <a:ext cx="1944687" cy="1223962"/>
            </a:xfrm>
            <a:prstGeom prst="triangle">
              <a:avLst>
                <a:gd name="adj" fmla="val 50000"/>
              </a:avLst>
            </a:prstGeom>
            <a:gradFill rotWithShape="1">
              <a:gsLst>
                <a:gs pos="0">
                  <a:srgbClr val="B1EDC1"/>
                </a:gs>
                <a:gs pos="100000">
                  <a:srgbClr val="FFFFFF"/>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3" name="AutoShape 11">
              <a:extLst>
                <a:ext uri="{FF2B5EF4-FFF2-40B4-BE49-F238E27FC236}">
                  <a16:creationId xmlns:a16="http://schemas.microsoft.com/office/drawing/2014/main" id="{EFCDF826-98D7-4D8D-9D03-43C106A61587}"/>
                </a:ext>
              </a:extLst>
            </p:cNvPr>
            <p:cNvSpPr>
              <a:spLocks noChangeArrowheads="1"/>
            </p:cNvSpPr>
            <p:nvPr/>
          </p:nvSpPr>
          <p:spPr bwMode="auto">
            <a:xfrm rot="10800000">
              <a:off x="4500563" y="2205038"/>
              <a:ext cx="1944687" cy="1223962"/>
            </a:xfrm>
            <a:prstGeom prst="triangle">
              <a:avLst>
                <a:gd name="adj" fmla="val 50000"/>
              </a:avLst>
            </a:prstGeom>
            <a:gradFill rotWithShape="1">
              <a:gsLst>
                <a:gs pos="0">
                  <a:srgbClr val="B1EDC1"/>
                </a:gs>
                <a:gs pos="100000">
                  <a:srgbClr val="FFFFFF"/>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4" name="AutoShape 12">
              <a:extLst>
                <a:ext uri="{FF2B5EF4-FFF2-40B4-BE49-F238E27FC236}">
                  <a16:creationId xmlns:a16="http://schemas.microsoft.com/office/drawing/2014/main" id="{6A99EE76-2082-462B-BA24-0458B3BE4C81}"/>
                </a:ext>
              </a:extLst>
            </p:cNvPr>
            <p:cNvSpPr>
              <a:spLocks noChangeArrowheads="1"/>
            </p:cNvSpPr>
            <p:nvPr/>
          </p:nvSpPr>
          <p:spPr bwMode="auto">
            <a:xfrm rot="10800000">
              <a:off x="5508625" y="908050"/>
              <a:ext cx="1944688" cy="1223963"/>
            </a:xfrm>
            <a:prstGeom prst="triangle">
              <a:avLst>
                <a:gd name="adj" fmla="val 50000"/>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5" name="AutoShape 13">
              <a:extLst>
                <a:ext uri="{FF2B5EF4-FFF2-40B4-BE49-F238E27FC236}">
                  <a16:creationId xmlns:a16="http://schemas.microsoft.com/office/drawing/2014/main" id="{97C144FB-587C-4F80-A92F-45F5B5021A24}"/>
                </a:ext>
              </a:extLst>
            </p:cNvPr>
            <p:cNvSpPr>
              <a:spLocks noChangeArrowheads="1"/>
            </p:cNvSpPr>
            <p:nvPr/>
          </p:nvSpPr>
          <p:spPr bwMode="auto">
            <a:xfrm rot="10800000">
              <a:off x="6659563" y="2205038"/>
              <a:ext cx="1944687" cy="1223962"/>
            </a:xfrm>
            <a:prstGeom prst="triangle">
              <a:avLst>
                <a:gd name="adj" fmla="val 50000"/>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6" name="AutoShape 14">
              <a:extLst>
                <a:ext uri="{FF2B5EF4-FFF2-40B4-BE49-F238E27FC236}">
                  <a16:creationId xmlns:a16="http://schemas.microsoft.com/office/drawing/2014/main" id="{DE534364-AC6A-432C-9F67-D96B42B967EE}"/>
                </a:ext>
              </a:extLst>
            </p:cNvPr>
            <p:cNvSpPr>
              <a:spLocks noChangeArrowheads="1"/>
            </p:cNvSpPr>
            <p:nvPr/>
          </p:nvSpPr>
          <p:spPr bwMode="auto">
            <a:xfrm rot="10800000">
              <a:off x="3492500" y="3644900"/>
              <a:ext cx="1944688" cy="1223963"/>
            </a:xfrm>
            <a:prstGeom prst="triangle">
              <a:avLst>
                <a:gd name="adj" fmla="val 50000"/>
              </a:avLst>
            </a:prstGeom>
            <a:gradFill rotWithShape="1">
              <a:gsLst>
                <a:gs pos="0">
                  <a:srgbClr val="B1EDC1"/>
                </a:gs>
                <a:gs pos="100000">
                  <a:srgbClr val="FFFFFF"/>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7" name="AutoShape 15">
              <a:extLst>
                <a:ext uri="{FF2B5EF4-FFF2-40B4-BE49-F238E27FC236}">
                  <a16:creationId xmlns:a16="http://schemas.microsoft.com/office/drawing/2014/main" id="{1F2219AB-B787-4697-86E2-F23AB3F51B5A}"/>
                </a:ext>
              </a:extLst>
            </p:cNvPr>
            <p:cNvSpPr>
              <a:spLocks noChangeArrowheads="1"/>
            </p:cNvSpPr>
            <p:nvPr/>
          </p:nvSpPr>
          <p:spPr bwMode="auto">
            <a:xfrm rot="10800000">
              <a:off x="2411413" y="4941888"/>
              <a:ext cx="1944687" cy="1223962"/>
            </a:xfrm>
            <a:prstGeom prst="triangle">
              <a:avLst>
                <a:gd name="adj" fmla="val 50000"/>
              </a:avLst>
            </a:prstGeom>
            <a:gradFill rotWithShape="1">
              <a:gsLst>
                <a:gs pos="0">
                  <a:srgbClr val="E5B7E7"/>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8" name="AutoShape 16">
              <a:extLst>
                <a:ext uri="{FF2B5EF4-FFF2-40B4-BE49-F238E27FC236}">
                  <a16:creationId xmlns:a16="http://schemas.microsoft.com/office/drawing/2014/main" id="{977095EF-C419-411E-972E-61E5B386E25A}"/>
                </a:ext>
              </a:extLst>
            </p:cNvPr>
            <p:cNvSpPr>
              <a:spLocks noChangeArrowheads="1"/>
            </p:cNvSpPr>
            <p:nvPr/>
          </p:nvSpPr>
          <p:spPr bwMode="auto">
            <a:xfrm rot="10800000">
              <a:off x="4572000" y="4941888"/>
              <a:ext cx="1944688" cy="1223962"/>
            </a:xfrm>
            <a:prstGeom prst="triangle">
              <a:avLst>
                <a:gd name="adj" fmla="val 50000"/>
              </a:avLst>
            </a:prstGeom>
            <a:gradFill rotWithShape="1">
              <a:gsLst>
                <a:gs pos="0">
                  <a:srgbClr val="E5B7E7"/>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59" name="AutoShape 17">
              <a:extLst>
                <a:ext uri="{FF2B5EF4-FFF2-40B4-BE49-F238E27FC236}">
                  <a16:creationId xmlns:a16="http://schemas.microsoft.com/office/drawing/2014/main" id="{E85F68D3-BB86-459F-B53A-0898BA504445}"/>
                </a:ext>
              </a:extLst>
            </p:cNvPr>
            <p:cNvSpPr>
              <a:spLocks noChangeArrowheads="1"/>
            </p:cNvSpPr>
            <p:nvPr/>
          </p:nvSpPr>
          <p:spPr bwMode="auto">
            <a:xfrm>
              <a:off x="5580063" y="2205038"/>
              <a:ext cx="1944687" cy="1223962"/>
            </a:xfrm>
            <a:prstGeom prst="triangle">
              <a:avLst>
                <a:gd name="adj" fmla="val 50000"/>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60" name="AutoShape 18">
              <a:extLst>
                <a:ext uri="{FF2B5EF4-FFF2-40B4-BE49-F238E27FC236}">
                  <a16:creationId xmlns:a16="http://schemas.microsoft.com/office/drawing/2014/main" id="{1F4AB39A-3C09-47FC-8D82-C5F92DEC64DE}"/>
                </a:ext>
              </a:extLst>
            </p:cNvPr>
            <p:cNvSpPr>
              <a:spLocks noChangeArrowheads="1"/>
            </p:cNvSpPr>
            <p:nvPr/>
          </p:nvSpPr>
          <p:spPr bwMode="auto">
            <a:xfrm>
              <a:off x="2411413" y="3644900"/>
              <a:ext cx="1944687" cy="1223963"/>
            </a:xfrm>
            <a:prstGeom prst="triangle">
              <a:avLst>
                <a:gd name="adj" fmla="val 50000"/>
              </a:avLst>
            </a:prstGeom>
            <a:gradFill rotWithShape="1">
              <a:gsLst>
                <a:gs pos="0">
                  <a:srgbClr val="E5B7E7"/>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61" name="AutoShape 19">
              <a:extLst>
                <a:ext uri="{FF2B5EF4-FFF2-40B4-BE49-F238E27FC236}">
                  <a16:creationId xmlns:a16="http://schemas.microsoft.com/office/drawing/2014/main" id="{0220F410-6914-4618-943B-41972AD45B86}"/>
                </a:ext>
              </a:extLst>
            </p:cNvPr>
            <p:cNvSpPr>
              <a:spLocks noChangeArrowheads="1"/>
            </p:cNvSpPr>
            <p:nvPr/>
          </p:nvSpPr>
          <p:spPr bwMode="auto">
            <a:xfrm>
              <a:off x="6588125" y="908050"/>
              <a:ext cx="1944688" cy="1223963"/>
            </a:xfrm>
            <a:prstGeom prst="triangle">
              <a:avLst>
                <a:gd name="adj" fmla="val 50000"/>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62" name="AutoShape 20">
              <a:extLst>
                <a:ext uri="{FF2B5EF4-FFF2-40B4-BE49-F238E27FC236}">
                  <a16:creationId xmlns:a16="http://schemas.microsoft.com/office/drawing/2014/main" id="{4E3E4A1B-6411-4FCE-9BD5-B41B808741F0}"/>
                </a:ext>
              </a:extLst>
            </p:cNvPr>
            <p:cNvSpPr>
              <a:spLocks noChangeArrowheads="1"/>
            </p:cNvSpPr>
            <p:nvPr/>
          </p:nvSpPr>
          <p:spPr bwMode="auto">
            <a:xfrm>
              <a:off x="4427538" y="908050"/>
              <a:ext cx="1944687" cy="1223963"/>
            </a:xfrm>
            <a:prstGeom prst="triangle">
              <a:avLst>
                <a:gd name="adj" fmla="val 50000"/>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63" name="AutoShape 21">
              <a:extLst>
                <a:ext uri="{FF2B5EF4-FFF2-40B4-BE49-F238E27FC236}">
                  <a16:creationId xmlns:a16="http://schemas.microsoft.com/office/drawing/2014/main" id="{9B575D2E-4F72-44B6-B84B-7AC6F3DB8FCA}"/>
                </a:ext>
              </a:extLst>
            </p:cNvPr>
            <p:cNvSpPr>
              <a:spLocks noChangeArrowheads="1"/>
            </p:cNvSpPr>
            <p:nvPr/>
          </p:nvSpPr>
          <p:spPr bwMode="auto">
            <a:xfrm>
              <a:off x="4572000" y="3644900"/>
              <a:ext cx="1944688" cy="1223963"/>
            </a:xfrm>
            <a:prstGeom prst="triangle">
              <a:avLst>
                <a:gd name="adj" fmla="val 50000"/>
              </a:avLst>
            </a:prstGeom>
            <a:gradFill rotWithShape="1">
              <a:gsLst>
                <a:gs pos="0">
                  <a:srgbClr val="E5B7E7"/>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64" name="AutoShape 22">
              <a:extLst>
                <a:ext uri="{FF2B5EF4-FFF2-40B4-BE49-F238E27FC236}">
                  <a16:creationId xmlns:a16="http://schemas.microsoft.com/office/drawing/2014/main" id="{EC907156-403A-4CCF-9AE7-93C4072EB0E9}"/>
                </a:ext>
              </a:extLst>
            </p:cNvPr>
            <p:cNvSpPr>
              <a:spLocks noChangeArrowheads="1"/>
            </p:cNvSpPr>
            <p:nvPr/>
          </p:nvSpPr>
          <p:spPr bwMode="auto">
            <a:xfrm>
              <a:off x="3492500" y="4941888"/>
              <a:ext cx="1944688" cy="1223962"/>
            </a:xfrm>
            <a:prstGeom prst="triangle">
              <a:avLst>
                <a:gd name="adj" fmla="val 50000"/>
              </a:avLst>
            </a:prstGeom>
            <a:gradFill rotWithShape="1">
              <a:gsLst>
                <a:gs pos="0">
                  <a:srgbClr val="E5B7E7"/>
                </a:gs>
                <a:gs pos="100000">
                  <a:schemeClr val="bg1"/>
                </a:gs>
              </a:gsLst>
              <a:lin ang="5400000" scaled="1"/>
            </a:gradFill>
            <a:ln w="9525">
              <a:solidFill>
                <a:schemeClr val="tx1"/>
              </a:solidFill>
              <a:miter lim="800000"/>
              <a:headEnd/>
              <a:tailEnd/>
            </a:ln>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865" name="Text Box 23">
              <a:extLst>
                <a:ext uri="{FF2B5EF4-FFF2-40B4-BE49-F238E27FC236}">
                  <a16:creationId xmlns:a16="http://schemas.microsoft.com/office/drawing/2014/main" id="{AB779A99-0236-4485-9B0E-E89E3BE6AB0E}"/>
                </a:ext>
              </a:extLst>
            </p:cNvPr>
            <p:cNvSpPr txBox="1">
              <a:spLocks noChangeArrowheads="1"/>
            </p:cNvSpPr>
            <p:nvPr/>
          </p:nvSpPr>
          <p:spPr bwMode="auto">
            <a:xfrm>
              <a:off x="2700338" y="2205038"/>
              <a:ext cx="1223962"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solidFill>
                    <a:schemeClr val="accent2"/>
                  </a:solidFill>
                  <a:latin typeface="微软雅黑" panose="020B0503020204020204" pitchFamily="34" charset="-122"/>
                  <a:ea typeface="微软雅黑" panose="020B0503020204020204" pitchFamily="34" charset="-122"/>
                </a:rPr>
                <a:t>决策分析</a:t>
              </a:r>
            </a:p>
          </p:txBody>
        </p:sp>
        <p:sp>
          <p:nvSpPr>
            <p:cNvPr id="35866" name="Text Box 24">
              <a:extLst>
                <a:ext uri="{FF2B5EF4-FFF2-40B4-BE49-F238E27FC236}">
                  <a16:creationId xmlns:a16="http://schemas.microsoft.com/office/drawing/2014/main" id="{3A61FFE7-0E3D-4B57-A9CE-A5D86CD9A58F}"/>
                </a:ext>
              </a:extLst>
            </p:cNvPr>
            <p:cNvSpPr txBox="1">
              <a:spLocks noChangeArrowheads="1"/>
            </p:cNvSpPr>
            <p:nvPr/>
          </p:nvSpPr>
          <p:spPr bwMode="auto">
            <a:xfrm>
              <a:off x="3924301" y="3644900"/>
              <a:ext cx="1223963"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solidFill>
                    <a:schemeClr val="accent2"/>
                  </a:solidFill>
                  <a:latin typeface="微软雅黑" panose="020B0503020204020204" pitchFamily="34" charset="-122"/>
                  <a:ea typeface="微软雅黑" panose="020B0503020204020204" pitchFamily="34" charset="-122"/>
                </a:rPr>
                <a:t>问题分析</a:t>
              </a:r>
            </a:p>
          </p:txBody>
        </p:sp>
        <p:sp>
          <p:nvSpPr>
            <p:cNvPr id="35867" name="Text Box 25">
              <a:extLst>
                <a:ext uri="{FF2B5EF4-FFF2-40B4-BE49-F238E27FC236}">
                  <a16:creationId xmlns:a16="http://schemas.microsoft.com/office/drawing/2014/main" id="{B4496F2C-E37A-4E92-B799-0A31EA4DDBB5}"/>
                </a:ext>
              </a:extLst>
            </p:cNvPr>
            <p:cNvSpPr txBox="1">
              <a:spLocks noChangeArrowheads="1"/>
            </p:cNvSpPr>
            <p:nvPr/>
          </p:nvSpPr>
          <p:spPr bwMode="auto">
            <a:xfrm>
              <a:off x="4643437" y="2205038"/>
              <a:ext cx="1800225"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solidFill>
                    <a:schemeClr val="accent2"/>
                  </a:solidFill>
                  <a:latin typeface="微软雅黑" panose="020B0503020204020204" pitchFamily="34" charset="-122"/>
                  <a:ea typeface="微软雅黑" panose="020B0503020204020204" pitchFamily="34" charset="-122"/>
                </a:rPr>
                <a:t>潜在问题</a:t>
              </a:r>
              <a:r>
                <a:rPr lang="zh-TW" altLang="en-US" sz="1050">
                  <a:solidFill>
                    <a:schemeClr val="accent2"/>
                  </a:solidFill>
                  <a:latin typeface="微软雅黑" panose="020B0503020204020204" pitchFamily="34" charset="-122"/>
                  <a:ea typeface="微软雅黑" panose="020B0503020204020204" pitchFamily="34" charset="-122"/>
                </a:rPr>
                <a:t>分析</a:t>
              </a:r>
            </a:p>
          </p:txBody>
        </p:sp>
        <p:sp>
          <p:nvSpPr>
            <p:cNvPr id="35868" name="Text Box 26">
              <a:extLst>
                <a:ext uri="{FF2B5EF4-FFF2-40B4-BE49-F238E27FC236}">
                  <a16:creationId xmlns:a16="http://schemas.microsoft.com/office/drawing/2014/main" id="{5060F9E5-ABCE-4532-9677-31A3265D690A}"/>
                </a:ext>
              </a:extLst>
            </p:cNvPr>
            <p:cNvSpPr txBox="1">
              <a:spLocks noChangeArrowheads="1"/>
            </p:cNvSpPr>
            <p:nvPr/>
          </p:nvSpPr>
          <p:spPr bwMode="auto">
            <a:xfrm>
              <a:off x="4142496" y="2208300"/>
              <a:ext cx="576262" cy="553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0000"/>
                </a:lnSpc>
              </a:pPr>
              <a:r>
                <a:rPr lang="en-US" altLang="zh-TW" sz="1050">
                  <a:latin typeface="微软雅黑" panose="020B0503020204020204" pitchFamily="34" charset="-122"/>
                  <a:ea typeface="微软雅黑" panose="020B0503020204020204" pitchFamily="34" charset="-122"/>
                </a:rPr>
                <a:t> </a:t>
              </a:r>
            </a:p>
            <a:p>
              <a:pPr>
                <a:lnSpc>
                  <a:spcPct val="50000"/>
                </a:lnSpc>
              </a:pPr>
              <a:r>
                <a:rPr lang="zh-TW" altLang="en-US" sz="1050">
                  <a:solidFill>
                    <a:srgbClr val="FF0000"/>
                  </a:solidFill>
                  <a:latin typeface="微软雅黑" panose="020B0503020204020204" pitchFamily="34" charset="-122"/>
                  <a:ea typeface="微软雅黑" panose="020B0503020204020204" pitchFamily="34" charset="-122"/>
                </a:rPr>
                <a:t>你的</a:t>
              </a:r>
            </a:p>
            <a:p>
              <a:pPr>
                <a:lnSpc>
                  <a:spcPct val="50000"/>
                </a:lnSpc>
              </a:pPr>
              <a:r>
                <a:rPr lang="zh-TW" altLang="en-US" sz="1050">
                  <a:solidFill>
                    <a:srgbClr val="FF0000"/>
                  </a:solidFill>
                  <a:latin typeface="微软雅黑" panose="020B0503020204020204" pitchFamily="34" charset="-122"/>
                  <a:ea typeface="微软雅黑" panose="020B0503020204020204" pitchFamily="34" charset="-122"/>
                </a:rPr>
                <a:t> </a:t>
              </a:r>
              <a:endParaRPr lang="en-US" altLang="zh-TW" sz="1050">
                <a:solidFill>
                  <a:srgbClr val="FF0000"/>
                </a:solidFill>
                <a:latin typeface="微软雅黑" panose="020B0503020204020204" pitchFamily="34" charset="-122"/>
                <a:ea typeface="微软雅黑" panose="020B0503020204020204" pitchFamily="34" charset="-122"/>
              </a:endParaRPr>
            </a:p>
            <a:p>
              <a:pPr>
                <a:lnSpc>
                  <a:spcPct val="50000"/>
                </a:lnSpc>
              </a:pPr>
              <a:r>
                <a:rPr lang="zh-TW" altLang="en-US" sz="1050">
                  <a:solidFill>
                    <a:srgbClr val="FF0000"/>
                  </a:solidFill>
                  <a:latin typeface="微软雅黑" panose="020B0503020204020204" pitchFamily="34" charset="-122"/>
                  <a:ea typeface="微软雅黑" panose="020B0503020204020204" pitchFamily="34" charset="-122"/>
                </a:rPr>
                <a:t>工作</a:t>
              </a:r>
            </a:p>
          </p:txBody>
        </p:sp>
        <p:sp>
          <p:nvSpPr>
            <p:cNvPr id="35869" name="Text Box 27">
              <a:extLst>
                <a:ext uri="{FF2B5EF4-FFF2-40B4-BE49-F238E27FC236}">
                  <a16:creationId xmlns:a16="http://schemas.microsoft.com/office/drawing/2014/main" id="{952438BA-30FC-4067-A2F2-37B8840090B7}"/>
                </a:ext>
              </a:extLst>
            </p:cNvPr>
            <p:cNvSpPr txBox="1">
              <a:spLocks noChangeArrowheads="1"/>
            </p:cNvSpPr>
            <p:nvPr/>
          </p:nvSpPr>
          <p:spPr bwMode="auto">
            <a:xfrm>
              <a:off x="1692275" y="963612"/>
              <a:ext cx="1584325"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导出选择方案</a:t>
              </a:r>
            </a:p>
          </p:txBody>
        </p:sp>
        <p:sp>
          <p:nvSpPr>
            <p:cNvPr id="35870" name="Text Box 28">
              <a:extLst>
                <a:ext uri="{FF2B5EF4-FFF2-40B4-BE49-F238E27FC236}">
                  <a16:creationId xmlns:a16="http://schemas.microsoft.com/office/drawing/2014/main" id="{83D2F8E2-C0FD-4D94-964D-94BD20B3F04C}"/>
                </a:ext>
              </a:extLst>
            </p:cNvPr>
            <p:cNvSpPr txBox="1">
              <a:spLocks noChangeArrowheads="1"/>
            </p:cNvSpPr>
            <p:nvPr/>
          </p:nvSpPr>
          <p:spPr bwMode="auto">
            <a:xfrm>
              <a:off x="2987674" y="1052512"/>
              <a:ext cx="1368426"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比较及选择</a:t>
              </a:r>
            </a:p>
          </p:txBody>
        </p:sp>
        <p:sp>
          <p:nvSpPr>
            <p:cNvPr id="35871" name="Text Box 29">
              <a:extLst>
                <a:ext uri="{FF2B5EF4-FFF2-40B4-BE49-F238E27FC236}">
                  <a16:creationId xmlns:a16="http://schemas.microsoft.com/office/drawing/2014/main" id="{884ACB66-3CD2-4FBB-9595-3C2B4CC09F5C}"/>
                </a:ext>
              </a:extLst>
            </p:cNvPr>
            <p:cNvSpPr txBox="1">
              <a:spLocks noChangeArrowheads="1"/>
            </p:cNvSpPr>
            <p:nvPr/>
          </p:nvSpPr>
          <p:spPr bwMode="auto">
            <a:xfrm>
              <a:off x="4932363" y="1177925"/>
              <a:ext cx="1081086" cy="448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0000"/>
                </a:lnSpc>
              </a:pPr>
              <a:r>
                <a:rPr lang="zh-CN" altLang="en-US" sz="1050">
                  <a:latin typeface="微软雅黑" panose="020B0503020204020204" pitchFamily="34" charset="-122"/>
                  <a:ea typeface="微软雅黑" panose="020B0503020204020204" pitchFamily="34" charset="-122"/>
                </a:rPr>
                <a:t>找寻计划</a:t>
              </a:r>
            </a:p>
            <a:p>
              <a:pPr>
                <a:lnSpc>
                  <a:spcPct val="50000"/>
                </a:lnSpc>
              </a:pPr>
              <a:endParaRPr lang="en-US" altLang="zh-TW" sz="1050">
                <a:latin typeface="微软雅黑" panose="020B0503020204020204" pitchFamily="34" charset="-122"/>
                <a:ea typeface="微软雅黑" panose="020B0503020204020204" pitchFamily="34" charset="-122"/>
              </a:endParaRPr>
            </a:p>
            <a:p>
              <a:pPr>
                <a:lnSpc>
                  <a:spcPct val="50000"/>
                </a:lnSpc>
              </a:pPr>
              <a:r>
                <a:rPr lang="zh-TW" altLang="en-US" sz="1050">
                  <a:latin typeface="微软雅黑" panose="020B0503020204020204" pitchFamily="34" charset="-122"/>
                  <a:ea typeface="微软雅黑" panose="020B0503020204020204" pitchFamily="34" charset="-122"/>
                </a:rPr>
                <a:t>方案</a:t>
              </a:r>
              <a:r>
                <a:rPr lang="zh-CN" altLang="en-US" sz="1050">
                  <a:latin typeface="微软雅黑" panose="020B0503020204020204" pitchFamily="34" charset="-122"/>
                  <a:ea typeface="微软雅黑" panose="020B0503020204020204" pitchFamily="34" charset="-122"/>
                </a:rPr>
                <a:t>弱点</a:t>
              </a:r>
              <a:endParaRPr lang="zh-TW" altLang="en-US" sz="1050">
                <a:latin typeface="微软雅黑" panose="020B0503020204020204" pitchFamily="34" charset="-122"/>
                <a:ea typeface="微软雅黑" panose="020B0503020204020204" pitchFamily="34" charset="-122"/>
              </a:endParaRPr>
            </a:p>
          </p:txBody>
        </p:sp>
        <p:sp>
          <p:nvSpPr>
            <p:cNvPr id="35872" name="Text Box 30">
              <a:extLst>
                <a:ext uri="{FF2B5EF4-FFF2-40B4-BE49-F238E27FC236}">
                  <a16:creationId xmlns:a16="http://schemas.microsoft.com/office/drawing/2014/main" id="{4BC317DB-1C61-4543-A1D2-ED910743A8FE}"/>
                </a:ext>
              </a:extLst>
            </p:cNvPr>
            <p:cNvSpPr txBox="1">
              <a:spLocks noChangeArrowheads="1"/>
            </p:cNvSpPr>
            <p:nvPr/>
          </p:nvSpPr>
          <p:spPr bwMode="auto">
            <a:xfrm>
              <a:off x="1895476" y="2636837"/>
              <a:ext cx="1150938"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决策声明</a:t>
              </a:r>
            </a:p>
          </p:txBody>
        </p:sp>
        <p:sp>
          <p:nvSpPr>
            <p:cNvPr id="35873" name="Text Box 31">
              <a:extLst>
                <a:ext uri="{FF2B5EF4-FFF2-40B4-BE49-F238E27FC236}">
                  <a16:creationId xmlns:a16="http://schemas.microsoft.com/office/drawing/2014/main" id="{66493166-C3C6-435F-8E15-80E9445DEB05}"/>
                </a:ext>
              </a:extLst>
            </p:cNvPr>
            <p:cNvSpPr txBox="1">
              <a:spLocks noChangeArrowheads="1"/>
            </p:cNvSpPr>
            <p:nvPr/>
          </p:nvSpPr>
          <p:spPr bwMode="auto">
            <a:xfrm>
              <a:off x="827088" y="2205038"/>
              <a:ext cx="1152525"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sz="1050">
                  <a:latin typeface="微软雅黑" panose="020B0503020204020204" pitchFamily="34" charset="-122"/>
                  <a:ea typeface="微软雅黑" panose="020B0503020204020204" pitchFamily="34" charset="-122"/>
                </a:rPr>
                <a:t>建立</a:t>
              </a:r>
              <a:r>
                <a:rPr lang="zh-CN" altLang="en-US" sz="1050">
                  <a:latin typeface="微软雅黑" panose="020B0503020204020204" pitchFamily="34" charset="-122"/>
                  <a:ea typeface="微软雅黑" panose="020B0503020204020204" pitchFamily="34" charset="-122"/>
                </a:rPr>
                <a:t>目标</a:t>
              </a:r>
            </a:p>
          </p:txBody>
        </p:sp>
        <p:sp>
          <p:nvSpPr>
            <p:cNvPr id="35874" name="Text Box 32">
              <a:extLst>
                <a:ext uri="{FF2B5EF4-FFF2-40B4-BE49-F238E27FC236}">
                  <a16:creationId xmlns:a16="http://schemas.microsoft.com/office/drawing/2014/main" id="{E72705E9-3CD6-4238-B9F6-E6D33EBBF958}"/>
                </a:ext>
              </a:extLst>
            </p:cNvPr>
            <p:cNvSpPr txBox="1">
              <a:spLocks noChangeArrowheads="1"/>
            </p:cNvSpPr>
            <p:nvPr/>
          </p:nvSpPr>
          <p:spPr bwMode="auto">
            <a:xfrm>
              <a:off x="877888" y="1235076"/>
              <a:ext cx="1152525"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目标分类</a:t>
              </a:r>
            </a:p>
          </p:txBody>
        </p:sp>
        <p:sp>
          <p:nvSpPr>
            <p:cNvPr id="35875" name="Text Box 33">
              <a:extLst>
                <a:ext uri="{FF2B5EF4-FFF2-40B4-BE49-F238E27FC236}">
                  <a16:creationId xmlns:a16="http://schemas.microsoft.com/office/drawing/2014/main" id="{D7F18A56-7624-4247-AF57-AB39A6CB7D7A}"/>
                </a:ext>
              </a:extLst>
            </p:cNvPr>
            <p:cNvSpPr txBox="1">
              <a:spLocks noChangeArrowheads="1"/>
            </p:cNvSpPr>
            <p:nvPr/>
          </p:nvSpPr>
          <p:spPr bwMode="auto">
            <a:xfrm>
              <a:off x="3059114" y="3933826"/>
              <a:ext cx="649288"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求证</a:t>
              </a:r>
            </a:p>
          </p:txBody>
        </p:sp>
        <p:sp>
          <p:nvSpPr>
            <p:cNvPr id="35876" name="Text Box 34">
              <a:extLst>
                <a:ext uri="{FF2B5EF4-FFF2-40B4-BE49-F238E27FC236}">
                  <a16:creationId xmlns:a16="http://schemas.microsoft.com/office/drawing/2014/main" id="{9DDFEDCE-D7EC-4585-941A-534CACF94031}"/>
                </a:ext>
              </a:extLst>
            </p:cNvPr>
            <p:cNvSpPr txBox="1">
              <a:spLocks noChangeArrowheads="1"/>
            </p:cNvSpPr>
            <p:nvPr/>
          </p:nvSpPr>
          <p:spPr bwMode="auto">
            <a:xfrm>
              <a:off x="6011862" y="2565400"/>
              <a:ext cx="1150937"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提供资料</a:t>
              </a:r>
            </a:p>
          </p:txBody>
        </p:sp>
        <p:sp>
          <p:nvSpPr>
            <p:cNvPr id="35877" name="Text Box 35">
              <a:extLst>
                <a:ext uri="{FF2B5EF4-FFF2-40B4-BE49-F238E27FC236}">
                  <a16:creationId xmlns:a16="http://schemas.microsoft.com/office/drawing/2014/main" id="{032450B8-C548-42E7-A385-B996EF50B839}"/>
                </a:ext>
              </a:extLst>
            </p:cNvPr>
            <p:cNvSpPr txBox="1">
              <a:spLocks noChangeArrowheads="1"/>
            </p:cNvSpPr>
            <p:nvPr/>
          </p:nvSpPr>
          <p:spPr bwMode="auto">
            <a:xfrm>
              <a:off x="7092950" y="2205038"/>
              <a:ext cx="1223963"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选择行动</a:t>
              </a:r>
            </a:p>
          </p:txBody>
        </p:sp>
        <p:sp>
          <p:nvSpPr>
            <p:cNvPr id="35878" name="Text Box 36">
              <a:extLst>
                <a:ext uri="{FF2B5EF4-FFF2-40B4-BE49-F238E27FC236}">
                  <a16:creationId xmlns:a16="http://schemas.microsoft.com/office/drawing/2014/main" id="{3E55EACD-8966-4A64-B31F-9071A09BF0F9}"/>
                </a:ext>
              </a:extLst>
            </p:cNvPr>
            <p:cNvSpPr txBox="1">
              <a:spLocks noChangeArrowheads="1"/>
            </p:cNvSpPr>
            <p:nvPr/>
          </p:nvSpPr>
          <p:spPr bwMode="auto">
            <a:xfrm>
              <a:off x="7164388" y="1196975"/>
              <a:ext cx="1223962" cy="535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5000"/>
                </a:lnSpc>
              </a:pPr>
              <a:r>
                <a:rPr lang="zh-CN" altLang="en-US" sz="1050">
                  <a:latin typeface="微软雅黑" panose="020B0503020204020204" pitchFamily="34" charset="-122"/>
                  <a:ea typeface="微软雅黑" panose="020B0503020204020204" pitchFamily="34" charset="-122"/>
                </a:rPr>
                <a:t>预料</a:t>
              </a:r>
              <a:r>
                <a:rPr lang="zh-TW" altLang="en-US" sz="1050">
                  <a:latin typeface="微软雅黑" panose="020B0503020204020204" pitchFamily="34" charset="-122"/>
                  <a:ea typeface="微软雅黑" panose="020B0503020204020204" pitchFamily="34" charset="-122"/>
                </a:rPr>
                <a:t>可</a:t>
              </a:r>
            </a:p>
            <a:p>
              <a:pPr>
                <a:lnSpc>
                  <a:spcPct val="65000"/>
                </a:lnSpc>
              </a:pPr>
              <a:endParaRPr lang="en-US" altLang="zh-TW" sz="1050">
                <a:latin typeface="微软雅黑" panose="020B0503020204020204" pitchFamily="34" charset="-122"/>
                <a:ea typeface="微软雅黑" panose="020B0503020204020204" pitchFamily="34" charset="-122"/>
              </a:endParaRPr>
            </a:p>
            <a:p>
              <a:pPr>
                <a:lnSpc>
                  <a:spcPct val="65000"/>
                </a:lnSpc>
              </a:pPr>
              <a:r>
                <a:rPr lang="zh-TW" altLang="en-US" sz="1050">
                  <a:latin typeface="微软雅黑" panose="020B0503020204020204" pitchFamily="34" charset="-122"/>
                  <a:ea typeface="微软雅黑" panose="020B0503020204020204" pitchFamily="34" charset="-122"/>
                </a:rPr>
                <a:t>能原因</a:t>
              </a:r>
            </a:p>
          </p:txBody>
        </p:sp>
        <p:sp>
          <p:nvSpPr>
            <p:cNvPr id="35879" name="Text Box 37">
              <a:extLst>
                <a:ext uri="{FF2B5EF4-FFF2-40B4-BE49-F238E27FC236}">
                  <a16:creationId xmlns:a16="http://schemas.microsoft.com/office/drawing/2014/main" id="{D7F685CD-E4DB-4471-8432-E21E1065F2FB}"/>
                </a:ext>
              </a:extLst>
            </p:cNvPr>
            <p:cNvSpPr txBox="1">
              <a:spLocks noChangeArrowheads="1"/>
            </p:cNvSpPr>
            <p:nvPr/>
          </p:nvSpPr>
          <p:spPr bwMode="auto">
            <a:xfrm>
              <a:off x="5617643" y="895352"/>
              <a:ext cx="2090735"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预料问题设定优先顺序</a:t>
              </a:r>
              <a:endParaRPr lang="zh-TW" altLang="en-US" sz="1050">
                <a:latin typeface="微软雅黑" panose="020B0503020204020204" pitchFamily="34" charset="-122"/>
                <a:ea typeface="微软雅黑" panose="020B0503020204020204" pitchFamily="34" charset="-122"/>
              </a:endParaRPr>
            </a:p>
          </p:txBody>
        </p:sp>
        <p:sp>
          <p:nvSpPr>
            <p:cNvPr id="35880" name="Text Box 38">
              <a:extLst>
                <a:ext uri="{FF2B5EF4-FFF2-40B4-BE49-F238E27FC236}">
                  <a16:creationId xmlns:a16="http://schemas.microsoft.com/office/drawing/2014/main" id="{9DC4A841-462C-491E-B101-D48DC7DD569D}"/>
                </a:ext>
              </a:extLst>
            </p:cNvPr>
            <p:cNvSpPr txBox="1">
              <a:spLocks noChangeArrowheads="1"/>
            </p:cNvSpPr>
            <p:nvPr/>
          </p:nvSpPr>
          <p:spPr bwMode="auto">
            <a:xfrm>
              <a:off x="5076825" y="3860800"/>
              <a:ext cx="1727199"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偏离情况叙述</a:t>
              </a:r>
            </a:p>
          </p:txBody>
        </p:sp>
        <p:sp>
          <p:nvSpPr>
            <p:cNvPr id="35881" name="Text Box 39">
              <a:extLst>
                <a:ext uri="{FF2B5EF4-FFF2-40B4-BE49-F238E27FC236}">
                  <a16:creationId xmlns:a16="http://schemas.microsoft.com/office/drawing/2014/main" id="{59519651-66AB-417B-9FAD-58CFD464A5D9}"/>
                </a:ext>
              </a:extLst>
            </p:cNvPr>
            <p:cNvSpPr txBox="1">
              <a:spLocks noChangeArrowheads="1"/>
            </p:cNvSpPr>
            <p:nvPr/>
          </p:nvSpPr>
          <p:spPr bwMode="auto">
            <a:xfrm>
              <a:off x="4067175" y="5229225"/>
              <a:ext cx="936626" cy="448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0000"/>
                </a:lnSpc>
              </a:pPr>
              <a:r>
                <a:rPr lang="zh-CN" altLang="en-US" sz="1050">
                  <a:latin typeface="微软雅黑" panose="020B0503020204020204" pitchFamily="34" charset="-122"/>
                  <a:ea typeface="微软雅黑" panose="020B0503020204020204" pitchFamily="34" charset="-122"/>
                </a:rPr>
                <a:t>导</a:t>
              </a:r>
              <a:r>
                <a:rPr lang="zh-TW" altLang="en-US" sz="1050">
                  <a:latin typeface="微软雅黑" panose="020B0503020204020204" pitchFamily="34" charset="-122"/>
                  <a:ea typeface="微软雅黑" panose="020B0503020204020204" pitchFamily="34" charset="-122"/>
                </a:rPr>
                <a:t>出可</a:t>
              </a:r>
            </a:p>
            <a:p>
              <a:pPr>
                <a:lnSpc>
                  <a:spcPct val="50000"/>
                </a:lnSpc>
              </a:pPr>
              <a:endParaRPr lang="en-US" altLang="zh-TW" sz="1050">
                <a:latin typeface="微软雅黑" panose="020B0503020204020204" pitchFamily="34" charset="-122"/>
                <a:ea typeface="微软雅黑" panose="020B0503020204020204" pitchFamily="34" charset="-122"/>
              </a:endParaRPr>
            </a:p>
            <a:p>
              <a:pPr>
                <a:lnSpc>
                  <a:spcPct val="50000"/>
                </a:lnSpc>
              </a:pPr>
              <a:r>
                <a:rPr lang="zh-TW" altLang="en-US" sz="1050">
                  <a:latin typeface="微软雅黑" panose="020B0503020204020204" pitchFamily="34" charset="-122"/>
                  <a:ea typeface="微软雅黑" panose="020B0503020204020204" pitchFamily="34" charset="-122"/>
                </a:rPr>
                <a:t>能原因</a:t>
              </a:r>
            </a:p>
          </p:txBody>
        </p:sp>
        <p:sp>
          <p:nvSpPr>
            <p:cNvPr id="35882" name="Text Box 40">
              <a:extLst>
                <a:ext uri="{FF2B5EF4-FFF2-40B4-BE49-F238E27FC236}">
                  <a16:creationId xmlns:a16="http://schemas.microsoft.com/office/drawing/2014/main" id="{FE2B51DA-FE22-4356-9C79-44ED9B5C7FA9}"/>
                </a:ext>
              </a:extLst>
            </p:cNvPr>
            <p:cNvSpPr txBox="1">
              <a:spLocks noChangeArrowheads="1"/>
            </p:cNvSpPr>
            <p:nvPr/>
          </p:nvSpPr>
          <p:spPr bwMode="auto">
            <a:xfrm>
              <a:off x="2773364" y="4970463"/>
              <a:ext cx="1727199"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检验</a:t>
              </a:r>
              <a:r>
                <a:rPr lang="zh-TW" altLang="en-US" sz="1050">
                  <a:latin typeface="微软雅黑" panose="020B0503020204020204" pitchFamily="34" charset="-122"/>
                  <a:ea typeface="微软雅黑" panose="020B0503020204020204" pitchFamily="34" charset="-122"/>
                </a:rPr>
                <a:t>可能原因</a:t>
              </a:r>
            </a:p>
          </p:txBody>
        </p:sp>
        <p:sp>
          <p:nvSpPr>
            <p:cNvPr id="35883" name="Text Box 41">
              <a:extLst>
                <a:ext uri="{FF2B5EF4-FFF2-40B4-BE49-F238E27FC236}">
                  <a16:creationId xmlns:a16="http://schemas.microsoft.com/office/drawing/2014/main" id="{F57E2E53-9C32-4314-85B6-70BCAF94A7FA}"/>
                </a:ext>
              </a:extLst>
            </p:cNvPr>
            <p:cNvSpPr txBox="1">
              <a:spLocks noChangeArrowheads="1"/>
            </p:cNvSpPr>
            <p:nvPr/>
          </p:nvSpPr>
          <p:spPr bwMode="auto">
            <a:xfrm>
              <a:off x="5292725" y="4868863"/>
              <a:ext cx="720725" cy="32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sz="1050">
                  <a:latin typeface="微软雅黑" panose="020B0503020204020204" pitchFamily="34" charset="-122"/>
                  <a:ea typeface="微软雅黑" panose="020B0503020204020204" pitchFamily="34" charset="-122"/>
                </a:rPr>
                <a:t>指明</a:t>
              </a:r>
            </a:p>
          </p:txBody>
        </p:sp>
        <p:sp>
          <p:nvSpPr>
            <p:cNvPr id="35884" name="Text Box 42">
              <a:extLst>
                <a:ext uri="{FF2B5EF4-FFF2-40B4-BE49-F238E27FC236}">
                  <a16:creationId xmlns:a16="http://schemas.microsoft.com/office/drawing/2014/main" id="{43D14E18-4D6B-49DA-88F1-2A84C01145DD}"/>
                </a:ext>
              </a:extLst>
            </p:cNvPr>
            <p:cNvSpPr txBox="1">
              <a:spLocks noChangeArrowheads="1"/>
            </p:cNvSpPr>
            <p:nvPr/>
          </p:nvSpPr>
          <p:spPr bwMode="auto">
            <a:xfrm>
              <a:off x="3851276" y="2721148"/>
              <a:ext cx="2089150" cy="8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0000"/>
                </a:lnSpc>
              </a:pPr>
              <a:r>
                <a:rPr lang="zh-CN" altLang="en-US" sz="1050">
                  <a:latin typeface="微软雅黑" panose="020B0503020204020204" pitchFamily="34" charset="-122"/>
                  <a:ea typeface="微软雅黑" panose="020B0503020204020204" pitchFamily="34" charset="-122"/>
                </a:rPr>
                <a:t>认知状况</a:t>
              </a:r>
            </a:p>
            <a:p>
              <a:pPr>
                <a:lnSpc>
                  <a:spcPct val="50000"/>
                </a:lnSpc>
              </a:pPr>
              <a:endParaRPr lang="en-US" altLang="zh-TW" sz="1050">
                <a:latin typeface="微软雅黑" panose="020B0503020204020204" pitchFamily="34" charset="-122"/>
                <a:ea typeface="微软雅黑" panose="020B0503020204020204" pitchFamily="34" charset="-122"/>
              </a:endParaRPr>
            </a:p>
            <a:p>
              <a:pPr>
                <a:lnSpc>
                  <a:spcPct val="50000"/>
                </a:lnSpc>
              </a:pPr>
              <a:r>
                <a:rPr lang="zh-TW" altLang="en-US" sz="1050">
                  <a:latin typeface="微软雅黑" panose="020B0503020204020204" pitchFamily="34" charset="-122"/>
                  <a:ea typeface="微软雅黑" panose="020B0503020204020204" pitchFamily="34" charset="-122"/>
                </a:rPr>
                <a:t>分解</a:t>
              </a:r>
            </a:p>
            <a:p>
              <a:pPr>
                <a:lnSpc>
                  <a:spcPct val="50000"/>
                </a:lnSpc>
              </a:pPr>
              <a:endParaRPr lang="en-US" altLang="zh-CN" sz="1050">
                <a:latin typeface="微软雅黑" panose="020B0503020204020204" pitchFamily="34" charset="-122"/>
                <a:ea typeface="微软雅黑" panose="020B0503020204020204" pitchFamily="34" charset="-122"/>
              </a:endParaRPr>
            </a:p>
            <a:p>
              <a:pPr>
                <a:lnSpc>
                  <a:spcPct val="50000"/>
                </a:lnSpc>
              </a:pPr>
              <a:r>
                <a:rPr lang="zh-CN" altLang="en-US" sz="1050">
                  <a:latin typeface="微软雅黑" panose="020B0503020204020204" pitchFamily="34" charset="-122"/>
                  <a:ea typeface="微软雅黑" panose="020B0503020204020204" pitchFamily="34" charset="-122"/>
                </a:rPr>
                <a:t>设定优先</a:t>
              </a:r>
            </a:p>
            <a:p>
              <a:pPr>
                <a:lnSpc>
                  <a:spcPct val="50000"/>
                </a:lnSpc>
              </a:pPr>
              <a:endParaRPr lang="en-US" altLang="zh-TW" sz="1050">
                <a:latin typeface="微软雅黑" panose="020B0503020204020204" pitchFamily="34" charset="-122"/>
                <a:ea typeface="微软雅黑" panose="020B0503020204020204" pitchFamily="34" charset="-122"/>
              </a:endParaRPr>
            </a:p>
            <a:p>
              <a:pPr>
                <a:lnSpc>
                  <a:spcPct val="50000"/>
                </a:lnSpc>
              </a:pPr>
              <a:r>
                <a:rPr lang="zh-TW" altLang="en-US" sz="1050">
                  <a:latin typeface="微软雅黑" panose="020B0503020204020204" pitchFamily="34" charset="-122"/>
                  <a:ea typeface="微软雅黑" panose="020B0503020204020204" pitchFamily="34" charset="-122"/>
                </a:rPr>
                <a:t>找出：</a:t>
              </a:r>
              <a:r>
                <a:rPr lang="en-US" altLang="zh-TW" sz="1050">
                  <a:latin typeface="微软雅黑" panose="020B0503020204020204" pitchFamily="34" charset="-122"/>
                  <a:ea typeface="微软雅黑" panose="020B0503020204020204" pitchFamily="34" charset="-122"/>
                </a:rPr>
                <a:t>PA/DA/PPA</a:t>
              </a:r>
            </a:p>
          </p:txBody>
        </p:sp>
        <p:sp>
          <p:nvSpPr>
            <p:cNvPr id="35885" name="Text Box 43">
              <a:extLst>
                <a:ext uri="{FF2B5EF4-FFF2-40B4-BE49-F238E27FC236}">
                  <a16:creationId xmlns:a16="http://schemas.microsoft.com/office/drawing/2014/main" id="{0831FF1E-76E5-456E-9F2E-52D1B3A4DA3C}"/>
                </a:ext>
              </a:extLst>
            </p:cNvPr>
            <p:cNvSpPr txBox="1">
              <a:spLocks noChangeArrowheads="1"/>
            </p:cNvSpPr>
            <p:nvPr/>
          </p:nvSpPr>
          <p:spPr bwMode="auto">
            <a:xfrm>
              <a:off x="3995737" y="3933826"/>
              <a:ext cx="1008062" cy="538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解释某一偏离现象</a:t>
              </a:r>
            </a:p>
          </p:txBody>
        </p:sp>
        <p:sp>
          <p:nvSpPr>
            <p:cNvPr id="35886" name="Text Box 44">
              <a:extLst>
                <a:ext uri="{FF2B5EF4-FFF2-40B4-BE49-F238E27FC236}">
                  <a16:creationId xmlns:a16="http://schemas.microsoft.com/office/drawing/2014/main" id="{8D8FEB96-99EE-432F-A943-860A04A1A671}"/>
                </a:ext>
              </a:extLst>
            </p:cNvPr>
            <p:cNvSpPr txBox="1">
              <a:spLocks noChangeArrowheads="1"/>
            </p:cNvSpPr>
            <p:nvPr/>
          </p:nvSpPr>
          <p:spPr bwMode="auto">
            <a:xfrm>
              <a:off x="5148263" y="4221164"/>
              <a:ext cx="1152525" cy="658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0000"/>
                </a:lnSpc>
              </a:pPr>
              <a:r>
                <a:rPr lang="zh-CN" altLang="en-US" sz="1050">
                  <a:latin typeface="微软雅黑" panose="020B0503020204020204" pitchFamily="34" charset="-122"/>
                  <a:ea typeface="微软雅黑" panose="020B0503020204020204" pitchFamily="34" charset="-122"/>
                </a:rPr>
                <a:t>应当</a:t>
              </a:r>
            </a:p>
            <a:p>
              <a:pPr>
                <a:lnSpc>
                  <a:spcPct val="50000"/>
                </a:lnSpc>
              </a:pPr>
              <a:endParaRPr lang="en-US" altLang="zh-CN" sz="1050">
                <a:latin typeface="微软雅黑" panose="020B0503020204020204" pitchFamily="34" charset="-122"/>
                <a:ea typeface="微软雅黑" panose="020B0503020204020204" pitchFamily="34" charset="-122"/>
              </a:endParaRPr>
            </a:p>
            <a:p>
              <a:pPr>
                <a:lnSpc>
                  <a:spcPct val="50000"/>
                </a:lnSpc>
              </a:pPr>
              <a:r>
                <a:rPr lang="zh-CN" altLang="en-US" sz="1050">
                  <a:latin typeface="微软雅黑" panose="020B0503020204020204" pitchFamily="34" charset="-122"/>
                  <a:ea typeface="微软雅黑" panose="020B0503020204020204" pitchFamily="34" charset="-122"/>
                </a:rPr>
                <a:t>实际</a:t>
              </a:r>
            </a:p>
            <a:p>
              <a:pPr>
                <a:lnSpc>
                  <a:spcPct val="50000"/>
                </a:lnSpc>
              </a:pPr>
              <a:endParaRPr lang="en-US" altLang="zh-TW" sz="1050">
                <a:latin typeface="微软雅黑" panose="020B0503020204020204" pitchFamily="34" charset="-122"/>
                <a:ea typeface="微软雅黑" panose="020B0503020204020204" pitchFamily="34" charset="-122"/>
              </a:endParaRPr>
            </a:p>
            <a:p>
              <a:pPr>
                <a:lnSpc>
                  <a:spcPct val="5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偏离</a:t>
              </a:r>
              <a:endParaRPr lang="zh-TW" altLang="en-US" sz="1050">
                <a:latin typeface="微软雅黑" panose="020B0503020204020204" pitchFamily="34" charset="-122"/>
                <a:ea typeface="微软雅黑" panose="020B0503020204020204" pitchFamily="34" charset="-122"/>
              </a:endParaRPr>
            </a:p>
          </p:txBody>
        </p:sp>
        <p:sp>
          <p:nvSpPr>
            <p:cNvPr id="35887" name="Text Box 45">
              <a:extLst>
                <a:ext uri="{FF2B5EF4-FFF2-40B4-BE49-F238E27FC236}">
                  <a16:creationId xmlns:a16="http://schemas.microsoft.com/office/drawing/2014/main" id="{FABA50DE-1E0D-432C-99F2-6326243A702D}"/>
                </a:ext>
              </a:extLst>
            </p:cNvPr>
            <p:cNvSpPr txBox="1">
              <a:spLocks noChangeArrowheads="1"/>
            </p:cNvSpPr>
            <p:nvPr/>
          </p:nvSpPr>
          <p:spPr bwMode="auto">
            <a:xfrm>
              <a:off x="5292725" y="5192140"/>
              <a:ext cx="1511300" cy="938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5000"/>
                </a:lnSpc>
              </a:pPr>
              <a:r>
                <a:rPr lang="zh-TW" altLang="en-US" sz="1050">
                  <a:latin typeface="微软雅黑" panose="020B0503020204020204" pitchFamily="34" charset="-122"/>
                  <a:ea typeface="微软雅黑" panose="020B0503020204020204" pitchFamily="34" charset="-122"/>
                </a:rPr>
                <a:t>何事   有</a:t>
              </a:r>
              <a:r>
                <a:rPr lang="en-US" altLang="zh-TW" sz="1050">
                  <a:latin typeface="微软雅黑" panose="020B0503020204020204" pitchFamily="34" charset="-122"/>
                  <a:ea typeface="微软雅黑" panose="020B0503020204020204" pitchFamily="34" charset="-122"/>
                </a:rPr>
                <a:t>/</a:t>
              </a:r>
              <a:r>
                <a:rPr lang="zh-TW" altLang="en-US" sz="1050">
                  <a:latin typeface="微软雅黑" panose="020B0503020204020204" pitchFamily="34" charset="-122"/>
                  <a:ea typeface="微软雅黑" panose="020B0503020204020204" pitchFamily="34" charset="-122"/>
                </a:rPr>
                <a:t>沒有</a:t>
              </a:r>
            </a:p>
            <a:p>
              <a:pPr>
                <a:lnSpc>
                  <a:spcPct val="55000"/>
                </a:lnSpc>
              </a:pPr>
              <a:endParaRPr lang="en-US" altLang="zh-TW" sz="1050">
                <a:latin typeface="微软雅黑" panose="020B0503020204020204" pitchFamily="34" charset="-122"/>
                <a:ea typeface="微软雅黑" panose="020B0503020204020204" pitchFamily="34" charset="-122"/>
              </a:endParaRPr>
            </a:p>
            <a:p>
              <a:pPr>
                <a:lnSpc>
                  <a:spcPct val="55000"/>
                </a:lnSpc>
              </a:pPr>
              <a:r>
                <a:rPr lang="zh-TW" altLang="en-US" sz="1050">
                  <a:latin typeface="微软雅黑" panose="020B0503020204020204" pitchFamily="34" charset="-122"/>
                  <a:ea typeface="微软雅黑" panose="020B0503020204020204" pitchFamily="34" charset="-122"/>
                </a:rPr>
                <a:t>何地</a:t>
              </a:r>
            </a:p>
            <a:p>
              <a:pPr>
                <a:lnSpc>
                  <a:spcPct val="55000"/>
                </a:lnSpc>
              </a:pPr>
              <a:endParaRPr lang="en-US" altLang="zh-TW" sz="1050">
                <a:latin typeface="微软雅黑" panose="020B0503020204020204" pitchFamily="34" charset="-122"/>
                <a:ea typeface="微软雅黑" panose="020B0503020204020204" pitchFamily="34" charset="-122"/>
              </a:endParaRPr>
            </a:p>
            <a:p>
              <a:pPr>
                <a:lnSpc>
                  <a:spcPct val="55000"/>
                </a:lnSpc>
              </a:pPr>
              <a:r>
                <a:rPr lang="zh-TW" altLang="en-US" sz="1050">
                  <a:latin typeface="微软雅黑" panose="020B0503020204020204" pitchFamily="34" charset="-122"/>
                  <a:ea typeface="微软雅黑" panose="020B0503020204020204" pitchFamily="34" charset="-122"/>
                </a:rPr>
                <a:t>何時</a:t>
              </a:r>
            </a:p>
            <a:p>
              <a:pPr>
                <a:lnSpc>
                  <a:spcPct val="55000"/>
                </a:lnSpc>
              </a:pPr>
              <a:endParaRPr lang="en-US" altLang="zh-TW" sz="1050">
                <a:latin typeface="微软雅黑" panose="020B0503020204020204" pitchFamily="34" charset="-122"/>
                <a:ea typeface="微软雅黑" panose="020B0503020204020204" pitchFamily="34" charset="-122"/>
              </a:endParaRPr>
            </a:p>
            <a:p>
              <a:pPr>
                <a:lnSpc>
                  <a:spcPct val="55000"/>
                </a:lnSpc>
              </a:pPr>
              <a:r>
                <a:rPr lang="zh-TW" altLang="en-US" sz="1050">
                  <a:latin typeface="微软雅黑" panose="020B0503020204020204" pitchFamily="34" charset="-122"/>
                  <a:ea typeface="微软雅黑" panose="020B0503020204020204" pitchFamily="34" charset="-122"/>
                </a:rPr>
                <a:t>程度</a:t>
              </a:r>
            </a:p>
          </p:txBody>
        </p:sp>
        <p:sp>
          <p:nvSpPr>
            <p:cNvPr id="35888" name="Text Box 46">
              <a:extLst>
                <a:ext uri="{FF2B5EF4-FFF2-40B4-BE49-F238E27FC236}">
                  <a16:creationId xmlns:a16="http://schemas.microsoft.com/office/drawing/2014/main" id="{2CBEA117-3833-4C02-BD9E-8F236EB8ED0B}"/>
                </a:ext>
              </a:extLst>
            </p:cNvPr>
            <p:cNvSpPr txBox="1">
              <a:spLocks noChangeArrowheads="1"/>
            </p:cNvSpPr>
            <p:nvPr/>
          </p:nvSpPr>
          <p:spPr bwMode="auto">
            <a:xfrm>
              <a:off x="3685040" y="5734048"/>
              <a:ext cx="1584324" cy="28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80000"/>
                </a:lnSpc>
              </a:pPr>
              <a:r>
                <a:rPr lang="zh-CN" altLang="en-US" sz="1050">
                  <a:latin typeface="微软雅黑" panose="020B0503020204020204" pitchFamily="34" charset="-122"/>
                  <a:ea typeface="微软雅黑" panose="020B0503020204020204" pitchFamily="34" charset="-122"/>
                </a:rPr>
                <a:t>特异之处及变动</a:t>
              </a:r>
            </a:p>
          </p:txBody>
        </p:sp>
        <p:sp>
          <p:nvSpPr>
            <p:cNvPr id="35889" name="Text Box 47">
              <a:extLst>
                <a:ext uri="{FF2B5EF4-FFF2-40B4-BE49-F238E27FC236}">
                  <a16:creationId xmlns:a16="http://schemas.microsoft.com/office/drawing/2014/main" id="{E4A2504B-1BA2-40E2-9833-0A586B20E4CC}"/>
                </a:ext>
              </a:extLst>
            </p:cNvPr>
            <p:cNvSpPr txBox="1">
              <a:spLocks noChangeArrowheads="1"/>
            </p:cNvSpPr>
            <p:nvPr/>
          </p:nvSpPr>
          <p:spPr bwMode="auto">
            <a:xfrm>
              <a:off x="2843213" y="5330825"/>
              <a:ext cx="1223962" cy="26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5000"/>
                </a:lnSpc>
              </a:pPr>
              <a:r>
                <a:rPr lang="zh-CN" altLang="en-US" sz="1050">
                  <a:latin typeface="微软雅黑" panose="020B0503020204020204" pitchFamily="34" charset="-122"/>
                  <a:ea typeface="微软雅黑" panose="020B0503020204020204" pitchFamily="34" charset="-122"/>
                </a:rPr>
                <a:t>解释</a:t>
              </a:r>
              <a:r>
                <a:rPr lang="zh-TW" altLang="en-US" sz="1050">
                  <a:latin typeface="微软雅黑" panose="020B0503020204020204" pitchFamily="34" charset="-122"/>
                  <a:ea typeface="微软雅黑" panose="020B0503020204020204" pitchFamily="34" charset="-122"/>
                </a:rPr>
                <a:t>有</a:t>
              </a:r>
              <a:r>
                <a:rPr lang="en-US" altLang="zh-TW" sz="1050">
                  <a:latin typeface="微软雅黑" panose="020B0503020204020204" pitchFamily="34" charset="-122"/>
                  <a:ea typeface="微软雅黑" panose="020B0503020204020204" pitchFamily="34" charset="-122"/>
                </a:rPr>
                <a:t>/</a:t>
              </a:r>
              <a:r>
                <a:rPr lang="zh-TW" altLang="en-US" sz="1050">
                  <a:latin typeface="微软雅黑" panose="020B0503020204020204" pitchFamily="34" charset="-122"/>
                  <a:ea typeface="微软雅黑" panose="020B0503020204020204" pitchFamily="34" charset="-122"/>
                </a:rPr>
                <a:t>沒有</a:t>
              </a:r>
            </a:p>
          </p:txBody>
        </p:sp>
        <p:sp>
          <p:nvSpPr>
            <p:cNvPr id="35890" name="Text Box 48">
              <a:extLst>
                <a:ext uri="{FF2B5EF4-FFF2-40B4-BE49-F238E27FC236}">
                  <a16:creationId xmlns:a16="http://schemas.microsoft.com/office/drawing/2014/main" id="{0D626160-B2D0-4219-BE6F-D37B6163142F}"/>
                </a:ext>
              </a:extLst>
            </p:cNvPr>
            <p:cNvSpPr txBox="1">
              <a:spLocks noChangeArrowheads="1"/>
            </p:cNvSpPr>
            <p:nvPr/>
          </p:nvSpPr>
          <p:spPr bwMode="auto">
            <a:xfrm>
              <a:off x="2916238" y="4365625"/>
              <a:ext cx="1439863" cy="50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逻辑性</a:t>
              </a:r>
              <a:endParaRPr lang="zh-TW" altLang="en-US" sz="1050">
                <a:latin typeface="微软雅黑" panose="020B0503020204020204" pitchFamily="34" charset="-122"/>
                <a:ea typeface="微软雅黑" panose="020B0503020204020204" pitchFamily="34" charset="-122"/>
              </a:endParaRP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事实</a:t>
              </a:r>
            </a:p>
          </p:txBody>
        </p:sp>
        <p:sp>
          <p:nvSpPr>
            <p:cNvPr id="35891" name="Text Box 49">
              <a:extLst>
                <a:ext uri="{FF2B5EF4-FFF2-40B4-BE49-F238E27FC236}">
                  <a16:creationId xmlns:a16="http://schemas.microsoft.com/office/drawing/2014/main" id="{519F53EF-E3FF-47E2-AA99-7EB2C50A0E13}"/>
                </a:ext>
              </a:extLst>
            </p:cNvPr>
            <p:cNvSpPr txBox="1">
              <a:spLocks noChangeArrowheads="1"/>
            </p:cNvSpPr>
            <p:nvPr/>
          </p:nvSpPr>
          <p:spPr bwMode="auto">
            <a:xfrm>
              <a:off x="2038349" y="2997199"/>
              <a:ext cx="1008063" cy="448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50000"/>
                </a:lnSpc>
              </a:pPr>
              <a:r>
                <a:rPr lang="en-US" altLang="zh-TW" sz="1050">
                  <a:latin typeface="微软雅黑" panose="020B0503020204020204" pitchFamily="34" charset="-122"/>
                  <a:ea typeface="微软雅黑" panose="020B0503020204020204" pitchFamily="34" charset="-122"/>
                </a:rPr>
                <a:t>-</a:t>
              </a:r>
              <a:r>
                <a:rPr lang="zh-TW" altLang="en-US" sz="1050">
                  <a:latin typeface="微软雅黑" panose="020B0503020204020204" pitchFamily="34" charset="-122"/>
                  <a:ea typeface="微软雅黑" panose="020B0503020204020204" pitchFamily="34" charset="-122"/>
                </a:rPr>
                <a:t>目的</a:t>
              </a:r>
            </a:p>
            <a:p>
              <a:pPr>
                <a:lnSpc>
                  <a:spcPct val="50000"/>
                </a:lnSpc>
              </a:pPr>
              <a:endParaRPr lang="en-US" altLang="zh-TW" sz="1050">
                <a:latin typeface="微软雅黑" panose="020B0503020204020204" pitchFamily="34" charset="-122"/>
                <a:ea typeface="微软雅黑" panose="020B0503020204020204" pitchFamily="34" charset="-122"/>
              </a:endParaRPr>
            </a:p>
            <a:p>
              <a:pPr>
                <a:lnSpc>
                  <a:spcPct val="5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层次</a:t>
              </a:r>
            </a:p>
          </p:txBody>
        </p:sp>
        <p:sp>
          <p:nvSpPr>
            <p:cNvPr id="35892" name="Text Box 50">
              <a:extLst>
                <a:ext uri="{FF2B5EF4-FFF2-40B4-BE49-F238E27FC236}">
                  <a16:creationId xmlns:a16="http://schemas.microsoft.com/office/drawing/2014/main" id="{F543B016-D8D4-408D-AE9A-5CFBE2236DD1}"/>
                </a:ext>
              </a:extLst>
            </p:cNvPr>
            <p:cNvSpPr txBox="1">
              <a:spLocks noChangeArrowheads="1"/>
            </p:cNvSpPr>
            <p:nvPr/>
          </p:nvSpPr>
          <p:spPr bwMode="auto">
            <a:xfrm>
              <a:off x="2843213" y="2492374"/>
              <a:ext cx="1223962" cy="563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70000"/>
                </a:lnSpc>
              </a:pPr>
              <a:r>
                <a:rPr lang="zh-CN" altLang="en-US" sz="1050">
                  <a:latin typeface="微软雅黑" panose="020B0503020204020204" pitchFamily="34" charset="-122"/>
                  <a:ea typeface="微软雅黑" panose="020B0503020204020204" pitchFamily="34" charset="-122"/>
                </a:rPr>
                <a:t>选择一项</a:t>
              </a:r>
            </a:p>
            <a:p>
              <a:pPr>
                <a:lnSpc>
                  <a:spcPct val="70000"/>
                </a:lnSpc>
              </a:pPr>
              <a:endParaRPr lang="en-US" altLang="zh-CN" sz="1050">
                <a:latin typeface="微软雅黑" panose="020B0503020204020204" pitchFamily="34" charset="-122"/>
                <a:ea typeface="微软雅黑" panose="020B0503020204020204" pitchFamily="34" charset="-122"/>
              </a:endParaRPr>
            </a:p>
            <a:p>
              <a:pPr>
                <a:lnSpc>
                  <a:spcPct val="70000"/>
                </a:lnSpc>
              </a:pPr>
              <a:r>
                <a:rPr lang="zh-CN" altLang="en-US" sz="1050">
                  <a:latin typeface="微软雅黑" panose="020B0503020204020204" pitchFamily="34" charset="-122"/>
                  <a:ea typeface="微软雅黑" panose="020B0503020204020204" pitchFamily="34" charset="-122"/>
                </a:rPr>
                <a:t>行动</a:t>
              </a:r>
              <a:r>
                <a:rPr lang="zh-TW" altLang="en-US" sz="1050">
                  <a:latin typeface="微软雅黑" panose="020B0503020204020204" pitchFamily="34" charset="-122"/>
                  <a:ea typeface="微软雅黑" panose="020B0503020204020204" pitchFamily="34" charset="-122"/>
                </a:rPr>
                <a:t>方案</a:t>
              </a:r>
            </a:p>
          </p:txBody>
        </p:sp>
        <p:sp>
          <p:nvSpPr>
            <p:cNvPr id="35893" name="Text Box 51">
              <a:extLst>
                <a:ext uri="{FF2B5EF4-FFF2-40B4-BE49-F238E27FC236}">
                  <a16:creationId xmlns:a16="http://schemas.microsoft.com/office/drawing/2014/main" id="{5EF41B43-721D-4CF8-90FC-A449E9661305}"/>
                </a:ext>
              </a:extLst>
            </p:cNvPr>
            <p:cNvSpPr txBox="1">
              <a:spLocks noChangeArrowheads="1"/>
            </p:cNvSpPr>
            <p:nvPr/>
          </p:nvSpPr>
          <p:spPr bwMode="auto">
            <a:xfrm>
              <a:off x="2824957" y="1315825"/>
              <a:ext cx="2232025" cy="88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zh-TW" altLang="en-US" sz="1050">
                  <a:latin typeface="微软雅黑" panose="020B0503020204020204" pitchFamily="34" charset="-122"/>
                  <a:ea typeface="微软雅黑" panose="020B0503020204020204" pitchFamily="34" charset="-122"/>
                </a:rPr>
                <a:t>必要：可</a:t>
              </a:r>
              <a:r>
                <a:rPr lang="en-US" altLang="zh-TW" sz="1050">
                  <a:latin typeface="微软雅黑" panose="020B0503020204020204" pitchFamily="34" charset="-122"/>
                  <a:ea typeface="微软雅黑" panose="020B0503020204020204" pitchFamily="34" charset="-122"/>
                </a:rPr>
                <a:t>/</a:t>
              </a:r>
              <a:r>
                <a:rPr lang="zh-TW" altLang="en-US" sz="1050">
                  <a:latin typeface="微软雅黑" panose="020B0503020204020204" pitchFamily="34" charset="-122"/>
                  <a:ea typeface="微软雅黑" panose="020B0503020204020204" pitchFamily="34" charset="-122"/>
                </a:rPr>
                <a:t>不可</a:t>
              </a: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zh-TW" altLang="en-US" sz="1050">
                  <a:latin typeface="微软雅黑" panose="020B0503020204020204" pitchFamily="34" charset="-122"/>
                  <a:ea typeface="微软雅黑" panose="020B0503020204020204" pitchFamily="34" charset="-122"/>
                </a:rPr>
                <a:t>需要：</a:t>
              </a:r>
              <a:r>
                <a:rPr lang="zh-CN" altLang="en-US" sz="1050">
                  <a:latin typeface="微软雅黑" panose="020B0503020204020204" pitchFamily="34" charset="-122"/>
                  <a:ea typeface="微软雅黑" panose="020B0503020204020204" pitchFamily="34" charset="-122"/>
                </a:rPr>
                <a:t>相对适合性</a:t>
              </a:r>
            </a:p>
            <a:p>
              <a:pPr>
                <a:lnSpc>
                  <a:spcPct val="60000"/>
                </a:lnSpc>
              </a:pPr>
              <a:endParaRPr lang="en-US" altLang="zh-CN" sz="1050">
                <a:latin typeface="微软雅黑" panose="020B0503020204020204" pitchFamily="34" charset="-122"/>
                <a:ea typeface="微软雅黑" panose="020B0503020204020204" pitchFamily="34" charset="-122"/>
              </a:endParaRPr>
            </a:p>
            <a:p>
              <a:pPr>
                <a:lnSpc>
                  <a:spcPct val="60000"/>
                </a:lnSpc>
              </a:pPr>
              <a:r>
                <a:rPr lang="zh-CN" altLang="en-US" sz="1050">
                  <a:latin typeface="微软雅黑" panose="020B0503020204020204" pitchFamily="34" charset="-122"/>
                  <a:ea typeface="微软雅黑" panose="020B0503020204020204" pitchFamily="34" charset="-122"/>
                </a:rPr>
                <a:t>不利后果</a:t>
              </a:r>
              <a:r>
                <a:rPr lang="zh-TW" altLang="en-US"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使威胁最小</a:t>
              </a:r>
            </a:p>
          </p:txBody>
        </p:sp>
        <p:sp>
          <p:nvSpPr>
            <p:cNvPr id="35894" name="Text Box 52">
              <a:extLst>
                <a:ext uri="{FF2B5EF4-FFF2-40B4-BE49-F238E27FC236}">
                  <a16:creationId xmlns:a16="http://schemas.microsoft.com/office/drawing/2014/main" id="{4B43B130-4C7F-4721-BB77-6CE1B0BEC87E}"/>
                </a:ext>
              </a:extLst>
            </p:cNvPr>
            <p:cNvSpPr txBox="1">
              <a:spLocks noChangeArrowheads="1"/>
            </p:cNvSpPr>
            <p:nvPr/>
          </p:nvSpPr>
          <p:spPr bwMode="auto">
            <a:xfrm>
              <a:off x="5075238" y="1681162"/>
              <a:ext cx="1008063" cy="380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步骤</a:t>
              </a:r>
            </a:p>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时间</a:t>
              </a:r>
            </a:p>
          </p:txBody>
        </p:sp>
        <p:sp>
          <p:nvSpPr>
            <p:cNvPr id="35895" name="Text Box 53">
              <a:extLst>
                <a:ext uri="{FF2B5EF4-FFF2-40B4-BE49-F238E27FC236}">
                  <a16:creationId xmlns:a16="http://schemas.microsoft.com/office/drawing/2014/main" id="{D2201C8A-95F5-497D-9A4C-5B43619CC4C8}"/>
                </a:ext>
              </a:extLst>
            </p:cNvPr>
            <p:cNvSpPr txBox="1">
              <a:spLocks noChangeArrowheads="1"/>
            </p:cNvSpPr>
            <p:nvPr/>
          </p:nvSpPr>
          <p:spPr bwMode="auto">
            <a:xfrm>
              <a:off x="6011862" y="1275850"/>
              <a:ext cx="1008063" cy="50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机率</a:t>
              </a: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严重性</a:t>
              </a:r>
            </a:p>
          </p:txBody>
        </p:sp>
        <p:sp>
          <p:nvSpPr>
            <p:cNvPr id="35896" name="Text Box 54">
              <a:extLst>
                <a:ext uri="{FF2B5EF4-FFF2-40B4-BE49-F238E27FC236}">
                  <a16:creationId xmlns:a16="http://schemas.microsoft.com/office/drawing/2014/main" id="{68F332D0-E8A4-468C-B33E-9E63AE56E333}"/>
                </a:ext>
              </a:extLst>
            </p:cNvPr>
            <p:cNvSpPr txBox="1">
              <a:spLocks noChangeArrowheads="1"/>
            </p:cNvSpPr>
            <p:nvPr/>
          </p:nvSpPr>
          <p:spPr bwMode="auto">
            <a:xfrm>
              <a:off x="7092950" y="1844676"/>
              <a:ext cx="1008063" cy="25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机率</a:t>
              </a:r>
            </a:p>
          </p:txBody>
        </p:sp>
        <p:sp>
          <p:nvSpPr>
            <p:cNvPr id="35897" name="Text Box 55">
              <a:extLst>
                <a:ext uri="{FF2B5EF4-FFF2-40B4-BE49-F238E27FC236}">
                  <a16:creationId xmlns:a16="http://schemas.microsoft.com/office/drawing/2014/main" id="{0AEBD179-D5AB-4A05-983D-751833E3165E}"/>
                </a:ext>
              </a:extLst>
            </p:cNvPr>
            <p:cNvSpPr txBox="1">
              <a:spLocks noChangeArrowheads="1"/>
            </p:cNvSpPr>
            <p:nvPr/>
          </p:nvSpPr>
          <p:spPr bwMode="auto">
            <a:xfrm>
              <a:off x="5940425" y="2924175"/>
              <a:ext cx="1511300" cy="50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报告进展</a:t>
              </a: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zh-CN" altLang="en-US" sz="1050">
                  <a:latin typeface="微软雅黑" panose="020B0503020204020204" pitchFamily="34" charset="-122"/>
                  <a:ea typeface="微软雅黑" panose="020B0503020204020204" pitchFamily="34" charset="-122"/>
                </a:rPr>
                <a:t>发动应变行动</a:t>
              </a:r>
            </a:p>
          </p:txBody>
        </p:sp>
        <p:sp>
          <p:nvSpPr>
            <p:cNvPr id="35898" name="Text Box 56">
              <a:extLst>
                <a:ext uri="{FF2B5EF4-FFF2-40B4-BE49-F238E27FC236}">
                  <a16:creationId xmlns:a16="http://schemas.microsoft.com/office/drawing/2014/main" id="{B6825215-E7B7-4031-95CA-317D484F567E}"/>
                </a:ext>
              </a:extLst>
            </p:cNvPr>
            <p:cNvSpPr txBox="1">
              <a:spLocks noChangeArrowheads="1"/>
            </p:cNvSpPr>
            <p:nvPr/>
          </p:nvSpPr>
          <p:spPr bwMode="auto">
            <a:xfrm>
              <a:off x="5003801" y="2565400"/>
              <a:ext cx="936626" cy="538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050">
                  <a:latin typeface="微软雅黑" panose="020B0503020204020204" pitchFamily="34" charset="-122"/>
                  <a:ea typeface="微软雅黑" panose="020B0503020204020204" pitchFamily="34" charset="-122"/>
                </a:rPr>
                <a:t>确保活动成功</a:t>
              </a:r>
            </a:p>
          </p:txBody>
        </p:sp>
        <p:sp>
          <p:nvSpPr>
            <p:cNvPr id="35899" name="Text Box 57">
              <a:extLst>
                <a:ext uri="{FF2B5EF4-FFF2-40B4-BE49-F238E27FC236}">
                  <a16:creationId xmlns:a16="http://schemas.microsoft.com/office/drawing/2014/main" id="{E512BE03-F435-45C0-B5C3-797EEBFF478B}"/>
                </a:ext>
              </a:extLst>
            </p:cNvPr>
            <p:cNvSpPr txBox="1">
              <a:spLocks noChangeArrowheads="1"/>
            </p:cNvSpPr>
            <p:nvPr/>
          </p:nvSpPr>
          <p:spPr bwMode="auto">
            <a:xfrm>
              <a:off x="7164388" y="2534658"/>
              <a:ext cx="1979612" cy="563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70000"/>
                </a:lnSpc>
              </a:pPr>
              <a:r>
                <a:rPr lang="zh-CN" altLang="en-US" sz="1050">
                  <a:latin typeface="微软雅黑" panose="020B0503020204020204" pitchFamily="34" charset="-122"/>
                  <a:ea typeface="微软雅黑" panose="020B0503020204020204" pitchFamily="34" charset="-122"/>
                </a:rPr>
                <a:t>预防性</a:t>
              </a:r>
              <a:r>
                <a:rPr lang="en-US" altLang="zh-TW" sz="1050">
                  <a:latin typeface="微软雅黑" panose="020B0503020204020204" pitchFamily="34" charset="-122"/>
                  <a:ea typeface="微软雅黑" panose="020B0503020204020204" pitchFamily="34" charset="-122"/>
                </a:rPr>
                <a:t>-</a:t>
              </a:r>
              <a:r>
                <a:rPr lang="zh-TW" altLang="en-US" sz="1050">
                  <a:latin typeface="微软雅黑" panose="020B0503020204020204" pitchFamily="34" charset="-122"/>
                  <a:ea typeface="微软雅黑" panose="020B0503020204020204" pitchFamily="34" charset="-122"/>
                </a:rPr>
                <a:t>除去原因</a:t>
              </a:r>
            </a:p>
            <a:p>
              <a:pPr>
                <a:lnSpc>
                  <a:spcPct val="70000"/>
                </a:lnSpc>
              </a:pPr>
              <a:endParaRPr lang="en-US" altLang="zh-CN" sz="1050">
                <a:latin typeface="微软雅黑" panose="020B0503020204020204" pitchFamily="34" charset="-122"/>
                <a:ea typeface="微软雅黑" panose="020B0503020204020204" pitchFamily="34" charset="-122"/>
              </a:endParaRPr>
            </a:p>
            <a:p>
              <a:pPr>
                <a:lnSpc>
                  <a:spcPct val="70000"/>
                </a:lnSpc>
              </a:pPr>
              <a:r>
                <a:rPr lang="zh-CN" altLang="en-US" sz="1050">
                  <a:latin typeface="微软雅黑" panose="020B0503020204020204" pitchFamily="34" charset="-122"/>
                  <a:ea typeface="微软雅黑" panose="020B0503020204020204" pitchFamily="34" charset="-122"/>
                </a:rPr>
                <a:t>应变性</a:t>
              </a: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减低影响</a:t>
              </a:r>
              <a:endParaRPr lang="zh-TW" altLang="en-US" sz="1050">
                <a:latin typeface="微软雅黑" panose="020B0503020204020204" pitchFamily="34" charset="-122"/>
                <a:ea typeface="微软雅黑" panose="020B0503020204020204" pitchFamily="34" charset="-122"/>
              </a:endParaRPr>
            </a:p>
          </p:txBody>
        </p:sp>
        <p:sp>
          <p:nvSpPr>
            <p:cNvPr id="35900" name="Text Box 58">
              <a:extLst>
                <a:ext uri="{FF2B5EF4-FFF2-40B4-BE49-F238E27FC236}">
                  <a16:creationId xmlns:a16="http://schemas.microsoft.com/office/drawing/2014/main" id="{898E5392-FB80-4725-9338-2B3C8D162157}"/>
                </a:ext>
              </a:extLst>
            </p:cNvPr>
            <p:cNvSpPr txBox="1">
              <a:spLocks noChangeArrowheads="1"/>
            </p:cNvSpPr>
            <p:nvPr/>
          </p:nvSpPr>
          <p:spPr bwMode="auto">
            <a:xfrm>
              <a:off x="900113" y="2565400"/>
              <a:ext cx="792161" cy="50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TW" altLang="en-US" sz="1050">
                  <a:latin typeface="微软雅黑" panose="020B0503020204020204" pitchFamily="34" charset="-122"/>
                  <a:ea typeface="微软雅黑" panose="020B0503020204020204" pitchFamily="34" charset="-122"/>
                </a:rPr>
                <a:t>成果</a:t>
              </a: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资源</a:t>
              </a:r>
            </a:p>
          </p:txBody>
        </p:sp>
        <p:sp>
          <p:nvSpPr>
            <p:cNvPr id="35901" name="Text Box 59">
              <a:extLst>
                <a:ext uri="{FF2B5EF4-FFF2-40B4-BE49-F238E27FC236}">
                  <a16:creationId xmlns:a16="http://schemas.microsoft.com/office/drawing/2014/main" id="{8E5C9A06-13F8-41B8-AE26-E1DBFBFC6B81}"/>
                </a:ext>
              </a:extLst>
            </p:cNvPr>
            <p:cNvSpPr txBox="1">
              <a:spLocks noChangeArrowheads="1"/>
            </p:cNvSpPr>
            <p:nvPr/>
          </p:nvSpPr>
          <p:spPr bwMode="auto">
            <a:xfrm>
              <a:off x="1979613" y="1268413"/>
              <a:ext cx="792161" cy="50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数目</a:t>
              </a: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en-US" altLang="zh-TW" sz="1050">
                  <a:latin typeface="微软雅黑" panose="020B0503020204020204" pitchFamily="34" charset="-122"/>
                  <a:ea typeface="微软雅黑" panose="020B0503020204020204" pitchFamily="34" charset="-122"/>
                </a:rPr>
                <a:t>-</a:t>
              </a:r>
              <a:r>
                <a:rPr lang="zh-CN" altLang="en-US" sz="1050">
                  <a:latin typeface="微软雅黑" panose="020B0503020204020204" pitchFamily="34" charset="-122"/>
                  <a:ea typeface="微软雅黑" panose="020B0503020204020204" pitchFamily="34" charset="-122"/>
                </a:rPr>
                <a:t>范围</a:t>
              </a:r>
            </a:p>
          </p:txBody>
        </p:sp>
        <p:sp>
          <p:nvSpPr>
            <p:cNvPr id="35902" name="Text Box 60">
              <a:extLst>
                <a:ext uri="{FF2B5EF4-FFF2-40B4-BE49-F238E27FC236}">
                  <a16:creationId xmlns:a16="http://schemas.microsoft.com/office/drawing/2014/main" id="{5FE51A73-C958-4AF9-8C37-A9B7F02CB79C}"/>
                </a:ext>
              </a:extLst>
            </p:cNvPr>
            <p:cNvSpPr txBox="1">
              <a:spLocks noChangeArrowheads="1"/>
            </p:cNvSpPr>
            <p:nvPr/>
          </p:nvSpPr>
          <p:spPr bwMode="auto">
            <a:xfrm>
              <a:off x="755650" y="1628776"/>
              <a:ext cx="1223963" cy="506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pPr>
              <a:r>
                <a:rPr lang="zh-TW" altLang="en-US" sz="1050">
                  <a:latin typeface="微软雅黑" panose="020B0503020204020204" pitchFamily="34" charset="-122"/>
                  <a:ea typeface="微软雅黑" panose="020B0503020204020204" pitchFamily="34" charset="-122"/>
                </a:rPr>
                <a:t>必要：限制</a:t>
              </a:r>
            </a:p>
            <a:p>
              <a:pPr>
                <a:lnSpc>
                  <a:spcPct val="60000"/>
                </a:lnSpc>
              </a:pPr>
              <a:endParaRPr lang="en-US" altLang="zh-TW" sz="1050">
                <a:latin typeface="微软雅黑" panose="020B0503020204020204" pitchFamily="34" charset="-122"/>
                <a:ea typeface="微软雅黑" panose="020B0503020204020204" pitchFamily="34" charset="-122"/>
              </a:endParaRPr>
            </a:p>
            <a:p>
              <a:pPr>
                <a:lnSpc>
                  <a:spcPct val="60000"/>
                </a:lnSpc>
              </a:pPr>
              <a:r>
                <a:rPr lang="zh-TW" altLang="en-US" sz="1050">
                  <a:latin typeface="微软雅黑" panose="020B0503020204020204" pitchFamily="34" charset="-122"/>
                  <a:ea typeface="微软雅黑" panose="020B0503020204020204" pitchFamily="34" charset="-122"/>
                </a:rPr>
                <a:t>需要：</a:t>
              </a:r>
              <a:r>
                <a:rPr lang="zh-CN" altLang="en-US" sz="1050">
                  <a:latin typeface="微软雅黑" panose="020B0503020204020204" pitchFamily="34" charset="-122"/>
                  <a:ea typeface="微软雅黑" panose="020B0503020204020204" pitchFamily="34" charset="-122"/>
                </a:rPr>
                <a:t>加权</a:t>
              </a:r>
            </a:p>
          </p:txBody>
        </p:sp>
        <p:sp>
          <p:nvSpPr>
            <p:cNvPr id="35903" name="Oval 81">
              <a:extLst>
                <a:ext uri="{FF2B5EF4-FFF2-40B4-BE49-F238E27FC236}">
                  <a16:creationId xmlns:a16="http://schemas.microsoft.com/office/drawing/2014/main" id="{D065746D-BA9F-4436-8231-0A7E0A640A5B}"/>
                </a:ext>
              </a:extLst>
            </p:cNvPr>
            <p:cNvSpPr>
              <a:spLocks noChangeArrowheads="1"/>
            </p:cNvSpPr>
            <p:nvPr/>
          </p:nvSpPr>
          <p:spPr bwMode="auto">
            <a:xfrm>
              <a:off x="1908175" y="1700213"/>
              <a:ext cx="863600" cy="86518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904" name="Line 82">
              <a:extLst>
                <a:ext uri="{FF2B5EF4-FFF2-40B4-BE49-F238E27FC236}">
                  <a16:creationId xmlns:a16="http://schemas.microsoft.com/office/drawing/2014/main" id="{D7BE6993-775A-4A29-91B9-E73BCFF93271}"/>
                </a:ext>
              </a:extLst>
            </p:cNvPr>
            <p:cNvSpPr>
              <a:spLocks noChangeShapeType="1"/>
            </p:cNvSpPr>
            <p:nvPr/>
          </p:nvSpPr>
          <p:spPr bwMode="auto">
            <a:xfrm>
              <a:off x="2124075" y="2492375"/>
              <a:ext cx="0" cy="730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35905" name="Oval 83">
              <a:extLst>
                <a:ext uri="{FF2B5EF4-FFF2-40B4-BE49-F238E27FC236}">
                  <a16:creationId xmlns:a16="http://schemas.microsoft.com/office/drawing/2014/main" id="{8AF8871E-B8A0-432C-9B7E-C92D34CC95BD}"/>
                </a:ext>
              </a:extLst>
            </p:cNvPr>
            <p:cNvSpPr>
              <a:spLocks noChangeArrowheads="1"/>
            </p:cNvSpPr>
            <p:nvPr/>
          </p:nvSpPr>
          <p:spPr bwMode="auto">
            <a:xfrm>
              <a:off x="6156325" y="1844675"/>
              <a:ext cx="863600" cy="79216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906" name="Line 84">
              <a:extLst>
                <a:ext uri="{FF2B5EF4-FFF2-40B4-BE49-F238E27FC236}">
                  <a16:creationId xmlns:a16="http://schemas.microsoft.com/office/drawing/2014/main" id="{662E4C59-8ED2-4B00-83A3-CBE1F6C41D68}"/>
                </a:ext>
              </a:extLst>
            </p:cNvPr>
            <p:cNvSpPr>
              <a:spLocks noChangeShapeType="1"/>
            </p:cNvSpPr>
            <p:nvPr/>
          </p:nvSpPr>
          <p:spPr bwMode="auto">
            <a:xfrm>
              <a:off x="6156325" y="2349500"/>
              <a:ext cx="144463" cy="2159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sz="2000"/>
            </a:p>
          </p:txBody>
        </p:sp>
        <p:sp>
          <p:nvSpPr>
            <p:cNvPr id="35907" name="Oval 85">
              <a:extLst>
                <a:ext uri="{FF2B5EF4-FFF2-40B4-BE49-F238E27FC236}">
                  <a16:creationId xmlns:a16="http://schemas.microsoft.com/office/drawing/2014/main" id="{185EC501-F71E-427E-9758-51A3DE821534}"/>
                </a:ext>
              </a:extLst>
            </p:cNvPr>
            <p:cNvSpPr>
              <a:spLocks noChangeArrowheads="1"/>
            </p:cNvSpPr>
            <p:nvPr/>
          </p:nvSpPr>
          <p:spPr bwMode="auto">
            <a:xfrm>
              <a:off x="4067175" y="4437063"/>
              <a:ext cx="865188" cy="79216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50">
                <a:latin typeface="微软雅黑" panose="020B0503020204020204" pitchFamily="34" charset="-122"/>
                <a:ea typeface="微软雅黑" panose="020B0503020204020204" pitchFamily="34" charset="-122"/>
              </a:endParaRPr>
            </a:p>
          </p:txBody>
        </p:sp>
        <p:sp>
          <p:nvSpPr>
            <p:cNvPr id="35908" name="Line 86">
              <a:extLst>
                <a:ext uri="{FF2B5EF4-FFF2-40B4-BE49-F238E27FC236}">
                  <a16:creationId xmlns:a16="http://schemas.microsoft.com/office/drawing/2014/main" id="{7355B97A-74FF-467F-A1C4-C55D851D64A7}"/>
                </a:ext>
              </a:extLst>
            </p:cNvPr>
            <p:cNvSpPr>
              <a:spLocks noChangeShapeType="1"/>
            </p:cNvSpPr>
            <p:nvPr/>
          </p:nvSpPr>
          <p:spPr bwMode="auto">
            <a:xfrm>
              <a:off x="4932363" y="4725988"/>
              <a:ext cx="0" cy="14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pSp>
    </p:spTree>
    <p:custDataLst>
      <p:tags r:id="rId1"/>
    </p:custData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11443A82-16D8-42F0-9679-0C7B104E0009}"/>
              </a:ext>
            </a:extLst>
          </p:cNvPr>
          <p:cNvSpPr>
            <a:spLocks noGrp="1" noChangeArrowheads="1"/>
          </p:cNvSpPr>
          <p:nvPr>
            <p:ph type="title"/>
          </p:nvPr>
        </p:nvSpPr>
        <p:spPr/>
        <p:txBody>
          <a:bodyPr/>
          <a:lstStyle/>
          <a:p>
            <a:r>
              <a:rPr lang="zh-CN" altLang="en-US"/>
              <a:t>常见的问题分析解决工具</a:t>
            </a:r>
            <a:r>
              <a:rPr lang="en-US" altLang="zh-CN"/>
              <a:t>-</a:t>
            </a:r>
            <a:r>
              <a:rPr lang="zh-CN" altLang="en-US"/>
              <a:t>六西格玛</a:t>
            </a:r>
          </a:p>
        </p:txBody>
      </p:sp>
      <p:sp>
        <p:nvSpPr>
          <p:cNvPr id="36867" name="Footer Placeholder 3">
            <a:extLst>
              <a:ext uri="{FF2B5EF4-FFF2-40B4-BE49-F238E27FC236}">
                <a16:creationId xmlns:a16="http://schemas.microsoft.com/office/drawing/2014/main" id="{C6F946E6-3228-476A-A3F0-CCA35A8A1AE9}"/>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zh-CN">
                <a:latin typeface="微软雅黑" panose="020B0503020204020204" pitchFamily="34" charset="-122"/>
                <a:ea typeface="微软雅黑" panose="020B0503020204020204" pitchFamily="34" charset="-122"/>
              </a:rPr>
              <a:t>Leo Huang</a:t>
            </a:r>
          </a:p>
        </p:txBody>
      </p:sp>
      <p:sp>
        <p:nvSpPr>
          <p:cNvPr id="36868" name="Slide Number Placeholder 4">
            <a:extLst>
              <a:ext uri="{FF2B5EF4-FFF2-40B4-BE49-F238E27FC236}">
                <a16:creationId xmlns:a16="http://schemas.microsoft.com/office/drawing/2014/main" id="{7DBBE2B3-D534-4B9C-AE3C-6C27BE5B7C4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3F9D15A-F937-44FE-88D8-F020EA5AD91A}" type="slidenum">
              <a:rPr lang="de-DE" altLang="zh-CN" smtClean="0">
                <a:latin typeface="微软雅黑" panose="020B0503020204020204" pitchFamily="34" charset="-122"/>
                <a:ea typeface="微软雅黑" panose="020B0503020204020204" pitchFamily="34" charset="-122"/>
              </a:rPr>
              <a:pPr/>
              <a:t>14</a:t>
            </a:fld>
            <a:endParaRPr lang="de-DE" altLang="zh-CN">
              <a:latin typeface="微软雅黑" panose="020B0503020204020204" pitchFamily="34" charset="-122"/>
              <a:ea typeface="微软雅黑" panose="020B0503020204020204" pitchFamily="34" charset="-122"/>
            </a:endParaRPr>
          </a:p>
        </p:txBody>
      </p:sp>
      <p:grpSp>
        <p:nvGrpSpPr>
          <p:cNvPr id="36869" name="Group 3">
            <a:extLst>
              <a:ext uri="{FF2B5EF4-FFF2-40B4-BE49-F238E27FC236}">
                <a16:creationId xmlns:a16="http://schemas.microsoft.com/office/drawing/2014/main" id="{0BA22F06-36ED-43EB-AA54-7ADAE3370453}"/>
              </a:ext>
            </a:extLst>
          </p:cNvPr>
          <p:cNvGrpSpPr>
            <a:grpSpLocks/>
          </p:cNvGrpSpPr>
          <p:nvPr/>
        </p:nvGrpSpPr>
        <p:grpSpPr bwMode="auto">
          <a:xfrm>
            <a:off x="2687638" y="1598613"/>
            <a:ext cx="1427162" cy="5070475"/>
            <a:chOff x="631" y="817"/>
            <a:chExt cx="899" cy="3194"/>
          </a:xfrm>
        </p:grpSpPr>
        <p:sp>
          <p:nvSpPr>
            <p:cNvPr id="36917" name="AutoShape 4">
              <a:extLst>
                <a:ext uri="{FF2B5EF4-FFF2-40B4-BE49-F238E27FC236}">
                  <a16:creationId xmlns:a16="http://schemas.microsoft.com/office/drawing/2014/main" id="{08EED651-6085-4F75-9EFF-2C0DC930671A}"/>
                </a:ext>
              </a:extLst>
            </p:cNvPr>
            <p:cNvSpPr>
              <a:spLocks noChangeArrowheads="1"/>
            </p:cNvSpPr>
            <p:nvPr/>
          </p:nvSpPr>
          <p:spPr bwMode="auto">
            <a:xfrm rot="5400000" flipV="1">
              <a:off x="766" y="682"/>
              <a:ext cx="629" cy="899"/>
            </a:xfrm>
            <a:prstGeom prst="chevron">
              <a:avLst>
                <a:gd name="adj" fmla="val 25000"/>
              </a:avLst>
            </a:prstGeom>
            <a:solidFill>
              <a:srgbClr val="FFCC00"/>
            </a:solidFill>
            <a:ln w="9525">
              <a:solidFill>
                <a:schemeClr val="tx1"/>
              </a:solidFill>
              <a:miter lim="800000"/>
              <a:headEnd/>
              <a:tailEnd/>
            </a:ln>
            <a:effectLst>
              <a:outerShdw dist="107763" dir="2700000" algn="ctr" rotWithShape="0">
                <a:schemeClr val="bg2"/>
              </a:outerShdw>
            </a:effectLst>
          </p:spPr>
          <p:txBody>
            <a:bodyPr vert="eaVert" wrap="none" lIns="91429" tIns="45714" rIns="91429" bIns="45714"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i="1">
                  <a:latin typeface="微软雅黑" panose="020B0503020204020204" pitchFamily="34" charset="-122"/>
                  <a:ea typeface="微软雅黑" panose="020B0503020204020204" pitchFamily="34" charset="-122"/>
                </a:rPr>
                <a:t>Define</a:t>
              </a:r>
            </a:p>
          </p:txBody>
        </p:sp>
        <p:sp>
          <p:nvSpPr>
            <p:cNvPr id="36918" name="AutoShape 5">
              <a:extLst>
                <a:ext uri="{FF2B5EF4-FFF2-40B4-BE49-F238E27FC236}">
                  <a16:creationId xmlns:a16="http://schemas.microsoft.com/office/drawing/2014/main" id="{C2F5788F-DA61-49D1-8E23-E6659C5154D5}"/>
                </a:ext>
              </a:extLst>
            </p:cNvPr>
            <p:cNvSpPr>
              <a:spLocks noChangeArrowheads="1"/>
            </p:cNvSpPr>
            <p:nvPr/>
          </p:nvSpPr>
          <p:spPr bwMode="auto">
            <a:xfrm rot="5400000" flipV="1">
              <a:off x="766" y="1323"/>
              <a:ext cx="630" cy="899"/>
            </a:xfrm>
            <a:prstGeom prst="chevron">
              <a:avLst>
                <a:gd name="adj" fmla="val 25000"/>
              </a:avLst>
            </a:prstGeom>
            <a:solidFill>
              <a:schemeClr val="accent2"/>
            </a:solidFill>
            <a:ln w="9525">
              <a:solidFill>
                <a:schemeClr val="tx1"/>
              </a:solidFill>
              <a:miter lim="800000"/>
              <a:headEnd/>
              <a:tailEnd/>
            </a:ln>
            <a:effectLst>
              <a:outerShdw dist="107763" dir="2700000" algn="ctr" rotWithShape="0">
                <a:schemeClr val="bg2"/>
              </a:outerShdw>
            </a:effectLst>
          </p:spPr>
          <p:txBody>
            <a:bodyPr vert="eaVert" wrap="none" lIns="91429" tIns="45714" rIns="91429" bIns="45714"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i="1">
                  <a:latin typeface="微软雅黑" panose="020B0503020204020204" pitchFamily="34" charset="-122"/>
                  <a:ea typeface="微软雅黑" panose="020B0503020204020204" pitchFamily="34" charset="-122"/>
                </a:rPr>
                <a:t>Measure</a:t>
              </a:r>
            </a:p>
          </p:txBody>
        </p:sp>
        <p:sp>
          <p:nvSpPr>
            <p:cNvPr id="36919" name="AutoShape 6">
              <a:extLst>
                <a:ext uri="{FF2B5EF4-FFF2-40B4-BE49-F238E27FC236}">
                  <a16:creationId xmlns:a16="http://schemas.microsoft.com/office/drawing/2014/main" id="{BFCB9FF4-4898-40B0-8DE5-820A4B7D9E5E}"/>
                </a:ext>
              </a:extLst>
            </p:cNvPr>
            <p:cNvSpPr>
              <a:spLocks noChangeArrowheads="1"/>
            </p:cNvSpPr>
            <p:nvPr/>
          </p:nvSpPr>
          <p:spPr bwMode="auto">
            <a:xfrm rot="5400000" flipV="1">
              <a:off x="766" y="1965"/>
              <a:ext cx="629" cy="899"/>
            </a:xfrm>
            <a:prstGeom prst="chevron">
              <a:avLst>
                <a:gd name="adj" fmla="val 25000"/>
              </a:avLst>
            </a:prstGeom>
            <a:solidFill>
              <a:srgbClr val="FFFF99"/>
            </a:solidFill>
            <a:ln w="9525">
              <a:solidFill>
                <a:schemeClr val="tx1"/>
              </a:solidFill>
              <a:miter lim="800000"/>
              <a:headEnd/>
              <a:tailEnd/>
            </a:ln>
            <a:effectLst>
              <a:outerShdw dist="107763" dir="2700000" algn="ctr" rotWithShape="0">
                <a:schemeClr val="bg2"/>
              </a:outerShdw>
            </a:effectLst>
          </p:spPr>
          <p:txBody>
            <a:bodyPr vert="eaVert" wrap="none" lIns="91429" tIns="45714" rIns="91429" bIns="45714"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i="1">
                  <a:latin typeface="微软雅黑" panose="020B0503020204020204" pitchFamily="34" charset="-122"/>
                  <a:ea typeface="微软雅黑" panose="020B0503020204020204" pitchFamily="34" charset="-122"/>
                </a:rPr>
                <a:t>Analyze</a:t>
              </a:r>
            </a:p>
          </p:txBody>
        </p:sp>
        <p:sp>
          <p:nvSpPr>
            <p:cNvPr id="36920" name="AutoShape 7">
              <a:extLst>
                <a:ext uri="{FF2B5EF4-FFF2-40B4-BE49-F238E27FC236}">
                  <a16:creationId xmlns:a16="http://schemas.microsoft.com/office/drawing/2014/main" id="{F8ED3AFC-2677-4411-80CE-82DCFFF98F61}"/>
                </a:ext>
              </a:extLst>
            </p:cNvPr>
            <p:cNvSpPr>
              <a:spLocks noChangeArrowheads="1"/>
            </p:cNvSpPr>
            <p:nvPr/>
          </p:nvSpPr>
          <p:spPr bwMode="auto">
            <a:xfrm rot="5400000" flipV="1">
              <a:off x="766" y="2606"/>
              <a:ext cx="629" cy="899"/>
            </a:xfrm>
            <a:prstGeom prst="chevron">
              <a:avLst>
                <a:gd name="adj" fmla="val 25000"/>
              </a:avLst>
            </a:prstGeom>
            <a:solidFill>
              <a:srgbClr val="FF9999"/>
            </a:solidFill>
            <a:ln w="9525">
              <a:solidFill>
                <a:schemeClr val="tx1"/>
              </a:solidFill>
              <a:miter lim="800000"/>
              <a:headEnd/>
              <a:tailEnd/>
            </a:ln>
            <a:effectLst>
              <a:outerShdw dist="107763" dir="2700000" algn="ctr" rotWithShape="0">
                <a:schemeClr val="bg2"/>
              </a:outerShdw>
            </a:effectLst>
          </p:spPr>
          <p:txBody>
            <a:bodyPr vert="eaVert" wrap="none" lIns="91429" tIns="45714" rIns="91429" bIns="45714"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i="1">
                  <a:latin typeface="微软雅黑" panose="020B0503020204020204" pitchFamily="34" charset="-122"/>
                  <a:ea typeface="微软雅黑" panose="020B0503020204020204" pitchFamily="34" charset="-122"/>
                </a:rPr>
                <a:t>Improve</a:t>
              </a:r>
            </a:p>
          </p:txBody>
        </p:sp>
        <p:sp>
          <p:nvSpPr>
            <p:cNvPr id="36921" name="AutoShape 8">
              <a:extLst>
                <a:ext uri="{FF2B5EF4-FFF2-40B4-BE49-F238E27FC236}">
                  <a16:creationId xmlns:a16="http://schemas.microsoft.com/office/drawing/2014/main" id="{0996ADAE-26A6-4035-A38B-8D0BD0D3EF58}"/>
                </a:ext>
              </a:extLst>
            </p:cNvPr>
            <p:cNvSpPr>
              <a:spLocks noChangeArrowheads="1"/>
            </p:cNvSpPr>
            <p:nvPr/>
          </p:nvSpPr>
          <p:spPr bwMode="auto">
            <a:xfrm rot="5400000" flipV="1">
              <a:off x="766" y="3247"/>
              <a:ext cx="629" cy="899"/>
            </a:xfrm>
            <a:prstGeom prst="chevron">
              <a:avLst>
                <a:gd name="adj" fmla="val 25000"/>
              </a:avLst>
            </a:prstGeom>
            <a:solidFill>
              <a:srgbClr val="99FFCC"/>
            </a:solidFill>
            <a:ln w="9525">
              <a:solidFill>
                <a:schemeClr val="tx1"/>
              </a:solidFill>
              <a:miter lim="800000"/>
              <a:headEnd/>
              <a:tailEnd/>
            </a:ln>
            <a:effectLst>
              <a:outerShdw dist="107763" dir="2700000" algn="ctr" rotWithShape="0">
                <a:schemeClr val="bg2"/>
              </a:outerShdw>
            </a:effectLst>
          </p:spPr>
          <p:txBody>
            <a:bodyPr vert="eaVert" wrap="none" lIns="91429" tIns="45714" rIns="91429" bIns="45714"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i="1">
                  <a:latin typeface="微软雅黑" panose="020B0503020204020204" pitchFamily="34" charset="-122"/>
                  <a:ea typeface="微软雅黑" panose="020B0503020204020204" pitchFamily="34" charset="-122"/>
                </a:rPr>
                <a:t>Control</a:t>
              </a:r>
            </a:p>
          </p:txBody>
        </p:sp>
      </p:grpSp>
      <p:sp>
        <p:nvSpPr>
          <p:cNvPr id="36870" name="Text Box 9">
            <a:extLst>
              <a:ext uri="{FF2B5EF4-FFF2-40B4-BE49-F238E27FC236}">
                <a16:creationId xmlns:a16="http://schemas.microsoft.com/office/drawing/2014/main" id="{FE163708-D776-480B-9233-B6F220010B28}"/>
              </a:ext>
            </a:extLst>
          </p:cNvPr>
          <p:cNvSpPr txBox="1">
            <a:spLocks noChangeArrowheads="1"/>
          </p:cNvSpPr>
          <p:nvPr/>
        </p:nvSpPr>
        <p:spPr bwMode="auto">
          <a:xfrm>
            <a:off x="3032125" y="965200"/>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u="sng">
                <a:latin typeface="Tahoma" panose="020B0604030504040204" pitchFamily="34" charset="0"/>
                <a:ea typeface="楷体_GB2312"/>
                <a:cs typeface="楷体_GB2312"/>
              </a:rPr>
              <a:t>阶段</a:t>
            </a:r>
          </a:p>
        </p:txBody>
      </p:sp>
      <p:sp>
        <p:nvSpPr>
          <p:cNvPr id="36871" name="Text Box 10">
            <a:extLst>
              <a:ext uri="{FF2B5EF4-FFF2-40B4-BE49-F238E27FC236}">
                <a16:creationId xmlns:a16="http://schemas.microsoft.com/office/drawing/2014/main" id="{07F91A58-95D3-4447-A54D-E337F01A02A9}"/>
              </a:ext>
            </a:extLst>
          </p:cNvPr>
          <p:cNvSpPr txBox="1">
            <a:spLocks noChangeArrowheads="1"/>
          </p:cNvSpPr>
          <p:nvPr/>
        </p:nvSpPr>
        <p:spPr bwMode="auto">
          <a:xfrm>
            <a:off x="4992688" y="9652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u="sng">
                <a:latin typeface="Tahoma" panose="020B0604030504040204" pitchFamily="34" charset="0"/>
                <a:ea typeface="楷体_GB2312"/>
                <a:cs typeface="楷体_GB2312"/>
              </a:rPr>
              <a:t>主要步骤</a:t>
            </a:r>
          </a:p>
        </p:txBody>
      </p:sp>
      <p:sp>
        <p:nvSpPr>
          <p:cNvPr id="36872" name="Text Box 11">
            <a:extLst>
              <a:ext uri="{FF2B5EF4-FFF2-40B4-BE49-F238E27FC236}">
                <a16:creationId xmlns:a16="http://schemas.microsoft.com/office/drawing/2014/main" id="{C7961006-86CF-4D9E-B82B-FEA0E16D9166}"/>
              </a:ext>
            </a:extLst>
          </p:cNvPr>
          <p:cNvSpPr txBox="1">
            <a:spLocks noChangeArrowheads="1"/>
          </p:cNvSpPr>
          <p:nvPr/>
        </p:nvSpPr>
        <p:spPr bwMode="auto">
          <a:xfrm>
            <a:off x="7299325" y="9652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u="sng">
                <a:latin typeface="Tahoma" panose="020B0604030504040204" pitchFamily="34" charset="0"/>
                <a:ea typeface="楷体_GB2312"/>
                <a:cs typeface="楷体_GB2312"/>
              </a:rPr>
              <a:t>阶段任务</a:t>
            </a:r>
          </a:p>
        </p:txBody>
      </p:sp>
      <p:grpSp>
        <p:nvGrpSpPr>
          <p:cNvPr id="36873" name="Group 12">
            <a:extLst>
              <a:ext uri="{FF2B5EF4-FFF2-40B4-BE49-F238E27FC236}">
                <a16:creationId xmlns:a16="http://schemas.microsoft.com/office/drawing/2014/main" id="{399DAF6D-4D06-4CBE-9D49-D6CD1ABEE65E}"/>
              </a:ext>
            </a:extLst>
          </p:cNvPr>
          <p:cNvGrpSpPr>
            <a:grpSpLocks/>
          </p:cNvGrpSpPr>
          <p:nvPr/>
        </p:nvGrpSpPr>
        <p:grpSpPr bwMode="auto">
          <a:xfrm>
            <a:off x="5280025" y="1839913"/>
            <a:ext cx="1089025" cy="652462"/>
            <a:chOff x="2237" y="977"/>
            <a:chExt cx="686" cy="411"/>
          </a:xfrm>
        </p:grpSpPr>
        <p:sp>
          <p:nvSpPr>
            <p:cNvPr id="36912" name="Rectangle 13">
              <a:extLst>
                <a:ext uri="{FF2B5EF4-FFF2-40B4-BE49-F238E27FC236}">
                  <a16:creationId xmlns:a16="http://schemas.microsoft.com/office/drawing/2014/main" id="{4E6CA2EA-67F8-4311-BD83-E11BBD1AC4D7}"/>
                </a:ext>
              </a:extLst>
            </p:cNvPr>
            <p:cNvSpPr>
              <a:spLocks noChangeArrowheads="1"/>
            </p:cNvSpPr>
            <p:nvPr/>
          </p:nvSpPr>
          <p:spPr bwMode="auto">
            <a:xfrm>
              <a:off x="2237" y="977"/>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选择项目</a:t>
              </a:r>
            </a:p>
          </p:txBody>
        </p:sp>
        <p:sp>
          <p:nvSpPr>
            <p:cNvPr id="36913" name="Rectangle 14">
              <a:extLst>
                <a:ext uri="{FF2B5EF4-FFF2-40B4-BE49-F238E27FC236}">
                  <a16:creationId xmlns:a16="http://schemas.microsoft.com/office/drawing/2014/main" id="{334D09C2-2239-4C4B-A7F9-8FAEF8E29076}"/>
                </a:ext>
              </a:extLst>
            </p:cNvPr>
            <p:cNvSpPr>
              <a:spLocks noChangeArrowheads="1"/>
            </p:cNvSpPr>
            <p:nvPr/>
          </p:nvSpPr>
          <p:spPr bwMode="auto">
            <a:xfrm>
              <a:off x="2237" y="1132"/>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定义项目</a:t>
              </a:r>
            </a:p>
          </p:txBody>
        </p:sp>
        <p:sp>
          <p:nvSpPr>
            <p:cNvPr id="36914" name="Rectangle 15">
              <a:extLst>
                <a:ext uri="{FF2B5EF4-FFF2-40B4-BE49-F238E27FC236}">
                  <a16:creationId xmlns:a16="http://schemas.microsoft.com/office/drawing/2014/main" id="{7E4ECCF8-6690-4E1F-83FC-C5345A9EB9D0}"/>
                </a:ext>
              </a:extLst>
            </p:cNvPr>
            <p:cNvSpPr>
              <a:spLocks noChangeArrowheads="1"/>
            </p:cNvSpPr>
            <p:nvPr/>
          </p:nvSpPr>
          <p:spPr bwMode="auto">
            <a:xfrm>
              <a:off x="2237" y="1288"/>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批准项目</a:t>
              </a:r>
            </a:p>
          </p:txBody>
        </p:sp>
        <p:cxnSp>
          <p:nvCxnSpPr>
            <p:cNvPr id="36915" name="AutoShape 16">
              <a:extLst>
                <a:ext uri="{FF2B5EF4-FFF2-40B4-BE49-F238E27FC236}">
                  <a16:creationId xmlns:a16="http://schemas.microsoft.com/office/drawing/2014/main" id="{0FAE39E1-978E-435C-903D-09A955FCEDC7}"/>
                </a:ext>
              </a:extLst>
            </p:cNvPr>
            <p:cNvCxnSpPr>
              <a:cxnSpLocks noChangeShapeType="1"/>
              <a:stCxn id="36912" idx="2"/>
              <a:endCxn id="36913" idx="0"/>
            </p:cNvCxnSpPr>
            <p:nvPr/>
          </p:nvCxnSpPr>
          <p:spPr bwMode="auto">
            <a:xfrm>
              <a:off x="2580" y="1077"/>
              <a:ext cx="0" cy="5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916" name="AutoShape 17">
              <a:extLst>
                <a:ext uri="{FF2B5EF4-FFF2-40B4-BE49-F238E27FC236}">
                  <a16:creationId xmlns:a16="http://schemas.microsoft.com/office/drawing/2014/main" id="{9884B9F4-AC0A-4255-AE5F-01F0498C9701}"/>
                </a:ext>
              </a:extLst>
            </p:cNvPr>
            <p:cNvCxnSpPr>
              <a:cxnSpLocks noChangeShapeType="1"/>
              <a:stCxn id="36913" idx="2"/>
              <a:endCxn id="36914" idx="0"/>
            </p:cNvCxnSpPr>
            <p:nvPr/>
          </p:nvCxnSpPr>
          <p:spPr bwMode="auto">
            <a:xfrm>
              <a:off x="2580" y="1232"/>
              <a:ext cx="0" cy="56"/>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36874" name="Group 18">
            <a:extLst>
              <a:ext uri="{FF2B5EF4-FFF2-40B4-BE49-F238E27FC236}">
                <a16:creationId xmlns:a16="http://schemas.microsoft.com/office/drawing/2014/main" id="{77D7DD7D-8DDF-4A3C-80C0-8ADF9B21A992}"/>
              </a:ext>
            </a:extLst>
          </p:cNvPr>
          <p:cNvGrpSpPr>
            <a:grpSpLocks/>
          </p:cNvGrpSpPr>
          <p:nvPr/>
        </p:nvGrpSpPr>
        <p:grpSpPr bwMode="auto">
          <a:xfrm>
            <a:off x="5280025" y="2847975"/>
            <a:ext cx="1089025" cy="652463"/>
            <a:chOff x="2237" y="1569"/>
            <a:chExt cx="686" cy="411"/>
          </a:xfrm>
        </p:grpSpPr>
        <p:sp>
          <p:nvSpPr>
            <p:cNvPr id="36907" name="Rectangle 19">
              <a:extLst>
                <a:ext uri="{FF2B5EF4-FFF2-40B4-BE49-F238E27FC236}">
                  <a16:creationId xmlns:a16="http://schemas.microsoft.com/office/drawing/2014/main" id="{A65F0E3E-25DC-4916-9414-D354CB61C733}"/>
                </a:ext>
              </a:extLst>
            </p:cNvPr>
            <p:cNvSpPr>
              <a:spLocks noChangeArrowheads="1"/>
            </p:cNvSpPr>
            <p:nvPr/>
          </p:nvSpPr>
          <p:spPr bwMode="auto">
            <a:xfrm>
              <a:off x="2237" y="1569"/>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测量系统分析</a:t>
              </a:r>
            </a:p>
          </p:txBody>
        </p:sp>
        <p:sp>
          <p:nvSpPr>
            <p:cNvPr id="36908" name="Rectangle 20">
              <a:extLst>
                <a:ext uri="{FF2B5EF4-FFF2-40B4-BE49-F238E27FC236}">
                  <a16:creationId xmlns:a16="http://schemas.microsoft.com/office/drawing/2014/main" id="{1E39867A-CF50-4828-AC02-48A0FC95FF72}"/>
                </a:ext>
              </a:extLst>
            </p:cNvPr>
            <p:cNvSpPr>
              <a:spLocks noChangeArrowheads="1"/>
            </p:cNvSpPr>
            <p:nvPr/>
          </p:nvSpPr>
          <p:spPr bwMode="auto">
            <a:xfrm>
              <a:off x="2237" y="1724"/>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确定流程能力</a:t>
              </a:r>
            </a:p>
          </p:txBody>
        </p:sp>
        <p:sp>
          <p:nvSpPr>
            <p:cNvPr id="36909" name="Rectangle 21">
              <a:extLst>
                <a:ext uri="{FF2B5EF4-FFF2-40B4-BE49-F238E27FC236}">
                  <a16:creationId xmlns:a16="http://schemas.microsoft.com/office/drawing/2014/main" id="{A445348E-9458-4158-8EC0-D3B04BA96EA9}"/>
                </a:ext>
              </a:extLst>
            </p:cNvPr>
            <p:cNvSpPr>
              <a:spLocks noChangeArrowheads="1"/>
            </p:cNvSpPr>
            <p:nvPr/>
          </p:nvSpPr>
          <p:spPr bwMode="auto">
            <a:xfrm>
              <a:off x="2237" y="1880"/>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确定问题所在</a:t>
              </a:r>
            </a:p>
          </p:txBody>
        </p:sp>
        <p:cxnSp>
          <p:nvCxnSpPr>
            <p:cNvPr id="36910" name="AutoShape 22">
              <a:extLst>
                <a:ext uri="{FF2B5EF4-FFF2-40B4-BE49-F238E27FC236}">
                  <a16:creationId xmlns:a16="http://schemas.microsoft.com/office/drawing/2014/main" id="{51700DAA-963D-4228-AAA4-7843C98A14F4}"/>
                </a:ext>
              </a:extLst>
            </p:cNvPr>
            <p:cNvCxnSpPr>
              <a:cxnSpLocks noChangeShapeType="1"/>
              <a:stCxn id="36907" idx="2"/>
              <a:endCxn id="36908" idx="0"/>
            </p:cNvCxnSpPr>
            <p:nvPr/>
          </p:nvCxnSpPr>
          <p:spPr bwMode="auto">
            <a:xfrm>
              <a:off x="2580" y="1669"/>
              <a:ext cx="0" cy="5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911" name="AutoShape 23">
              <a:extLst>
                <a:ext uri="{FF2B5EF4-FFF2-40B4-BE49-F238E27FC236}">
                  <a16:creationId xmlns:a16="http://schemas.microsoft.com/office/drawing/2014/main" id="{8A556F94-6261-4C74-BBB6-ED7796853599}"/>
                </a:ext>
              </a:extLst>
            </p:cNvPr>
            <p:cNvCxnSpPr>
              <a:cxnSpLocks noChangeShapeType="1"/>
              <a:stCxn id="36908" idx="2"/>
              <a:endCxn id="36909" idx="0"/>
            </p:cNvCxnSpPr>
            <p:nvPr/>
          </p:nvCxnSpPr>
          <p:spPr bwMode="auto">
            <a:xfrm>
              <a:off x="2580" y="1824"/>
              <a:ext cx="0" cy="56"/>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36875" name="Group 24">
            <a:extLst>
              <a:ext uri="{FF2B5EF4-FFF2-40B4-BE49-F238E27FC236}">
                <a16:creationId xmlns:a16="http://schemas.microsoft.com/office/drawing/2014/main" id="{21785089-4FEA-4BCB-8930-6BA5FB0F623F}"/>
              </a:ext>
            </a:extLst>
          </p:cNvPr>
          <p:cNvGrpSpPr>
            <a:grpSpLocks/>
          </p:cNvGrpSpPr>
          <p:nvPr/>
        </p:nvGrpSpPr>
        <p:grpSpPr bwMode="auto">
          <a:xfrm>
            <a:off x="5270500" y="3711575"/>
            <a:ext cx="1089025" cy="652463"/>
            <a:chOff x="2237" y="2145"/>
            <a:chExt cx="686" cy="411"/>
          </a:xfrm>
        </p:grpSpPr>
        <p:sp>
          <p:nvSpPr>
            <p:cNvPr id="36902" name="Rectangle 25">
              <a:extLst>
                <a:ext uri="{FF2B5EF4-FFF2-40B4-BE49-F238E27FC236}">
                  <a16:creationId xmlns:a16="http://schemas.microsoft.com/office/drawing/2014/main" id="{9A396DEE-5C91-4302-9D66-56262FA914A8}"/>
                </a:ext>
              </a:extLst>
            </p:cNvPr>
            <p:cNvSpPr>
              <a:spLocks noChangeArrowheads="1"/>
            </p:cNvSpPr>
            <p:nvPr/>
          </p:nvSpPr>
          <p:spPr bwMode="auto">
            <a:xfrm>
              <a:off x="2237" y="2145"/>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挖掘潜在根本原因</a:t>
              </a:r>
            </a:p>
          </p:txBody>
        </p:sp>
        <p:sp>
          <p:nvSpPr>
            <p:cNvPr id="36903" name="Rectangle 26">
              <a:extLst>
                <a:ext uri="{FF2B5EF4-FFF2-40B4-BE49-F238E27FC236}">
                  <a16:creationId xmlns:a16="http://schemas.microsoft.com/office/drawing/2014/main" id="{978E8351-F93F-4127-A913-B54653BB63B7}"/>
                </a:ext>
              </a:extLst>
            </p:cNvPr>
            <p:cNvSpPr>
              <a:spLocks noChangeArrowheads="1"/>
            </p:cNvSpPr>
            <p:nvPr/>
          </p:nvSpPr>
          <p:spPr bwMode="auto">
            <a:xfrm>
              <a:off x="2237" y="2300"/>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排序和筛选根本原因</a:t>
              </a:r>
            </a:p>
          </p:txBody>
        </p:sp>
        <p:sp>
          <p:nvSpPr>
            <p:cNvPr id="36904" name="Rectangle 27">
              <a:extLst>
                <a:ext uri="{FF2B5EF4-FFF2-40B4-BE49-F238E27FC236}">
                  <a16:creationId xmlns:a16="http://schemas.microsoft.com/office/drawing/2014/main" id="{DEB90D30-E3F1-412A-A5D1-21649A07E57A}"/>
                </a:ext>
              </a:extLst>
            </p:cNvPr>
            <p:cNvSpPr>
              <a:spLocks noChangeArrowheads="1"/>
            </p:cNvSpPr>
            <p:nvPr/>
          </p:nvSpPr>
          <p:spPr bwMode="auto">
            <a:xfrm>
              <a:off x="2237" y="2456"/>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验证和量化根本原因</a:t>
              </a:r>
            </a:p>
          </p:txBody>
        </p:sp>
        <p:cxnSp>
          <p:nvCxnSpPr>
            <p:cNvPr id="36905" name="AutoShape 28">
              <a:extLst>
                <a:ext uri="{FF2B5EF4-FFF2-40B4-BE49-F238E27FC236}">
                  <a16:creationId xmlns:a16="http://schemas.microsoft.com/office/drawing/2014/main" id="{9B205E5A-8671-4CBF-B4E0-E3AE1E5D47AD}"/>
                </a:ext>
              </a:extLst>
            </p:cNvPr>
            <p:cNvCxnSpPr>
              <a:cxnSpLocks noChangeShapeType="1"/>
              <a:stCxn id="36902" idx="2"/>
              <a:endCxn id="36903" idx="0"/>
            </p:cNvCxnSpPr>
            <p:nvPr/>
          </p:nvCxnSpPr>
          <p:spPr bwMode="auto">
            <a:xfrm>
              <a:off x="2580" y="2245"/>
              <a:ext cx="0" cy="5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906" name="AutoShape 29">
              <a:extLst>
                <a:ext uri="{FF2B5EF4-FFF2-40B4-BE49-F238E27FC236}">
                  <a16:creationId xmlns:a16="http://schemas.microsoft.com/office/drawing/2014/main" id="{84D1FC5F-507D-4E60-8C2F-474AE6885DAC}"/>
                </a:ext>
              </a:extLst>
            </p:cNvPr>
            <p:cNvCxnSpPr>
              <a:cxnSpLocks noChangeShapeType="1"/>
              <a:stCxn id="36903" idx="2"/>
              <a:endCxn id="36904" idx="0"/>
            </p:cNvCxnSpPr>
            <p:nvPr/>
          </p:nvCxnSpPr>
          <p:spPr bwMode="auto">
            <a:xfrm>
              <a:off x="2580" y="2400"/>
              <a:ext cx="0" cy="56"/>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36876" name="Group 30">
            <a:extLst>
              <a:ext uri="{FF2B5EF4-FFF2-40B4-BE49-F238E27FC236}">
                <a16:creationId xmlns:a16="http://schemas.microsoft.com/office/drawing/2014/main" id="{56D72E84-5000-4BD9-BFC2-871759BBCEE8}"/>
              </a:ext>
            </a:extLst>
          </p:cNvPr>
          <p:cNvGrpSpPr>
            <a:grpSpLocks/>
          </p:cNvGrpSpPr>
          <p:nvPr/>
        </p:nvGrpSpPr>
        <p:grpSpPr bwMode="auto">
          <a:xfrm>
            <a:off x="5280025" y="4648200"/>
            <a:ext cx="1089025" cy="652463"/>
            <a:chOff x="2237" y="2745"/>
            <a:chExt cx="686" cy="411"/>
          </a:xfrm>
        </p:grpSpPr>
        <p:sp>
          <p:nvSpPr>
            <p:cNvPr id="36897" name="Rectangle 31">
              <a:extLst>
                <a:ext uri="{FF2B5EF4-FFF2-40B4-BE49-F238E27FC236}">
                  <a16:creationId xmlns:a16="http://schemas.microsoft.com/office/drawing/2014/main" id="{3CA2AA3C-798F-4BE7-9D61-42DBB68471D4}"/>
                </a:ext>
              </a:extLst>
            </p:cNvPr>
            <p:cNvSpPr>
              <a:spLocks noChangeArrowheads="1"/>
            </p:cNvSpPr>
            <p:nvPr/>
          </p:nvSpPr>
          <p:spPr bwMode="auto">
            <a:xfrm>
              <a:off x="2237" y="2745"/>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挖掘改善方案</a:t>
              </a:r>
            </a:p>
          </p:txBody>
        </p:sp>
        <p:sp>
          <p:nvSpPr>
            <p:cNvPr id="36898" name="Rectangle 32">
              <a:extLst>
                <a:ext uri="{FF2B5EF4-FFF2-40B4-BE49-F238E27FC236}">
                  <a16:creationId xmlns:a16="http://schemas.microsoft.com/office/drawing/2014/main" id="{16BD1111-DE49-4F4F-9F4C-DC37381AB4EF}"/>
                </a:ext>
              </a:extLst>
            </p:cNvPr>
            <p:cNvSpPr>
              <a:spLocks noChangeArrowheads="1"/>
            </p:cNvSpPr>
            <p:nvPr/>
          </p:nvSpPr>
          <p:spPr bwMode="auto">
            <a:xfrm>
              <a:off x="2237" y="2900"/>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评估改善方案</a:t>
              </a:r>
            </a:p>
          </p:txBody>
        </p:sp>
        <p:sp>
          <p:nvSpPr>
            <p:cNvPr id="36899" name="Rectangle 33">
              <a:extLst>
                <a:ext uri="{FF2B5EF4-FFF2-40B4-BE49-F238E27FC236}">
                  <a16:creationId xmlns:a16="http://schemas.microsoft.com/office/drawing/2014/main" id="{55912150-CA76-405B-8C02-26512B6A49FC}"/>
                </a:ext>
              </a:extLst>
            </p:cNvPr>
            <p:cNvSpPr>
              <a:spLocks noChangeArrowheads="1"/>
            </p:cNvSpPr>
            <p:nvPr/>
          </p:nvSpPr>
          <p:spPr bwMode="auto">
            <a:xfrm>
              <a:off x="2237" y="3056"/>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试运行改善方案</a:t>
              </a:r>
            </a:p>
          </p:txBody>
        </p:sp>
        <p:cxnSp>
          <p:nvCxnSpPr>
            <p:cNvPr id="36900" name="AutoShape 34">
              <a:extLst>
                <a:ext uri="{FF2B5EF4-FFF2-40B4-BE49-F238E27FC236}">
                  <a16:creationId xmlns:a16="http://schemas.microsoft.com/office/drawing/2014/main" id="{38C889C6-CDEA-4D90-B7D9-D4C91D8EA42C}"/>
                </a:ext>
              </a:extLst>
            </p:cNvPr>
            <p:cNvCxnSpPr>
              <a:cxnSpLocks noChangeShapeType="1"/>
              <a:stCxn id="36897" idx="2"/>
              <a:endCxn id="36898" idx="0"/>
            </p:cNvCxnSpPr>
            <p:nvPr/>
          </p:nvCxnSpPr>
          <p:spPr bwMode="auto">
            <a:xfrm>
              <a:off x="2580" y="2845"/>
              <a:ext cx="0" cy="5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901" name="AutoShape 35">
              <a:extLst>
                <a:ext uri="{FF2B5EF4-FFF2-40B4-BE49-F238E27FC236}">
                  <a16:creationId xmlns:a16="http://schemas.microsoft.com/office/drawing/2014/main" id="{CAE1CD1E-C4E4-4585-B506-565BE519634B}"/>
                </a:ext>
              </a:extLst>
            </p:cNvPr>
            <p:cNvCxnSpPr>
              <a:cxnSpLocks noChangeShapeType="1"/>
              <a:stCxn id="36898" idx="2"/>
              <a:endCxn id="36899" idx="0"/>
            </p:cNvCxnSpPr>
            <p:nvPr/>
          </p:nvCxnSpPr>
          <p:spPr bwMode="auto">
            <a:xfrm>
              <a:off x="2580" y="3000"/>
              <a:ext cx="0" cy="56"/>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36877" name="Group 36">
            <a:extLst>
              <a:ext uri="{FF2B5EF4-FFF2-40B4-BE49-F238E27FC236}">
                <a16:creationId xmlns:a16="http://schemas.microsoft.com/office/drawing/2014/main" id="{424EF824-9457-4C32-8940-BABF7AE93497}"/>
              </a:ext>
            </a:extLst>
          </p:cNvPr>
          <p:cNvGrpSpPr>
            <a:grpSpLocks/>
          </p:cNvGrpSpPr>
          <p:nvPr/>
        </p:nvGrpSpPr>
        <p:grpSpPr bwMode="auto">
          <a:xfrm>
            <a:off x="5280025" y="5800725"/>
            <a:ext cx="1089025" cy="652463"/>
            <a:chOff x="2237" y="3385"/>
            <a:chExt cx="686" cy="411"/>
          </a:xfrm>
        </p:grpSpPr>
        <p:sp>
          <p:nvSpPr>
            <p:cNvPr id="36892" name="Rectangle 37">
              <a:extLst>
                <a:ext uri="{FF2B5EF4-FFF2-40B4-BE49-F238E27FC236}">
                  <a16:creationId xmlns:a16="http://schemas.microsoft.com/office/drawing/2014/main" id="{4E44C205-E8A2-4D47-86D0-B25E788FA686}"/>
                </a:ext>
              </a:extLst>
            </p:cNvPr>
            <p:cNvSpPr>
              <a:spLocks noChangeArrowheads="1"/>
            </p:cNvSpPr>
            <p:nvPr/>
          </p:nvSpPr>
          <p:spPr bwMode="auto">
            <a:xfrm>
              <a:off x="2237" y="3385"/>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验证改善效果</a:t>
              </a:r>
            </a:p>
          </p:txBody>
        </p:sp>
        <p:sp>
          <p:nvSpPr>
            <p:cNvPr id="36893" name="Rectangle 38">
              <a:extLst>
                <a:ext uri="{FF2B5EF4-FFF2-40B4-BE49-F238E27FC236}">
                  <a16:creationId xmlns:a16="http://schemas.microsoft.com/office/drawing/2014/main" id="{E828BB0C-4962-4E98-84AB-581D6F05BA5C}"/>
                </a:ext>
              </a:extLst>
            </p:cNvPr>
            <p:cNvSpPr>
              <a:spLocks noChangeArrowheads="1"/>
            </p:cNvSpPr>
            <p:nvPr/>
          </p:nvSpPr>
          <p:spPr bwMode="auto">
            <a:xfrm>
              <a:off x="2237" y="3540"/>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制定控制系统</a:t>
              </a:r>
            </a:p>
          </p:txBody>
        </p:sp>
        <p:sp>
          <p:nvSpPr>
            <p:cNvPr id="36894" name="Rectangle 39">
              <a:extLst>
                <a:ext uri="{FF2B5EF4-FFF2-40B4-BE49-F238E27FC236}">
                  <a16:creationId xmlns:a16="http://schemas.microsoft.com/office/drawing/2014/main" id="{29646986-220A-4ED5-AB24-411D34738BA4}"/>
                </a:ext>
              </a:extLst>
            </p:cNvPr>
            <p:cNvSpPr>
              <a:spLocks noChangeArrowheads="1"/>
            </p:cNvSpPr>
            <p:nvPr/>
          </p:nvSpPr>
          <p:spPr bwMode="auto">
            <a:xfrm>
              <a:off x="2237" y="3696"/>
              <a:ext cx="686" cy="100"/>
            </a:xfrm>
            <a:prstGeom prst="rect">
              <a:avLst/>
            </a:prstGeom>
            <a:solidFill>
              <a:srgbClr val="FFCC00"/>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微软雅黑" panose="020B0503020204020204" pitchFamily="34" charset="-122"/>
                  <a:ea typeface="微软雅黑" panose="020B0503020204020204" pitchFamily="34" charset="-122"/>
                </a:rPr>
                <a:t>推广项目成果</a:t>
              </a:r>
            </a:p>
          </p:txBody>
        </p:sp>
        <p:cxnSp>
          <p:nvCxnSpPr>
            <p:cNvPr id="36895" name="AutoShape 40">
              <a:extLst>
                <a:ext uri="{FF2B5EF4-FFF2-40B4-BE49-F238E27FC236}">
                  <a16:creationId xmlns:a16="http://schemas.microsoft.com/office/drawing/2014/main" id="{F594C1D1-08B4-42A7-BC37-A5E432F36542}"/>
                </a:ext>
              </a:extLst>
            </p:cNvPr>
            <p:cNvCxnSpPr>
              <a:cxnSpLocks noChangeShapeType="1"/>
              <a:stCxn id="36892" idx="2"/>
              <a:endCxn id="36893" idx="0"/>
            </p:cNvCxnSpPr>
            <p:nvPr/>
          </p:nvCxnSpPr>
          <p:spPr bwMode="auto">
            <a:xfrm>
              <a:off x="2580" y="3485"/>
              <a:ext cx="0" cy="5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896" name="AutoShape 41">
              <a:extLst>
                <a:ext uri="{FF2B5EF4-FFF2-40B4-BE49-F238E27FC236}">
                  <a16:creationId xmlns:a16="http://schemas.microsoft.com/office/drawing/2014/main" id="{84B2C2A8-C234-4B53-9C08-1367F69968FC}"/>
                </a:ext>
              </a:extLst>
            </p:cNvPr>
            <p:cNvCxnSpPr>
              <a:cxnSpLocks noChangeShapeType="1"/>
              <a:stCxn id="36893" idx="2"/>
              <a:endCxn id="36894" idx="0"/>
            </p:cNvCxnSpPr>
            <p:nvPr/>
          </p:nvCxnSpPr>
          <p:spPr bwMode="auto">
            <a:xfrm>
              <a:off x="2580" y="3640"/>
              <a:ext cx="0" cy="56"/>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sp>
        <p:nvSpPr>
          <p:cNvPr id="36878" name="Text Box 42">
            <a:extLst>
              <a:ext uri="{FF2B5EF4-FFF2-40B4-BE49-F238E27FC236}">
                <a16:creationId xmlns:a16="http://schemas.microsoft.com/office/drawing/2014/main" id="{687FEF7B-16A9-428B-A53D-854FAAC1C808}"/>
              </a:ext>
            </a:extLst>
          </p:cNvPr>
          <p:cNvSpPr txBox="1">
            <a:spLocks noChangeArrowheads="1"/>
          </p:cNvSpPr>
          <p:nvPr/>
        </p:nvSpPr>
        <p:spPr bwMode="auto">
          <a:xfrm>
            <a:off x="7367588" y="1570038"/>
            <a:ext cx="22510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CN" altLang="en-US" sz="1200">
                <a:latin typeface="微软雅黑" panose="020B0503020204020204" pitchFamily="34" charset="-122"/>
                <a:ea typeface="微软雅黑" panose="020B0503020204020204" pitchFamily="34" charset="-122"/>
              </a:rPr>
              <a:t>选择项目</a:t>
            </a:r>
          </a:p>
          <a:p>
            <a:pPr eaLnBrk="1" hangingPunct="1">
              <a:buFontTx/>
              <a:buChar char="•"/>
            </a:pPr>
            <a:r>
              <a:rPr lang="zh-CN" altLang="en-US" sz="1200">
                <a:latin typeface="微软雅黑" panose="020B0503020204020204" pitchFamily="34" charset="-122"/>
                <a:ea typeface="微软雅黑" panose="020B0503020204020204" pitchFamily="34" charset="-122"/>
              </a:rPr>
              <a:t>确定项目指标</a:t>
            </a:r>
          </a:p>
          <a:p>
            <a:pPr eaLnBrk="1" hangingPunct="1">
              <a:buFontTx/>
              <a:buChar char="•"/>
            </a:pPr>
            <a:r>
              <a:rPr lang="zh-CN" altLang="en-US" sz="1200">
                <a:latin typeface="微软雅黑" panose="020B0503020204020204" pitchFamily="34" charset="-122"/>
                <a:ea typeface="微软雅黑" panose="020B0503020204020204" pitchFamily="34" charset="-122"/>
              </a:rPr>
              <a:t>确定项目范围</a:t>
            </a:r>
          </a:p>
          <a:p>
            <a:pPr eaLnBrk="1" hangingPunct="1">
              <a:buFontTx/>
              <a:buChar char="•"/>
            </a:pPr>
            <a:r>
              <a:rPr lang="zh-CN" altLang="en-US" sz="1200">
                <a:latin typeface="微软雅黑" panose="020B0503020204020204" pitchFamily="34" charset="-122"/>
                <a:ea typeface="微软雅黑" panose="020B0503020204020204" pitchFamily="34" charset="-122"/>
              </a:rPr>
              <a:t>作出问题陈述</a:t>
            </a:r>
          </a:p>
          <a:p>
            <a:pPr eaLnBrk="1" hangingPunct="1">
              <a:buFontTx/>
              <a:buChar char="•"/>
            </a:pPr>
            <a:r>
              <a:rPr lang="zh-CN" altLang="en-US" sz="1200">
                <a:latin typeface="微软雅黑" panose="020B0503020204020204" pitchFamily="34" charset="-122"/>
                <a:ea typeface="微软雅黑" panose="020B0503020204020204" pitchFamily="34" charset="-122"/>
              </a:rPr>
              <a:t>制定改善目标和估算项目收益</a:t>
            </a:r>
          </a:p>
          <a:p>
            <a:pPr eaLnBrk="1" hangingPunct="1">
              <a:buFontTx/>
              <a:buChar char="•"/>
            </a:pPr>
            <a:r>
              <a:rPr lang="zh-CN" altLang="en-US" sz="1200">
                <a:latin typeface="微软雅黑" panose="020B0503020204020204" pitchFamily="34" charset="-122"/>
                <a:ea typeface="微软雅黑" panose="020B0503020204020204" pitchFamily="34" charset="-122"/>
              </a:rPr>
              <a:t>作出细节流程图</a:t>
            </a:r>
          </a:p>
          <a:p>
            <a:pPr eaLnBrk="1" hangingPunct="1">
              <a:buFontTx/>
              <a:buChar char="•"/>
            </a:pPr>
            <a:endParaRPr lang="zh-CN" altLang="en-US" sz="1200">
              <a:latin typeface="微软雅黑" panose="020B0503020204020204" pitchFamily="34" charset="-122"/>
              <a:ea typeface="微软雅黑" panose="020B0503020204020204" pitchFamily="34" charset="-122"/>
            </a:endParaRPr>
          </a:p>
          <a:p>
            <a:pPr eaLnBrk="1" hangingPunct="1">
              <a:buFontTx/>
              <a:buChar char="•"/>
            </a:pPr>
            <a:endParaRPr lang="zh-CN" altLang="en-US" sz="1200">
              <a:latin typeface="微软雅黑" panose="020B0503020204020204" pitchFamily="34" charset="-122"/>
              <a:ea typeface="微软雅黑" panose="020B0503020204020204" pitchFamily="34" charset="-122"/>
            </a:endParaRPr>
          </a:p>
        </p:txBody>
      </p:sp>
      <p:sp>
        <p:nvSpPr>
          <p:cNvPr id="36879" name="Text Box 43">
            <a:extLst>
              <a:ext uri="{FF2B5EF4-FFF2-40B4-BE49-F238E27FC236}">
                <a16:creationId xmlns:a16="http://schemas.microsoft.com/office/drawing/2014/main" id="{927EF93A-B45F-4B35-B631-780C802E4C89}"/>
              </a:ext>
            </a:extLst>
          </p:cNvPr>
          <p:cNvSpPr txBox="1">
            <a:spLocks noChangeArrowheads="1"/>
          </p:cNvSpPr>
          <p:nvPr/>
        </p:nvSpPr>
        <p:spPr bwMode="auto">
          <a:xfrm>
            <a:off x="7377113" y="2720975"/>
            <a:ext cx="24050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CN" altLang="en-US" sz="1200">
                <a:latin typeface="微软雅黑" panose="020B0503020204020204" pitchFamily="34" charset="-122"/>
                <a:ea typeface="微软雅黑" panose="020B0503020204020204" pitchFamily="34" charset="-122"/>
              </a:rPr>
              <a:t>确定测量系统的有效性</a:t>
            </a:r>
          </a:p>
          <a:p>
            <a:pPr eaLnBrk="1" hangingPunct="1">
              <a:buFontTx/>
              <a:buChar char="•"/>
            </a:pPr>
            <a:r>
              <a:rPr lang="zh-CN" altLang="en-US" sz="1200">
                <a:latin typeface="微软雅黑" panose="020B0503020204020204" pitchFamily="34" charset="-122"/>
                <a:ea typeface="微软雅黑" panose="020B0503020204020204" pitchFamily="34" charset="-122"/>
              </a:rPr>
              <a:t>确定流程能力</a:t>
            </a:r>
          </a:p>
          <a:p>
            <a:pPr eaLnBrk="1" hangingPunct="1">
              <a:buFontTx/>
              <a:buChar char="•"/>
            </a:pPr>
            <a:r>
              <a:rPr lang="zh-CN" altLang="en-US" sz="1200">
                <a:latin typeface="微软雅黑" panose="020B0503020204020204" pitchFamily="34" charset="-122"/>
                <a:ea typeface="微软雅黑" panose="020B0503020204020204" pitchFamily="34" charset="-122"/>
              </a:rPr>
              <a:t>对问题进行分层，找出问题所在</a:t>
            </a:r>
          </a:p>
          <a:p>
            <a:pPr eaLnBrk="1" hangingPunct="1">
              <a:buFontTx/>
              <a:buChar char="•"/>
            </a:pPr>
            <a:r>
              <a:rPr lang="zh-CN" altLang="en-US" sz="1200">
                <a:latin typeface="微软雅黑" panose="020B0503020204020204" pitchFamily="34" charset="-122"/>
                <a:ea typeface="微软雅黑" panose="020B0503020204020204" pitchFamily="34" charset="-122"/>
              </a:rPr>
              <a:t>重审项目目标</a:t>
            </a:r>
          </a:p>
        </p:txBody>
      </p:sp>
      <p:sp>
        <p:nvSpPr>
          <p:cNvPr id="36880" name="Text Box 44">
            <a:extLst>
              <a:ext uri="{FF2B5EF4-FFF2-40B4-BE49-F238E27FC236}">
                <a16:creationId xmlns:a16="http://schemas.microsoft.com/office/drawing/2014/main" id="{6B525862-D2F7-4266-BEBD-F825751DF14B}"/>
              </a:ext>
            </a:extLst>
          </p:cNvPr>
          <p:cNvSpPr txBox="1">
            <a:spLocks noChangeArrowheads="1"/>
          </p:cNvSpPr>
          <p:nvPr/>
        </p:nvSpPr>
        <p:spPr bwMode="auto">
          <a:xfrm>
            <a:off x="7377113" y="3749675"/>
            <a:ext cx="3175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CN" altLang="en-US" sz="1200">
                <a:latin typeface="微软雅黑" panose="020B0503020204020204" pitchFamily="34" charset="-122"/>
                <a:ea typeface="微软雅黑" panose="020B0503020204020204" pitchFamily="34" charset="-122"/>
              </a:rPr>
              <a:t>找出导致问题的潜在根本原因</a:t>
            </a:r>
          </a:p>
          <a:p>
            <a:pPr eaLnBrk="1" hangingPunct="1">
              <a:buFontTx/>
              <a:buChar char="•"/>
            </a:pPr>
            <a:r>
              <a:rPr lang="zh-CN" altLang="en-US" sz="1200">
                <a:latin typeface="微软雅黑" panose="020B0503020204020204" pitchFamily="34" charset="-122"/>
                <a:ea typeface="微软雅黑" panose="020B0503020204020204" pitchFamily="34" charset="-122"/>
              </a:rPr>
              <a:t>对潜在的根本原因进行优先次序排序和筛选</a:t>
            </a:r>
          </a:p>
          <a:p>
            <a:pPr eaLnBrk="1" hangingPunct="1">
              <a:buFontTx/>
              <a:buChar char="•"/>
            </a:pPr>
            <a:r>
              <a:rPr lang="zh-CN" altLang="en-US" sz="1200">
                <a:latin typeface="微软雅黑" panose="020B0503020204020204" pitchFamily="34" charset="-122"/>
                <a:ea typeface="微软雅黑" panose="020B0503020204020204" pitchFamily="34" charset="-122"/>
              </a:rPr>
              <a:t>利用数据验证和量化根本原因</a:t>
            </a:r>
          </a:p>
        </p:txBody>
      </p:sp>
      <p:sp>
        <p:nvSpPr>
          <p:cNvPr id="36881" name="Text Box 45">
            <a:extLst>
              <a:ext uri="{FF2B5EF4-FFF2-40B4-BE49-F238E27FC236}">
                <a16:creationId xmlns:a16="http://schemas.microsoft.com/office/drawing/2014/main" id="{D8D5BF83-48E0-4760-AF6B-B7DA9357C1A9}"/>
              </a:ext>
            </a:extLst>
          </p:cNvPr>
          <p:cNvSpPr txBox="1">
            <a:spLocks noChangeArrowheads="1"/>
          </p:cNvSpPr>
          <p:nvPr/>
        </p:nvSpPr>
        <p:spPr bwMode="auto">
          <a:xfrm>
            <a:off x="7377113" y="4694238"/>
            <a:ext cx="27130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CN" altLang="en-US" sz="1200">
                <a:latin typeface="微软雅黑" panose="020B0503020204020204" pitchFamily="34" charset="-122"/>
                <a:ea typeface="微软雅黑" panose="020B0503020204020204" pitchFamily="34" charset="-122"/>
              </a:rPr>
              <a:t>对验证了的根本原因，寻找改善方案</a:t>
            </a:r>
          </a:p>
          <a:p>
            <a:pPr eaLnBrk="1" hangingPunct="1">
              <a:buFontTx/>
              <a:buChar char="•"/>
            </a:pPr>
            <a:r>
              <a:rPr lang="zh-CN" altLang="en-US" sz="1200">
                <a:latin typeface="微软雅黑" panose="020B0503020204020204" pitchFamily="34" charset="-122"/>
                <a:ea typeface="微软雅黑" panose="020B0503020204020204" pitchFamily="34" charset="-122"/>
              </a:rPr>
              <a:t>评估并且选择改善方案</a:t>
            </a:r>
          </a:p>
          <a:p>
            <a:pPr eaLnBrk="1" hangingPunct="1">
              <a:buFontTx/>
              <a:buChar char="•"/>
            </a:pPr>
            <a:r>
              <a:rPr lang="zh-CN" altLang="en-US" sz="1200">
                <a:latin typeface="微软雅黑" panose="020B0503020204020204" pitchFamily="34" charset="-122"/>
                <a:ea typeface="微软雅黑" panose="020B0503020204020204" pitchFamily="34" charset="-122"/>
              </a:rPr>
              <a:t>制定行动计划</a:t>
            </a:r>
          </a:p>
          <a:p>
            <a:pPr eaLnBrk="1" hangingPunct="1">
              <a:buFontTx/>
              <a:buChar char="•"/>
            </a:pPr>
            <a:r>
              <a:rPr lang="zh-CN" altLang="en-US" sz="1200">
                <a:latin typeface="微软雅黑" panose="020B0503020204020204" pitchFamily="34" charset="-122"/>
                <a:ea typeface="微软雅黑" panose="020B0503020204020204" pitchFamily="34" charset="-122"/>
              </a:rPr>
              <a:t>试运行改善方案</a:t>
            </a:r>
          </a:p>
        </p:txBody>
      </p:sp>
      <p:sp>
        <p:nvSpPr>
          <p:cNvPr id="36882" name="Text Box 46">
            <a:extLst>
              <a:ext uri="{FF2B5EF4-FFF2-40B4-BE49-F238E27FC236}">
                <a16:creationId xmlns:a16="http://schemas.microsoft.com/office/drawing/2014/main" id="{2B26A6C7-33E8-44D2-9F60-78BFB76CC13B}"/>
              </a:ext>
            </a:extLst>
          </p:cNvPr>
          <p:cNvSpPr txBox="1">
            <a:spLocks noChangeArrowheads="1"/>
          </p:cNvSpPr>
          <p:nvPr/>
        </p:nvSpPr>
        <p:spPr bwMode="auto">
          <a:xfrm>
            <a:off x="7377113" y="5591175"/>
            <a:ext cx="33289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CN" altLang="en-US" sz="1200">
                <a:latin typeface="微软雅黑" panose="020B0503020204020204" pitchFamily="34" charset="-122"/>
                <a:ea typeface="微软雅黑" panose="020B0503020204020204" pitchFamily="34" charset="-122"/>
              </a:rPr>
              <a:t>验证改善效果</a:t>
            </a:r>
          </a:p>
          <a:p>
            <a:pPr eaLnBrk="1" hangingPunct="1">
              <a:buFontTx/>
              <a:buChar char="•"/>
            </a:pPr>
            <a:r>
              <a:rPr lang="zh-CN" altLang="en-US" sz="1200">
                <a:latin typeface="微软雅黑" panose="020B0503020204020204" pitchFamily="34" charset="-122"/>
                <a:ea typeface="微软雅黑" panose="020B0503020204020204" pitchFamily="34" charset="-122"/>
              </a:rPr>
              <a:t>制定流程控制系统，把改进方案融入日常工作</a:t>
            </a:r>
          </a:p>
          <a:p>
            <a:pPr eaLnBrk="1" hangingPunct="1">
              <a:buFontTx/>
              <a:buChar char="•"/>
            </a:pPr>
            <a:r>
              <a:rPr lang="zh-CN" altLang="en-US" sz="1200">
                <a:latin typeface="微软雅黑" panose="020B0503020204020204" pitchFamily="34" charset="-122"/>
                <a:ea typeface="微软雅黑" panose="020B0503020204020204" pitchFamily="34" charset="-122"/>
              </a:rPr>
              <a:t>在组织范围内寻找推广项目的机会</a:t>
            </a:r>
          </a:p>
          <a:p>
            <a:pPr eaLnBrk="1" hangingPunct="1">
              <a:buFontTx/>
              <a:buChar char="•"/>
            </a:pPr>
            <a:r>
              <a:rPr lang="zh-CN" altLang="en-US" sz="1200">
                <a:latin typeface="微软雅黑" panose="020B0503020204020204" pitchFamily="34" charset="-122"/>
                <a:ea typeface="微软雅黑" panose="020B0503020204020204" pitchFamily="34" charset="-122"/>
              </a:rPr>
              <a:t>计算项目最终财务收益</a:t>
            </a:r>
          </a:p>
          <a:p>
            <a:pPr eaLnBrk="1" hangingPunct="1">
              <a:buFontTx/>
              <a:buChar char="•"/>
            </a:pPr>
            <a:r>
              <a:rPr lang="zh-CN" altLang="en-US" sz="1200">
                <a:latin typeface="微软雅黑" panose="020B0503020204020204" pitchFamily="34" charset="-122"/>
                <a:ea typeface="微软雅黑" panose="020B0503020204020204" pitchFamily="34" charset="-122"/>
              </a:rPr>
              <a:t>关闭项目</a:t>
            </a:r>
          </a:p>
        </p:txBody>
      </p:sp>
      <p:cxnSp>
        <p:nvCxnSpPr>
          <p:cNvPr id="36883" name="AutoShape 47">
            <a:extLst>
              <a:ext uri="{FF2B5EF4-FFF2-40B4-BE49-F238E27FC236}">
                <a16:creationId xmlns:a16="http://schemas.microsoft.com/office/drawing/2014/main" id="{18991724-2B60-4212-8D50-B5859D851EAF}"/>
              </a:ext>
            </a:extLst>
          </p:cNvPr>
          <p:cNvCxnSpPr>
            <a:cxnSpLocks noChangeShapeType="1"/>
            <a:stCxn id="36914" idx="2"/>
            <a:endCxn id="36907" idx="0"/>
          </p:cNvCxnSpPr>
          <p:nvPr/>
        </p:nvCxnSpPr>
        <p:spPr bwMode="auto">
          <a:xfrm>
            <a:off x="5824538" y="2492375"/>
            <a:ext cx="0" cy="35560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884" name="AutoShape 48">
            <a:extLst>
              <a:ext uri="{FF2B5EF4-FFF2-40B4-BE49-F238E27FC236}">
                <a16:creationId xmlns:a16="http://schemas.microsoft.com/office/drawing/2014/main" id="{EBFAE2F8-8C59-436D-BD20-8A7F5A245881}"/>
              </a:ext>
            </a:extLst>
          </p:cNvPr>
          <p:cNvCxnSpPr>
            <a:cxnSpLocks noChangeShapeType="1"/>
            <a:stCxn id="36909" idx="2"/>
            <a:endCxn id="36902" idx="0"/>
          </p:cNvCxnSpPr>
          <p:nvPr/>
        </p:nvCxnSpPr>
        <p:spPr bwMode="auto">
          <a:xfrm flipH="1">
            <a:off x="5815013" y="3500438"/>
            <a:ext cx="9525" cy="211137"/>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885" name="AutoShape 49">
            <a:extLst>
              <a:ext uri="{FF2B5EF4-FFF2-40B4-BE49-F238E27FC236}">
                <a16:creationId xmlns:a16="http://schemas.microsoft.com/office/drawing/2014/main" id="{41152079-7E6B-485B-8C37-2CB60DC19101}"/>
              </a:ext>
            </a:extLst>
          </p:cNvPr>
          <p:cNvCxnSpPr>
            <a:cxnSpLocks noChangeShapeType="1"/>
            <a:stCxn id="36904" idx="2"/>
            <a:endCxn id="36897" idx="0"/>
          </p:cNvCxnSpPr>
          <p:nvPr/>
        </p:nvCxnSpPr>
        <p:spPr bwMode="auto">
          <a:xfrm>
            <a:off x="5815013" y="4364038"/>
            <a:ext cx="9525" cy="284162"/>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886" name="AutoShape 50">
            <a:extLst>
              <a:ext uri="{FF2B5EF4-FFF2-40B4-BE49-F238E27FC236}">
                <a16:creationId xmlns:a16="http://schemas.microsoft.com/office/drawing/2014/main" id="{C7AD7B97-031C-4495-8778-6939FDF6603F}"/>
              </a:ext>
            </a:extLst>
          </p:cNvPr>
          <p:cNvCxnSpPr>
            <a:cxnSpLocks noChangeShapeType="1"/>
            <a:stCxn id="36899" idx="2"/>
            <a:endCxn id="36892" idx="0"/>
          </p:cNvCxnSpPr>
          <p:nvPr/>
        </p:nvCxnSpPr>
        <p:spPr bwMode="auto">
          <a:xfrm>
            <a:off x="5824538" y="5300663"/>
            <a:ext cx="0" cy="500062"/>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6887" name="Rectangle 52">
            <a:extLst>
              <a:ext uri="{FF2B5EF4-FFF2-40B4-BE49-F238E27FC236}">
                <a16:creationId xmlns:a16="http://schemas.microsoft.com/office/drawing/2014/main" id="{6274A73D-25D0-45A2-9AB3-4F8AB6478A04}"/>
              </a:ext>
            </a:extLst>
          </p:cNvPr>
          <p:cNvSpPr>
            <a:spLocks noChangeArrowheads="1"/>
          </p:cNvSpPr>
          <p:nvPr/>
        </p:nvSpPr>
        <p:spPr bwMode="auto">
          <a:xfrm>
            <a:off x="7367588" y="1628775"/>
            <a:ext cx="3097212" cy="1079500"/>
          </a:xfrm>
          <a:prstGeom prst="rect">
            <a:avLst/>
          </a:prstGeom>
          <a:noFill/>
          <a:ln w="25400" algn="ctr">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3200">
              <a:latin typeface="微软雅黑" panose="020B0503020204020204" pitchFamily="34" charset="-122"/>
              <a:ea typeface="微软雅黑" panose="020B0503020204020204" pitchFamily="34" charset="-122"/>
            </a:endParaRPr>
          </a:p>
        </p:txBody>
      </p:sp>
      <p:sp>
        <p:nvSpPr>
          <p:cNvPr id="36888" name="Rectangle 53">
            <a:extLst>
              <a:ext uri="{FF2B5EF4-FFF2-40B4-BE49-F238E27FC236}">
                <a16:creationId xmlns:a16="http://schemas.microsoft.com/office/drawing/2014/main" id="{C780E9C5-250D-41EF-839A-EF543E5BF9C6}"/>
              </a:ext>
            </a:extLst>
          </p:cNvPr>
          <p:cNvSpPr>
            <a:spLocks noChangeArrowheads="1"/>
          </p:cNvSpPr>
          <p:nvPr/>
        </p:nvSpPr>
        <p:spPr bwMode="auto">
          <a:xfrm>
            <a:off x="7367588" y="2781300"/>
            <a:ext cx="3097212" cy="790575"/>
          </a:xfrm>
          <a:prstGeom prst="rect">
            <a:avLst/>
          </a:prstGeom>
          <a:noFill/>
          <a:ln w="25400" algn="ctr">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3200">
              <a:latin typeface="微软雅黑" panose="020B0503020204020204" pitchFamily="34" charset="-122"/>
              <a:ea typeface="微软雅黑" panose="020B0503020204020204" pitchFamily="34" charset="-122"/>
            </a:endParaRPr>
          </a:p>
        </p:txBody>
      </p:sp>
      <p:sp>
        <p:nvSpPr>
          <p:cNvPr id="36889" name="Rectangle 54">
            <a:extLst>
              <a:ext uri="{FF2B5EF4-FFF2-40B4-BE49-F238E27FC236}">
                <a16:creationId xmlns:a16="http://schemas.microsoft.com/office/drawing/2014/main" id="{28975349-5B40-4087-8291-ED6C40A65195}"/>
              </a:ext>
            </a:extLst>
          </p:cNvPr>
          <p:cNvSpPr>
            <a:spLocks noChangeArrowheads="1"/>
          </p:cNvSpPr>
          <p:nvPr/>
        </p:nvSpPr>
        <p:spPr bwMode="auto">
          <a:xfrm>
            <a:off x="7367588" y="3717925"/>
            <a:ext cx="3097212" cy="790575"/>
          </a:xfrm>
          <a:prstGeom prst="rect">
            <a:avLst/>
          </a:prstGeom>
          <a:noFill/>
          <a:ln w="25400" algn="ctr">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3200">
              <a:latin typeface="微软雅黑" panose="020B0503020204020204" pitchFamily="34" charset="-122"/>
              <a:ea typeface="微软雅黑" panose="020B0503020204020204" pitchFamily="34" charset="-122"/>
            </a:endParaRPr>
          </a:p>
        </p:txBody>
      </p:sp>
      <p:sp>
        <p:nvSpPr>
          <p:cNvPr id="36890" name="Rectangle 55">
            <a:extLst>
              <a:ext uri="{FF2B5EF4-FFF2-40B4-BE49-F238E27FC236}">
                <a16:creationId xmlns:a16="http://schemas.microsoft.com/office/drawing/2014/main" id="{127EFBFB-94B7-4AE0-9B53-D7EB59652188}"/>
              </a:ext>
            </a:extLst>
          </p:cNvPr>
          <p:cNvSpPr>
            <a:spLocks noChangeArrowheads="1"/>
          </p:cNvSpPr>
          <p:nvPr/>
        </p:nvSpPr>
        <p:spPr bwMode="auto">
          <a:xfrm>
            <a:off x="7367588" y="4652963"/>
            <a:ext cx="3097212" cy="790575"/>
          </a:xfrm>
          <a:prstGeom prst="rect">
            <a:avLst/>
          </a:prstGeom>
          <a:noFill/>
          <a:ln w="25400" algn="ctr">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3200">
              <a:latin typeface="微软雅黑" panose="020B0503020204020204" pitchFamily="34" charset="-122"/>
              <a:ea typeface="微软雅黑" panose="020B0503020204020204" pitchFamily="34" charset="-122"/>
            </a:endParaRPr>
          </a:p>
        </p:txBody>
      </p:sp>
      <p:sp>
        <p:nvSpPr>
          <p:cNvPr id="36891" name="Rectangle 56">
            <a:extLst>
              <a:ext uri="{FF2B5EF4-FFF2-40B4-BE49-F238E27FC236}">
                <a16:creationId xmlns:a16="http://schemas.microsoft.com/office/drawing/2014/main" id="{FC11C418-529C-4951-B3A7-08311B83D35F}"/>
              </a:ext>
            </a:extLst>
          </p:cNvPr>
          <p:cNvSpPr>
            <a:spLocks noChangeArrowheads="1"/>
          </p:cNvSpPr>
          <p:nvPr/>
        </p:nvSpPr>
        <p:spPr bwMode="auto">
          <a:xfrm>
            <a:off x="7367588" y="5659438"/>
            <a:ext cx="3097212" cy="936625"/>
          </a:xfrm>
          <a:prstGeom prst="rect">
            <a:avLst/>
          </a:prstGeom>
          <a:noFill/>
          <a:ln w="25400" algn="ctr">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320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2352736-66F6-E719-898B-BACAFE133F20}"/>
              </a:ext>
            </a:extLst>
          </p:cNvPr>
          <p:cNvSpPr>
            <a:spLocks noGrp="1"/>
          </p:cNvSpPr>
          <p:nvPr>
            <p:ph type="ftr" sz="quarter" idx="3"/>
          </p:nvPr>
        </p:nvSpPr>
        <p:spPr/>
        <p:txBody>
          <a:bodyPr/>
          <a:lstStyle/>
          <a:p>
            <a:r>
              <a:rPr lang="en-GB"/>
              <a:t>Legal Copy Helvetica Regular 8/9.6 Black</a:t>
            </a:r>
            <a:endParaRPr lang="en-GB" dirty="0"/>
          </a:p>
        </p:txBody>
      </p:sp>
      <p:sp>
        <p:nvSpPr>
          <p:cNvPr id="3" name="文本占位符 2">
            <a:extLst>
              <a:ext uri="{FF2B5EF4-FFF2-40B4-BE49-F238E27FC236}">
                <a16:creationId xmlns:a16="http://schemas.microsoft.com/office/drawing/2014/main" id="{7ED05796-2DE3-B15D-95EA-DF052F033A67}"/>
              </a:ext>
            </a:extLst>
          </p:cNvPr>
          <p:cNvSpPr>
            <a:spLocks noGrp="1"/>
          </p:cNvSpPr>
          <p:nvPr>
            <p:ph type="body" sz="quarter" idx="16"/>
          </p:nvPr>
        </p:nvSpPr>
        <p:spPr/>
        <p:txBody>
          <a:bodyPr/>
          <a:lstStyle/>
          <a:p>
            <a:r>
              <a:rPr lang="zh-CN" altLang="en-US" dirty="0"/>
              <a:t>仔细体会一下上述这些工具的思维过程，有哪些思维方式是值得你留意的</a:t>
            </a:r>
          </a:p>
        </p:txBody>
      </p:sp>
    </p:spTree>
    <p:extLst>
      <p:ext uri="{BB962C8B-B14F-4D97-AF65-F5344CB8AC3E}">
        <p14:creationId xmlns:p14="http://schemas.microsoft.com/office/powerpoint/2010/main" val="1721652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F54D0C-EEEC-4F0F-371F-1752314D214E}"/>
              </a:ext>
            </a:extLst>
          </p:cNvPr>
          <p:cNvSpPr>
            <a:spLocks noGrp="1"/>
          </p:cNvSpPr>
          <p:nvPr>
            <p:ph type="title"/>
          </p:nvPr>
        </p:nvSpPr>
        <p:spPr/>
        <p:txBody>
          <a:bodyPr/>
          <a:lstStyle/>
          <a:p>
            <a:r>
              <a:rPr lang="zh-CN" altLang="en-US" dirty="0"/>
              <a:t>思维切换在问题流程分析中的作用</a:t>
            </a:r>
          </a:p>
        </p:txBody>
      </p:sp>
      <p:sp>
        <p:nvSpPr>
          <p:cNvPr id="4" name="页脚占位符 3">
            <a:extLst>
              <a:ext uri="{FF2B5EF4-FFF2-40B4-BE49-F238E27FC236}">
                <a16:creationId xmlns:a16="http://schemas.microsoft.com/office/drawing/2014/main" id="{E4D5BB7C-D6A4-E028-8C1F-11177BE394DB}"/>
              </a:ext>
            </a:extLst>
          </p:cNvPr>
          <p:cNvSpPr>
            <a:spLocks noGrp="1"/>
          </p:cNvSpPr>
          <p:nvPr>
            <p:ph type="ftr" sz="quarter" idx="13"/>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2D832585-8CB3-6A40-450B-9368F85BB50D}"/>
              </a:ext>
            </a:extLst>
          </p:cNvPr>
          <p:cNvSpPr>
            <a:spLocks noGrp="1"/>
          </p:cNvSpPr>
          <p:nvPr>
            <p:ph type="sldNum" sz="quarter" idx="14"/>
          </p:nvPr>
        </p:nvSpPr>
        <p:spPr/>
        <p:txBody>
          <a:bodyPr/>
          <a:lstStyle/>
          <a:p>
            <a:pPr>
              <a:defRPr/>
            </a:pPr>
            <a:fld id="{388C7E40-5DD8-41F4-BDEA-EDA00605A11C}" type="slidenum">
              <a:rPr lang="de-DE" altLang="zh-CN" smtClean="0"/>
              <a:pPr>
                <a:defRPr/>
              </a:pPr>
              <a:t>16</a:t>
            </a:fld>
            <a:endParaRPr lang="de-DE" altLang="zh-CN"/>
          </a:p>
        </p:txBody>
      </p:sp>
      <p:sp>
        <p:nvSpPr>
          <p:cNvPr id="6" name="矩形: 圆角 5">
            <a:extLst>
              <a:ext uri="{FF2B5EF4-FFF2-40B4-BE49-F238E27FC236}">
                <a16:creationId xmlns:a16="http://schemas.microsoft.com/office/drawing/2014/main" id="{5035CA5B-3723-840B-0F0F-15C311A3CE95}"/>
              </a:ext>
            </a:extLst>
          </p:cNvPr>
          <p:cNvSpPr/>
          <p:nvPr/>
        </p:nvSpPr>
        <p:spPr>
          <a:xfrm>
            <a:off x="2166991" y="3070220"/>
            <a:ext cx="627321"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大而模糊的问题</a:t>
            </a:r>
          </a:p>
        </p:txBody>
      </p:sp>
      <p:sp>
        <p:nvSpPr>
          <p:cNvPr id="7" name="Text Box 9">
            <a:extLst>
              <a:ext uri="{FF2B5EF4-FFF2-40B4-BE49-F238E27FC236}">
                <a16:creationId xmlns:a16="http://schemas.microsoft.com/office/drawing/2014/main" id="{306F1FAB-CA6A-478D-68C6-EB0F20115957}"/>
              </a:ext>
            </a:extLst>
          </p:cNvPr>
          <p:cNvSpPr txBox="1">
            <a:spLocks noChangeArrowheads="1"/>
          </p:cNvSpPr>
          <p:nvPr/>
        </p:nvSpPr>
        <p:spPr bwMode="auto">
          <a:xfrm>
            <a:off x="206723" y="2270543"/>
            <a:ext cx="1440708" cy="647700"/>
          </a:xfrm>
          <a:prstGeom prst="rect">
            <a:avLst/>
          </a:prstGeom>
          <a:solidFill>
            <a:srgbClr val="EAEAEA"/>
          </a:solidFill>
          <a:ln w="38100" cmpd="dbl">
            <a:solidFill>
              <a:srgbClr val="333333"/>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理想状态</a:t>
            </a:r>
            <a:endParaRPr kumimoji="0" lang="zh-CN" altLang="zh-CN" sz="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8" name="AutoShape 2">
            <a:extLst>
              <a:ext uri="{FF2B5EF4-FFF2-40B4-BE49-F238E27FC236}">
                <a16:creationId xmlns:a16="http://schemas.microsoft.com/office/drawing/2014/main" id="{3A763603-94E7-860D-9A5D-7630AF998AF2}"/>
              </a:ext>
            </a:extLst>
          </p:cNvPr>
          <p:cNvSpPr>
            <a:spLocks noChangeArrowheads="1"/>
          </p:cNvSpPr>
          <p:nvPr/>
        </p:nvSpPr>
        <p:spPr bwMode="auto">
          <a:xfrm>
            <a:off x="576139" y="2972773"/>
            <a:ext cx="460529" cy="681652"/>
          </a:xfrm>
          <a:prstGeom prst="upDownArrow">
            <a:avLst>
              <a:gd name="adj1" fmla="val 50000"/>
              <a:gd name="adj2" fmla="val 29630"/>
            </a:avLst>
          </a:prstGeom>
          <a:solidFill>
            <a:srgbClr val="EAEAEA"/>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9" name="AutoShape 7">
            <a:extLst>
              <a:ext uri="{FF2B5EF4-FFF2-40B4-BE49-F238E27FC236}">
                <a16:creationId xmlns:a16="http://schemas.microsoft.com/office/drawing/2014/main" id="{86FFC7F0-17FC-7927-0EF4-0296ACA9F0D3}"/>
              </a:ext>
            </a:extLst>
          </p:cNvPr>
          <p:cNvSpPr>
            <a:spLocks noChangeArrowheads="1"/>
          </p:cNvSpPr>
          <p:nvPr/>
        </p:nvSpPr>
        <p:spPr bwMode="auto">
          <a:xfrm>
            <a:off x="1117476" y="2972773"/>
            <a:ext cx="1017712" cy="67867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a typeface="微软雅黑" panose="020B0503020204020204" pitchFamily="34" charset="-122"/>
            </a:endParaRPr>
          </a:p>
        </p:txBody>
      </p:sp>
      <p:sp>
        <p:nvSpPr>
          <p:cNvPr id="10" name="Text Box 6">
            <a:extLst>
              <a:ext uri="{FF2B5EF4-FFF2-40B4-BE49-F238E27FC236}">
                <a16:creationId xmlns:a16="http://schemas.microsoft.com/office/drawing/2014/main" id="{ECFA65C1-26D5-FE92-933A-2C36E7647A59}"/>
              </a:ext>
            </a:extLst>
          </p:cNvPr>
          <p:cNvSpPr txBox="1">
            <a:spLocks noChangeArrowheads="1"/>
          </p:cNvSpPr>
          <p:nvPr/>
        </p:nvSpPr>
        <p:spPr bwMode="auto">
          <a:xfrm>
            <a:off x="1324199" y="3078345"/>
            <a:ext cx="636070" cy="188521"/>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差距=问题</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1" name="Text Box 9">
            <a:extLst>
              <a:ext uri="{FF2B5EF4-FFF2-40B4-BE49-F238E27FC236}">
                <a16:creationId xmlns:a16="http://schemas.microsoft.com/office/drawing/2014/main" id="{2F4526AA-8126-C5EC-229E-464A96FA7234}"/>
              </a:ext>
            </a:extLst>
          </p:cNvPr>
          <p:cNvSpPr txBox="1">
            <a:spLocks noChangeArrowheads="1"/>
          </p:cNvSpPr>
          <p:nvPr/>
        </p:nvSpPr>
        <p:spPr bwMode="auto">
          <a:xfrm>
            <a:off x="206723" y="3759997"/>
            <a:ext cx="1440708" cy="647700"/>
          </a:xfrm>
          <a:prstGeom prst="rect">
            <a:avLst/>
          </a:prstGeom>
          <a:solidFill>
            <a:srgbClr val="EAEAEA"/>
          </a:solidFill>
          <a:ln w="38100" cmpd="dbl">
            <a:solidFill>
              <a:srgbClr val="333333"/>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现状</a:t>
            </a:r>
            <a:endParaRPr kumimoji="0" lang="zh-CN" altLang="zh-CN" sz="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13" name="直接连接符 12">
            <a:extLst>
              <a:ext uri="{FF2B5EF4-FFF2-40B4-BE49-F238E27FC236}">
                <a16:creationId xmlns:a16="http://schemas.microsoft.com/office/drawing/2014/main" id="{A7E86DCC-2DE6-5B1C-B80F-621A36ADE5EA}"/>
              </a:ext>
            </a:extLst>
          </p:cNvPr>
          <p:cNvCxnSpPr>
            <a:cxnSpLocks/>
            <a:stCxn id="6" idx="0"/>
          </p:cNvCxnSpPr>
          <p:nvPr/>
        </p:nvCxnSpPr>
        <p:spPr>
          <a:xfrm flipV="1">
            <a:off x="2480652" y="2819056"/>
            <a:ext cx="795771" cy="251164"/>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3">
            <a:extLst>
              <a:ext uri="{FF2B5EF4-FFF2-40B4-BE49-F238E27FC236}">
                <a16:creationId xmlns:a16="http://schemas.microsoft.com/office/drawing/2014/main" id="{E2CA84F0-A7EB-BCCD-6EC8-A793CDBD3998}"/>
              </a:ext>
            </a:extLst>
          </p:cNvPr>
          <p:cNvCxnSpPr>
            <a:cxnSpLocks/>
          </p:cNvCxnSpPr>
          <p:nvPr/>
        </p:nvCxnSpPr>
        <p:spPr>
          <a:xfrm>
            <a:off x="2524720" y="3554172"/>
            <a:ext cx="834326" cy="322824"/>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7BD4917B-2859-4498-0E3A-4D34F30AF6BF}"/>
              </a:ext>
            </a:extLst>
          </p:cNvPr>
          <p:cNvCxnSpPr>
            <a:cxnSpLocks/>
            <a:endCxn id="22" idx="0"/>
          </p:cNvCxnSpPr>
          <p:nvPr/>
        </p:nvCxnSpPr>
        <p:spPr>
          <a:xfrm>
            <a:off x="3276423" y="2819056"/>
            <a:ext cx="961873" cy="306399"/>
          </a:xfrm>
          <a:prstGeom prst="line">
            <a:avLst/>
          </a:prstGeom>
        </p:spPr>
        <p:style>
          <a:lnRef idx="2">
            <a:schemeClr val="dk1"/>
          </a:lnRef>
          <a:fillRef idx="0">
            <a:schemeClr val="dk1"/>
          </a:fillRef>
          <a:effectRef idx="1">
            <a:schemeClr val="dk1"/>
          </a:effectRef>
          <a:fontRef idx="minor">
            <a:schemeClr val="tx1"/>
          </a:fontRef>
        </p:style>
      </p:cxnSp>
      <p:cxnSp>
        <p:nvCxnSpPr>
          <p:cNvPr id="21" name="直接连接符 20">
            <a:extLst>
              <a:ext uri="{FF2B5EF4-FFF2-40B4-BE49-F238E27FC236}">
                <a16:creationId xmlns:a16="http://schemas.microsoft.com/office/drawing/2014/main" id="{5CE566DE-8227-9C42-25F1-12A0B94EA08E}"/>
              </a:ext>
            </a:extLst>
          </p:cNvPr>
          <p:cNvCxnSpPr>
            <a:cxnSpLocks/>
            <a:endCxn id="22" idx="2"/>
          </p:cNvCxnSpPr>
          <p:nvPr/>
        </p:nvCxnSpPr>
        <p:spPr>
          <a:xfrm flipV="1">
            <a:off x="3359046" y="3609236"/>
            <a:ext cx="879250" cy="267760"/>
          </a:xfrm>
          <a:prstGeom prst="line">
            <a:avLst/>
          </a:prstGeom>
        </p:spPr>
        <p:style>
          <a:lnRef idx="2">
            <a:schemeClr val="dk1"/>
          </a:lnRef>
          <a:fillRef idx="0">
            <a:schemeClr val="dk1"/>
          </a:fillRef>
          <a:effectRef idx="1">
            <a:schemeClr val="dk1"/>
          </a:effectRef>
          <a:fontRef idx="minor">
            <a:schemeClr val="tx1"/>
          </a:fontRef>
        </p:style>
      </p:cxnSp>
      <p:sp>
        <p:nvSpPr>
          <p:cNvPr id="22" name="矩形: 圆角 21">
            <a:extLst>
              <a:ext uri="{FF2B5EF4-FFF2-40B4-BE49-F238E27FC236}">
                <a16:creationId xmlns:a16="http://schemas.microsoft.com/office/drawing/2014/main" id="{BDF52EA4-9933-0594-6E5A-3B9482F176F2}"/>
              </a:ext>
            </a:extLst>
          </p:cNvPr>
          <p:cNvSpPr/>
          <p:nvPr/>
        </p:nvSpPr>
        <p:spPr>
          <a:xfrm>
            <a:off x="3846803" y="3125455"/>
            <a:ext cx="782986"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关键性</a:t>
            </a:r>
            <a:endParaRPr lang="en-US" altLang="zh-CN" sz="1000" dirty="0">
              <a:solidFill>
                <a:schemeClr val="tx1"/>
              </a:solidFill>
            </a:endParaRPr>
          </a:p>
          <a:p>
            <a:pPr algn="ctr"/>
            <a:r>
              <a:rPr lang="zh-CN" altLang="en-US" sz="1000" dirty="0">
                <a:solidFill>
                  <a:schemeClr val="tx1"/>
                </a:solidFill>
              </a:rPr>
              <a:t>问题</a:t>
            </a:r>
          </a:p>
        </p:txBody>
      </p:sp>
      <p:sp>
        <p:nvSpPr>
          <p:cNvPr id="38" name="椭圆 37">
            <a:extLst>
              <a:ext uri="{FF2B5EF4-FFF2-40B4-BE49-F238E27FC236}">
                <a16:creationId xmlns:a16="http://schemas.microsoft.com/office/drawing/2014/main" id="{827B802E-D079-2503-C8BF-6C12CA9B6144}"/>
              </a:ext>
            </a:extLst>
          </p:cNvPr>
          <p:cNvSpPr/>
          <p:nvPr/>
        </p:nvSpPr>
        <p:spPr>
          <a:xfrm>
            <a:off x="2867062" y="2996913"/>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问题</a:t>
            </a:r>
            <a:r>
              <a:rPr lang="en-US" altLang="zh-CN" sz="500" dirty="0">
                <a:solidFill>
                  <a:schemeClr val="tx1"/>
                </a:solidFill>
              </a:rPr>
              <a:t>A</a:t>
            </a:r>
            <a:endParaRPr lang="zh-CN" altLang="en-US" sz="500" dirty="0">
              <a:solidFill>
                <a:schemeClr val="tx1"/>
              </a:solidFill>
            </a:endParaRPr>
          </a:p>
        </p:txBody>
      </p:sp>
      <p:sp>
        <p:nvSpPr>
          <p:cNvPr id="39" name="椭圆 38">
            <a:extLst>
              <a:ext uri="{FF2B5EF4-FFF2-40B4-BE49-F238E27FC236}">
                <a16:creationId xmlns:a16="http://schemas.microsoft.com/office/drawing/2014/main" id="{1A33866E-8B52-B863-36A2-FD7D40E306CF}"/>
              </a:ext>
            </a:extLst>
          </p:cNvPr>
          <p:cNvSpPr/>
          <p:nvPr/>
        </p:nvSpPr>
        <p:spPr>
          <a:xfrm>
            <a:off x="2867062" y="3339814"/>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问题</a:t>
            </a:r>
            <a:r>
              <a:rPr lang="en-US" altLang="zh-CN" sz="500" dirty="0">
                <a:solidFill>
                  <a:schemeClr val="tx1"/>
                </a:solidFill>
              </a:rPr>
              <a:t>B</a:t>
            </a:r>
            <a:endParaRPr lang="zh-CN" altLang="en-US" sz="500" dirty="0">
              <a:solidFill>
                <a:schemeClr val="tx1"/>
              </a:solidFill>
            </a:endParaRPr>
          </a:p>
        </p:txBody>
      </p:sp>
      <p:sp>
        <p:nvSpPr>
          <p:cNvPr id="40" name="椭圆 39">
            <a:extLst>
              <a:ext uri="{FF2B5EF4-FFF2-40B4-BE49-F238E27FC236}">
                <a16:creationId xmlns:a16="http://schemas.microsoft.com/office/drawing/2014/main" id="{686F0697-82AA-76DF-2A56-F12756ACE796}"/>
              </a:ext>
            </a:extLst>
          </p:cNvPr>
          <p:cNvSpPr/>
          <p:nvPr/>
        </p:nvSpPr>
        <p:spPr>
          <a:xfrm>
            <a:off x="3104895" y="3585314"/>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问题</a:t>
            </a:r>
            <a:r>
              <a:rPr lang="en-US" altLang="zh-CN" sz="500" dirty="0">
                <a:solidFill>
                  <a:schemeClr val="tx1"/>
                </a:solidFill>
              </a:rPr>
              <a:t>C</a:t>
            </a:r>
            <a:endParaRPr lang="zh-CN" altLang="en-US" sz="500" dirty="0">
              <a:solidFill>
                <a:schemeClr val="tx1"/>
              </a:solidFill>
            </a:endParaRPr>
          </a:p>
        </p:txBody>
      </p:sp>
      <p:sp>
        <p:nvSpPr>
          <p:cNvPr id="41" name="椭圆 40">
            <a:extLst>
              <a:ext uri="{FF2B5EF4-FFF2-40B4-BE49-F238E27FC236}">
                <a16:creationId xmlns:a16="http://schemas.microsoft.com/office/drawing/2014/main" id="{32BC8E64-A8BA-50B8-7E28-A01DC7569FCF}"/>
              </a:ext>
            </a:extLst>
          </p:cNvPr>
          <p:cNvSpPr/>
          <p:nvPr/>
        </p:nvSpPr>
        <p:spPr>
          <a:xfrm>
            <a:off x="3358824" y="3107185"/>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问题</a:t>
            </a:r>
            <a:r>
              <a:rPr lang="en-US" altLang="zh-CN" sz="500" dirty="0">
                <a:solidFill>
                  <a:schemeClr val="tx1"/>
                </a:solidFill>
              </a:rPr>
              <a:t>…</a:t>
            </a:r>
            <a:endParaRPr lang="zh-CN" altLang="en-US" sz="500" dirty="0">
              <a:solidFill>
                <a:schemeClr val="tx1"/>
              </a:solidFill>
            </a:endParaRPr>
          </a:p>
        </p:txBody>
      </p:sp>
      <p:sp>
        <p:nvSpPr>
          <p:cNvPr id="42" name="矩形: 圆角 41">
            <a:extLst>
              <a:ext uri="{FF2B5EF4-FFF2-40B4-BE49-F238E27FC236}">
                <a16:creationId xmlns:a16="http://schemas.microsoft.com/office/drawing/2014/main" id="{A872012C-F55A-27FA-E0F7-D296D6EF83B9}"/>
              </a:ext>
            </a:extLst>
          </p:cNvPr>
          <p:cNvSpPr/>
          <p:nvPr/>
        </p:nvSpPr>
        <p:spPr>
          <a:xfrm>
            <a:off x="5333721" y="1659804"/>
            <a:ext cx="627321"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为什么</a:t>
            </a:r>
            <a:r>
              <a:rPr lang="en-US" altLang="zh-CN" sz="1000" dirty="0">
                <a:solidFill>
                  <a:schemeClr val="tx1"/>
                </a:solidFill>
              </a:rPr>
              <a:t>…?</a:t>
            </a:r>
            <a:endParaRPr lang="zh-CN" altLang="en-US" sz="1000" dirty="0">
              <a:solidFill>
                <a:schemeClr val="tx1"/>
              </a:solidFill>
            </a:endParaRPr>
          </a:p>
        </p:txBody>
      </p:sp>
      <p:cxnSp>
        <p:nvCxnSpPr>
          <p:cNvPr id="43" name="直接连接符 42">
            <a:extLst>
              <a:ext uri="{FF2B5EF4-FFF2-40B4-BE49-F238E27FC236}">
                <a16:creationId xmlns:a16="http://schemas.microsoft.com/office/drawing/2014/main" id="{4D13DB6F-B20A-732A-03A4-740A640FA1ED}"/>
              </a:ext>
            </a:extLst>
          </p:cNvPr>
          <p:cNvCxnSpPr>
            <a:cxnSpLocks/>
            <a:stCxn id="42" idx="0"/>
          </p:cNvCxnSpPr>
          <p:nvPr/>
        </p:nvCxnSpPr>
        <p:spPr>
          <a:xfrm flipV="1">
            <a:off x="5647382" y="1408640"/>
            <a:ext cx="795771" cy="251164"/>
          </a:xfrm>
          <a:prstGeom prst="line">
            <a:avLst/>
          </a:prstGeom>
        </p:spPr>
        <p:style>
          <a:lnRef idx="2">
            <a:schemeClr val="dk1"/>
          </a:lnRef>
          <a:fillRef idx="0">
            <a:schemeClr val="dk1"/>
          </a:fillRef>
          <a:effectRef idx="1">
            <a:schemeClr val="dk1"/>
          </a:effectRef>
          <a:fontRef idx="minor">
            <a:schemeClr val="tx1"/>
          </a:fontRef>
        </p:style>
      </p:cxnSp>
      <p:cxnSp>
        <p:nvCxnSpPr>
          <p:cNvPr id="44" name="直接连接符 43">
            <a:extLst>
              <a:ext uri="{FF2B5EF4-FFF2-40B4-BE49-F238E27FC236}">
                <a16:creationId xmlns:a16="http://schemas.microsoft.com/office/drawing/2014/main" id="{9B9F4C10-094D-1751-0C5C-8AC53D132154}"/>
              </a:ext>
            </a:extLst>
          </p:cNvPr>
          <p:cNvCxnSpPr>
            <a:cxnSpLocks/>
          </p:cNvCxnSpPr>
          <p:nvPr/>
        </p:nvCxnSpPr>
        <p:spPr>
          <a:xfrm>
            <a:off x="5691450" y="2143756"/>
            <a:ext cx="834326" cy="322824"/>
          </a:xfrm>
          <a:prstGeom prst="line">
            <a:avLst/>
          </a:prstGeom>
        </p:spPr>
        <p:style>
          <a:lnRef idx="2">
            <a:schemeClr val="dk1"/>
          </a:lnRef>
          <a:fillRef idx="0">
            <a:schemeClr val="dk1"/>
          </a:fillRef>
          <a:effectRef idx="1">
            <a:schemeClr val="dk1"/>
          </a:effectRef>
          <a:fontRef idx="minor">
            <a:schemeClr val="tx1"/>
          </a:fontRef>
        </p:style>
      </p:cxnSp>
      <p:cxnSp>
        <p:nvCxnSpPr>
          <p:cNvPr id="45" name="直接连接符 44">
            <a:extLst>
              <a:ext uri="{FF2B5EF4-FFF2-40B4-BE49-F238E27FC236}">
                <a16:creationId xmlns:a16="http://schemas.microsoft.com/office/drawing/2014/main" id="{950CCF59-15CC-4BBF-C5FC-57EC876481AB}"/>
              </a:ext>
            </a:extLst>
          </p:cNvPr>
          <p:cNvCxnSpPr>
            <a:cxnSpLocks/>
            <a:endCxn id="47" idx="0"/>
          </p:cNvCxnSpPr>
          <p:nvPr/>
        </p:nvCxnSpPr>
        <p:spPr>
          <a:xfrm>
            <a:off x="6443153" y="1408640"/>
            <a:ext cx="961873" cy="306399"/>
          </a:xfrm>
          <a:prstGeom prst="line">
            <a:avLst/>
          </a:prstGeom>
        </p:spPr>
        <p:style>
          <a:lnRef idx="2">
            <a:schemeClr val="dk1"/>
          </a:lnRef>
          <a:fillRef idx="0">
            <a:schemeClr val="dk1"/>
          </a:fillRef>
          <a:effectRef idx="1">
            <a:schemeClr val="dk1"/>
          </a:effectRef>
          <a:fontRef idx="minor">
            <a:schemeClr val="tx1"/>
          </a:fontRef>
        </p:style>
      </p:cxnSp>
      <p:cxnSp>
        <p:nvCxnSpPr>
          <p:cNvPr id="46" name="直接连接符 45">
            <a:extLst>
              <a:ext uri="{FF2B5EF4-FFF2-40B4-BE49-F238E27FC236}">
                <a16:creationId xmlns:a16="http://schemas.microsoft.com/office/drawing/2014/main" id="{5EE1E2B6-C0E3-087D-2B4E-CDBDFBF9FF1E}"/>
              </a:ext>
            </a:extLst>
          </p:cNvPr>
          <p:cNvCxnSpPr>
            <a:cxnSpLocks/>
            <a:endCxn id="47" idx="2"/>
          </p:cNvCxnSpPr>
          <p:nvPr/>
        </p:nvCxnSpPr>
        <p:spPr>
          <a:xfrm flipV="1">
            <a:off x="6525776" y="2198820"/>
            <a:ext cx="879250" cy="267760"/>
          </a:xfrm>
          <a:prstGeom prst="line">
            <a:avLst/>
          </a:prstGeom>
        </p:spPr>
        <p:style>
          <a:lnRef idx="2">
            <a:schemeClr val="dk1"/>
          </a:lnRef>
          <a:fillRef idx="0">
            <a:schemeClr val="dk1"/>
          </a:fillRef>
          <a:effectRef idx="1">
            <a:schemeClr val="dk1"/>
          </a:effectRef>
          <a:fontRef idx="minor">
            <a:schemeClr val="tx1"/>
          </a:fontRef>
        </p:style>
      </p:cxnSp>
      <p:sp>
        <p:nvSpPr>
          <p:cNvPr id="47" name="矩形: 圆角 46">
            <a:extLst>
              <a:ext uri="{FF2B5EF4-FFF2-40B4-BE49-F238E27FC236}">
                <a16:creationId xmlns:a16="http://schemas.microsoft.com/office/drawing/2014/main" id="{C72B1EBE-50DA-86C3-F884-5A4D8D84D9A7}"/>
              </a:ext>
            </a:extLst>
          </p:cNvPr>
          <p:cNvSpPr/>
          <p:nvPr/>
        </p:nvSpPr>
        <p:spPr>
          <a:xfrm>
            <a:off x="7013533" y="1715039"/>
            <a:ext cx="782986"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根本原因</a:t>
            </a:r>
            <a:endParaRPr lang="en-US" altLang="zh-CN" sz="1000" dirty="0">
              <a:solidFill>
                <a:schemeClr val="tx1"/>
              </a:solidFill>
            </a:endParaRPr>
          </a:p>
          <a:p>
            <a:pPr algn="ctr"/>
            <a:r>
              <a:rPr lang="zh-CN" altLang="en-US" sz="1000" dirty="0">
                <a:solidFill>
                  <a:schemeClr val="tx1"/>
                </a:solidFill>
              </a:rPr>
              <a:t>（真因）</a:t>
            </a:r>
          </a:p>
        </p:txBody>
      </p:sp>
      <p:sp>
        <p:nvSpPr>
          <p:cNvPr id="48" name="椭圆 47">
            <a:extLst>
              <a:ext uri="{FF2B5EF4-FFF2-40B4-BE49-F238E27FC236}">
                <a16:creationId xmlns:a16="http://schemas.microsoft.com/office/drawing/2014/main" id="{6C65C522-8509-769B-2E1C-D9DCFC31D56C}"/>
              </a:ext>
            </a:extLst>
          </p:cNvPr>
          <p:cNvSpPr/>
          <p:nvPr/>
        </p:nvSpPr>
        <p:spPr>
          <a:xfrm>
            <a:off x="6033792" y="1586497"/>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原因</a:t>
            </a:r>
            <a:r>
              <a:rPr lang="en-US" altLang="zh-CN" sz="500" dirty="0">
                <a:solidFill>
                  <a:schemeClr val="tx1"/>
                </a:solidFill>
              </a:rPr>
              <a:t>A</a:t>
            </a:r>
            <a:endParaRPr lang="zh-CN" altLang="en-US" sz="500" dirty="0">
              <a:solidFill>
                <a:schemeClr val="tx1"/>
              </a:solidFill>
            </a:endParaRPr>
          </a:p>
        </p:txBody>
      </p:sp>
      <p:sp>
        <p:nvSpPr>
          <p:cNvPr id="49" name="椭圆 48">
            <a:extLst>
              <a:ext uri="{FF2B5EF4-FFF2-40B4-BE49-F238E27FC236}">
                <a16:creationId xmlns:a16="http://schemas.microsoft.com/office/drawing/2014/main" id="{79EAD7CE-2F88-33A3-2C02-CD1988D67833}"/>
              </a:ext>
            </a:extLst>
          </p:cNvPr>
          <p:cNvSpPr/>
          <p:nvPr/>
        </p:nvSpPr>
        <p:spPr>
          <a:xfrm>
            <a:off x="6033792" y="1929398"/>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原因</a:t>
            </a:r>
            <a:r>
              <a:rPr lang="en-US" altLang="zh-CN" sz="500" dirty="0">
                <a:solidFill>
                  <a:schemeClr val="tx1"/>
                </a:solidFill>
              </a:rPr>
              <a:t>B</a:t>
            </a:r>
            <a:endParaRPr lang="zh-CN" altLang="en-US" sz="500" dirty="0">
              <a:solidFill>
                <a:schemeClr val="tx1"/>
              </a:solidFill>
            </a:endParaRPr>
          </a:p>
        </p:txBody>
      </p:sp>
      <p:sp>
        <p:nvSpPr>
          <p:cNvPr id="50" name="椭圆 49">
            <a:extLst>
              <a:ext uri="{FF2B5EF4-FFF2-40B4-BE49-F238E27FC236}">
                <a16:creationId xmlns:a16="http://schemas.microsoft.com/office/drawing/2014/main" id="{2A53C833-DDAF-DA8D-2740-2D7BB1F962A4}"/>
              </a:ext>
            </a:extLst>
          </p:cNvPr>
          <p:cNvSpPr/>
          <p:nvPr/>
        </p:nvSpPr>
        <p:spPr>
          <a:xfrm>
            <a:off x="6271625" y="2174898"/>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原因</a:t>
            </a:r>
            <a:r>
              <a:rPr lang="en-US" altLang="zh-CN" sz="500" dirty="0">
                <a:solidFill>
                  <a:schemeClr val="tx1"/>
                </a:solidFill>
              </a:rPr>
              <a:t>C</a:t>
            </a:r>
            <a:endParaRPr lang="zh-CN" altLang="en-US" sz="500" dirty="0">
              <a:solidFill>
                <a:schemeClr val="tx1"/>
              </a:solidFill>
            </a:endParaRPr>
          </a:p>
        </p:txBody>
      </p:sp>
      <p:sp>
        <p:nvSpPr>
          <p:cNvPr id="51" name="椭圆 50">
            <a:extLst>
              <a:ext uri="{FF2B5EF4-FFF2-40B4-BE49-F238E27FC236}">
                <a16:creationId xmlns:a16="http://schemas.microsoft.com/office/drawing/2014/main" id="{D57080E2-1401-8DD7-EAC5-6054AC7D45CB}"/>
              </a:ext>
            </a:extLst>
          </p:cNvPr>
          <p:cNvSpPr/>
          <p:nvPr/>
        </p:nvSpPr>
        <p:spPr>
          <a:xfrm>
            <a:off x="6525554" y="1696769"/>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原因</a:t>
            </a:r>
            <a:r>
              <a:rPr lang="en-US" altLang="zh-CN" sz="500" dirty="0">
                <a:solidFill>
                  <a:schemeClr val="tx1"/>
                </a:solidFill>
              </a:rPr>
              <a:t>…</a:t>
            </a:r>
            <a:endParaRPr lang="zh-CN" altLang="en-US" sz="500" dirty="0">
              <a:solidFill>
                <a:schemeClr val="tx1"/>
              </a:solidFill>
            </a:endParaRPr>
          </a:p>
        </p:txBody>
      </p:sp>
      <p:sp>
        <p:nvSpPr>
          <p:cNvPr id="52" name="矩形: 圆角 51">
            <a:extLst>
              <a:ext uri="{FF2B5EF4-FFF2-40B4-BE49-F238E27FC236}">
                <a16:creationId xmlns:a16="http://schemas.microsoft.com/office/drawing/2014/main" id="{B5E0B604-33F8-51AA-628C-EC005BE463AA}"/>
              </a:ext>
            </a:extLst>
          </p:cNvPr>
          <p:cNvSpPr/>
          <p:nvPr/>
        </p:nvSpPr>
        <p:spPr>
          <a:xfrm>
            <a:off x="5377789" y="4249027"/>
            <a:ext cx="627321"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如何改善</a:t>
            </a:r>
            <a:r>
              <a:rPr lang="en-US" altLang="zh-CN" sz="1000" dirty="0">
                <a:solidFill>
                  <a:schemeClr val="tx1"/>
                </a:solidFill>
              </a:rPr>
              <a:t>/</a:t>
            </a:r>
            <a:r>
              <a:rPr lang="zh-CN" altLang="en-US" sz="1000" dirty="0">
                <a:solidFill>
                  <a:schemeClr val="tx1"/>
                </a:solidFill>
              </a:rPr>
              <a:t>提高</a:t>
            </a:r>
            <a:r>
              <a:rPr lang="en-US" altLang="zh-CN" sz="1000" dirty="0">
                <a:solidFill>
                  <a:schemeClr val="tx1"/>
                </a:solidFill>
              </a:rPr>
              <a:t>…?</a:t>
            </a:r>
            <a:endParaRPr lang="zh-CN" altLang="en-US" sz="1000" dirty="0">
              <a:solidFill>
                <a:schemeClr val="tx1"/>
              </a:solidFill>
            </a:endParaRPr>
          </a:p>
        </p:txBody>
      </p:sp>
      <p:cxnSp>
        <p:nvCxnSpPr>
          <p:cNvPr id="53" name="直接连接符 52">
            <a:extLst>
              <a:ext uri="{FF2B5EF4-FFF2-40B4-BE49-F238E27FC236}">
                <a16:creationId xmlns:a16="http://schemas.microsoft.com/office/drawing/2014/main" id="{A4927EA6-D739-2B4C-23DC-5F4E6092E627}"/>
              </a:ext>
            </a:extLst>
          </p:cNvPr>
          <p:cNvCxnSpPr>
            <a:cxnSpLocks/>
            <a:stCxn id="52" idx="0"/>
          </p:cNvCxnSpPr>
          <p:nvPr/>
        </p:nvCxnSpPr>
        <p:spPr>
          <a:xfrm flipV="1">
            <a:off x="5691450" y="3997863"/>
            <a:ext cx="795771" cy="251164"/>
          </a:xfrm>
          <a:prstGeom prst="line">
            <a:avLst/>
          </a:prstGeom>
        </p:spPr>
        <p:style>
          <a:lnRef idx="2">
            <a:schemeClr val="dk1"/>
          </a:lnRef>
          <a:fillRef idx="0">
            <a:schemeClr val="dk1"/>
          </a:fillRef>
          <a:effectRef idx="1">
            <a:schemeClr val="dk1"/>
          </a:effectRef>
          <a:fontRef idx="minor">
            <a:schemeClr val="tx1"/>
          </a:fontRef>
        </p:style>
      </p:cxnSp>
      <p:cxnSp>
        <p:nvCxnSpPr>
          <p:cNvPr id="54" name="直接连接符 53">
            <a:extLst>
              <a:ext uri="{FF2B5EF4-FFF2-40B4-BE49-F238E27FC236}">
                <a16:creationId xmlns:a16="http://schemas.microsoft.com/office/drawing/2014/main" id="{9D1D9DEA-FE18-4B78-3D9E-746E458065DB}"/>
              </a:ext>
            </a:extLst>
          </p:cNvPr>
          <p:cNvCxnSpPr>
            <a:cxnSpLocks/>
          </p:cNvCxnSpPr>
          <p:nvPr/>
        </p:nvCxnSpPr>
        <p:spPr>
          <a:xfrm>
            <a:off x="5735518" y="4732979"/>
            <a:ext cx="834326" cy="322824"/>
          </a:xfrm>
          <a:prstGeom prst="line">
            <a:avLst/>
          </a:prstGeom>
        </p:spPr>
        <p:style>
          <a:lnRef idx="2">
            <a:schemeClr val="dk1"/>
          </a:lnRef>
          <a:fillRef idx="0">
            <a:schemeClr val="dk1"/>
          </a:fillRef>
          <a:effectRef idx="1">
            <a:schemeClr val="dk1"/>
          </a:effectRef>
          <a:fontRef idx="minor">
            <a:schemeClr val="tx1"/>
          </a:fontRef>
        </p:style>
      </p:cxnSp>
      <p:cxnSp>
        <p:nvCxnSpPr>
          <p:cNvPr id="55" name="直接连接符 54">
            <a:extLst>
              <a:ext uri="{FF2B5EF4-FFF2-40B4-BE49-F238E27FC236}">
                <a16:creationId xmlns:a16="http://schemas.microsoft.com/office/drawing/2014/main" id="{62CC788B-5EE2-A44A-2CE4-718131BA0034}"/>
              </a:ext>
            </a:extLst>
          </p:cNvPr>
          <p:cNvCxnSpPr>
            <a:cxnSpLocks/>
            <a:endCxn id="57" idx="0"/>
          </p:cNvCxnSpPr>
          <p:nvPr/>
        </p:nvCxnSpPr>
        <p:spPr>
          <a:xfrm>
            <a:off x="6487221" y="3997863"/>
            <a:ext cx="961873" cy="306399"/>
          </a:xfrm>
          <a:prstGeom prst="line">
            <a:avLst/>
          </a:prstGeom>
        </p:spPr>
        <p:style>
          <a:lnRef idx="2">
            <a:schemeClr val="dk1"/>
          </a:lnRef>
          <a:fillRef idx="0">
            <a:schemeClr val="dk1"/>
          </a:fillRef>
          <a:effectRef idx="1">
            <a:schemeClr val="dk1"/>
          </a:effectRef>
          <a:fontRef idx="minor">
            <a:schemeClr val="tx1"/>
          </a:fontRef>
        </p:style>
      </p:cxnSp>
      <p:cxnSp>
        <p:nvCxnSpPr>
          <p:cNvPr id="56" name="直接连接符 55">
            <a:extLst>
              <a:ext uri="{FF2B5EF4-FFF2-40B4-BE49-F238E27FC236}">
                <a16:creationId xmlns:a16="http://schemas.microsoft.com/office/drawing/2014/main" id="{AE22911D-0F16-6852-5483-D08CD37A2F48}"/>
              </a:ext>
            </a:extLst>
          </p:cNvPr>
          <p:cNvCxnSpPr>
            <a:cxnSpLocks/>
            <a:endCxn id="57" idx="2"/>
          </p:cNvCxnSpPr>
          <p:nvPr/>
        </p:nvCxnSpPr>
        <p:spPr>
          <a:xfrm flipV="1">
            <a:off x="6569844" y="4788043"/>
            <a:ext cx="879250" cy="267760"/>
          </a:xfrm>
          <a:prstGeom prst="line">
            <a:avLst/>
          </a:prstGeom>
        </p:spPr>
        <p:style>
          <a:lnRef idx="2">
            <a:schemeClr val="dk1"/>
          </a:lnRef>
          <a:fillRef idx="0">
            <a:schemeClr val="dk1"/>
          </a:fillRef>
          <a:effectRef idx="1">
            <a:schemeClr val="dk1"/>
          </a:effectRef>
          <a:fontRef idx="minor">
            <a:schemeClr val="tx1"/>
          </a:fontRef>
        </p:style>
      </p:cxnSp>
      <p:sp>
        <p:nvSpPr>
          <p:cNvPr id="57" name="矩形: 圆角 56">
            <a:extLst>
              <a:ext uri="{FF2B5EF4-FFF2-40B4-BE49-F238E27FC236}">
                <a16:creationId xmlns:a16="http://schemas.microsoft.com/office/drawing/2014/main" id="{EBD9B401-858E-479E-94B2-5480B0E07734}"/>
              </a:ext>
            </a:extLst>
          </p:cNvPr>
          <p:cNvSpPr/>
          <p:nvPr/>
        </p:nvSpPr>
        <p:spPr>
          <a:xfrm>
            <a:off x="7057601" y="4304262"/>
            <a:ext cx="782986"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最优措施</a:t>
            </a:r>
          </a:p>
        </p:txBody>
      </p:sp>
      <p:sp>
        <p:nvSpPr>
          <p:cNvPr id="58" name="椭圆 57">
            <a:extLst>
              <a:ext uri="{FF2B5EF4-FFF2-40B4-BE49-F238E27FC236}">
                <a16:creationId xmlns:a16="http://schemas.microsoft.com/office/drawing/2014/main" id="{59CF6123-3396-8425-9B8C-DD447DF3C28C}"/>
              </a:ext>
            </a:extLst>
          </p:cNvPr>
          <p:cNvSpPr/>
          <p:nvPr/>
        </p:nvSpPr>
        <p:spPr>
          <a:xfrm>
            <a:off x="6077860" y="4175720"/>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A</a:t>
            </a:r>
            <a:endParaRPr lang="zh-CN" altLang="en-US" sz="500" dirty="0">
              <a:solidFill>
                <a:schemeClr val="tx1"/>
              </a:solidFill>
            </a:endParaRPr>
          </a:p>
        </p:txBody>
      </p:sp>
      <p:sp>
        <p:nvSpPr>
          <p:cNvPr id="59" name="椭圆 58">
            <a:extLst>
              <a:ext uri="{FF2B5EF4-FFF2-40B4-BE49-F238E27FC236}">
                <a16:creationId xmlns:a16="http://schemas.microsoft.com/office/drawing/2014/main" id="{8EA450A0-0CBF-60F0-C3EA-262F0A43BB36}"/>
              </a:ext>
            </a:extLst>
          </p:cNvPr>
          <p:cNvSpPr/>
          <p:nvPr/>
        </p:nvSpPr>
        <p:spPr>
          <a:xfrm>
            <a:off x="6077860" y="4518621"/>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B</a:t>
            </a:r>
            <a:endParaRPr lang="zh-CN" altLang="en-US" sz="500" dirty="0">
              <a:solidFill>
                <a:schemeClr val="tx1"/>
              </a:solidFill>
            </a:endParaRPr>
          </a:p>
        </p:txBody>
      </p:sp>
      <p:sp>
        <p:nvSpPr>
          <p:cNvPr id="60" name="椭圆 59">
            <a:extLst>
              <a:ext uri="{FF2B5EF4-FFF2-40B4-BE49-F238E27FC236}">
                <a16:creationId xmlns:a16="http://schemas.microsoft.com/office/drawing/2014/main" id="{A88FC952-3ECB-61AA-67E1-01CCC542115F}"/>
              </a:ext>
            </a:extLst>
          </p:cNvPr>
          <p:cNvSpPr/>
          <p:nvPr/>
        </p:nvSpPr>
        <p:spPr>
          <a:xfrm>
            <a:off x="6315693" y="4764121"/>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C</a:t>
            </a:r>
            <a:endParaRPr lang="zh-CN" altLang="en-US" sz="500" dirty="0">
              <a:solidFill>
                <a:schemeClr val="tx1"/>
              </a:solidFill>
            </a:endParaRPr>
          </a:p>
        </p:txBody>
      </p:sp>
      <p:sp>
        <p:nvSpPr>
          <p:cNvPr id="61" name="椭圆 60">
            <a:extLst>
              <a:ext uri="{FF2B5EF4-FFF2-40B4-BE49-F238E27FC236}">
                <a16:creationId xmlns:a16="http://schemas.microsoft.com/office/drawing/2014/main" id="{3BF6D8A9-CB61-90FD-6AE0-4AF61F11CA7A}"/>
              </a:ext>
            </a:extLst>
          </p:cNvPr>
          <p:cNvSpPr/>
          <p:nvPr/>
        </p:nvSpPr>
        <p:spPr>
          <a:xfrm>
            <a:off x="6569622" y="4285992"/>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a:t>
            </a:r>
            <a:endParaRPr lang="zh-CN" altLang="en-US" sz="500" dirty="0">
              <a:solidFill>
                <a:schemeClr val="tx1"/>
              </a:solidFill>
            </a:endParaRPr>
          </a:p>
        </p:txBody>
      </p:sp>
      <p:cxnSp>
        <p:nvCxnSpPr>
          <p:cNvPr id="63" name="直接连接符 62">
            <a:extLst>
              <a:ext uri="{FF2B5EF4-FFF2-40B4-BE49-F238E27FC236}">
                <a16:creationId xmlns:a16="http://schemas.microsoft.com/office/drawing/2014/main" id="{34387277-FD55-1204-A671-011800A07AF7}"/>
              </a:ext>
            </a:extLst>
          </p:cNvPr>
          <p:cNvCxnSpPr/>
          <p:nvPr/>
        </p:nvCxnSpPr>
        <p:spPr>
          <a:xfrm>
            <a:off x="1908544" y="99946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连接符: 肘形 64">
            <a:extLst>
              <a:ext uri="{FF2B5EF4-FFF2-40B4-BE49-F238E27FC236}">
                <a16:creationId xmlns:a16="http://schemas.microsoft.com/office/drawing/2014/main" id="{780FB327-C21C-FCFB-8834-31D942120E9F}"/>
              </a:ext>
            </a:extLst>
          </p:cNvPr>
          <p:cNvCxnSpPr>
            <a:stCxn id="22" idx="0"/>
            <a:endCxn id="42" idx="1"/>
          </p:cNvCxnSpPr>
          <p:nvPr/>
        </p:nvCxnSpPr>
        <p:spPr>
          <a:xfrm rot="5400000" flipH="1" flipV="1">
            <a:off x="4174128" y="1965863"/>
            <a:ext cx="1223760" cy="109542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67" name="连接符: 肘形 66">
            <a:extLst>
              <a:ext uri="{FF2B5EF4-FFF2-40B4-BE49-F238E27FC236}">
                <a16:creationId xmlns:a16="http://schemas.microsoft.com/office/drawing/2014/main" id="{2A8455B3-40FB-35D3-4AF7-61D2972CD064}"/>
              </a:ext>
            </a:extLst>
          </p:cNvPr>
          <p:cNvCxnSpPr>
            <a:stCxn id="22" idx="2"/>
            <a:endCxn id="52" idx="1"/>
          </p:cNvCxnSpPr>
          <p:nvPr/>
        </p:nvCxnSpPr>
        <p:spPr>
          <a:xfrm rot="16200000" flipH="1">
            <a:off x="4367201" y="3480330"/>
            <a:ext cx="881682" cy="113949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68" name="文本框 67">
            <a:extLst>
              <a:ext uri="{FF2B5EF4-FFF2-40B4-BE49-F238E27FC236}">
                <a16:creationId xmlns:a16="http://schemas.microsoft.com/office/drawing/2014/main" id="{A7D76F0F-5F83-CBCD-AC16-6147948300EE}"/>
              </a:ext>
            </a:extLst>
          </p:cNvPr>
          <p:cNvSpPr txBox="1"/>
          <p:nvPr/>
        </p:nvSpPr>
        <p:spPr>
          <a:xfrm>
            <a:off x="4329304" y="1512103"/>
            <a:ext cx="795771" cy="369332"/>
          </a:xfrm>
          <a:prstGeom prst="rect">
            <a:avLst/>
          </a:prstGeom>
          <a:noFill/>
        </p:spPr>
        <p:txBody>
          <a:bodyPr wrap="square" rtlCol="0">
            <a:spAutoFit/>
          </a:bodyPr>
          <a:lstStyle/>
          <a:p>
            <a:r>
              <a:rPr lang="zh-CN" altLang="en-US" sz="900" dirty="0">
                <a:latin typeface="微软雅黑" panose="020B0503020204020204" pitchFamily="34" charset="-122"/>
                <a:ea typeface="微软雅黑" panose="020B0503020204020204" pitchFamily="34" charset="-122"/>
              </a:rPr>
              <a:t>恢复原状问题查找原因</a:t>
            </a:r>
          </a:p>
        </p:txBody>
      </p:sp>
      <p:sp>
        <p:nvSpPr>
          <p:cNvPr id="69" name="文本框 68">
            <a:extLst>
              <a:ext uri="{FF2B5EF4-FFF2-40B4-BE49-F238E27FC236}">
                <a16:creationId xmlns:a16="http://schemas.microsoft.com/office/drawing/2014/main" id="{78663EDE-6F9F-BD7C-8A15-1C3F9D526E4F}"/>
              </a:ext>
            </a:extLst>
          </p:cNvPr>
          <p:cNvSpPr txBox="1"/>
          <p:nvPr/>
        </p:nvSpPr>
        <p:spPr>
          <a:xfrm>
            <a:off x="4302812" y="3844587"/>
            <a:ext cx="999992" cy="646331"/>
          </a:xfrm>
          <a:prstGeom prst="rect">
            <a:avLst/>
          </a:prstGeom>
          <a:noFill/>
        </p:spPr>
        <p:txBody>
          <a:bodyPr wrap="square" rtlCol="0">
            <a:spAutoFit/>
          </a:bodyPr>
          <a:lstStyle/>
          <a:p>
            <a:r>
              <a:rPr lang="zh-CN" altLang="en-US" sz="900" dirty="0">
                <a:latin typeface="微软雅黑" panose="020B0503020204020204" pitchFamily="34" charset="-122"/>
                <a:ea typeface="微软雅黑" panose="020B0503020204020204" pitchFamily="34" charset="-122"/>
              </a:rPr>
              <a:t>达成理想问题（如何修理好？如何让它变得更好？）制定对策</a:t>
            </a:r>
          </a:p>
        </p:txBody>
      </p:sp>
      <p:sp>
        <p:nvSpPr>
          <p:cNvPr id="70" name="文本框 69">
            <a:extLst>
              <a:ext uri="{FF2B5EF4-FFF2-40B4-BE49-F238E27FC236}">
                <a16:creationId xmlns:a16="http://schemas.microsoft.com/office/drawing/2014/main" id="{31EC5848-6E8A-B334-581D-53619064FB76}"/>
              </a:ext>
            </a:extLst>
          </p:cNvPr>
          <p:cNvSpPr txBox="1"/>
          <p:nvPr/>
        </p:nvSpPr>
        <p:spPr>
          <a:xfrm rot="20456622">
            <a:off x="2674592" y="2655375"/>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71" name="文本框 70">
            <a:extLst>
              <a:ext uri="{FF2B5EF4-FFF2-40B4-BE49-F238E27FC236}">
                <a16:creationId xmlns:a16="http://schemas.microsoft.com/office/drawing/2014/main" id="{EE882ABD-F469-B378-0C2F-124F69EFE010}"/>
              </a:ext>
            </a:extLst>
          </p:cNvPr>
          <p:cNvSpPr txBox="1"/>
          <p:nvPr/>
        </p:nvSpPr>
        <p:spPr>
          <a:xfrm rot="1429201">
            <a:off x="2619387" y="3800814"/>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72" name="文本框 71">
            <a:extLst>
              <a:ext uri="{FF2B5EF4-FFF2-40B4-BE49-F238E27FC236}">
                <a16:creationId xmlns:a16="http://schemas.microsoft.com/office/drawing/2014/main" id="{28DA8C39-B894-3FB1-151F-985D08F2AFD6}"/>
              </a:ext>
            </a:extLst>
          </p:cNvPr>
          <p:cNvSpPr txBox="1"/>
          <p:nvPr/>
        </p:nvSpPr>
        <p:spPr>
          <a:xfrm rot="1050539">
            <a:off x="3567983" y="2825906"/>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73" name="文本框 72">
            <a:extLst>
              <a:ext uri="{FF2B5EF4-FFF2-40B4-BE49-F238E27FC236}">
                <a16:creationId xmlns:a16="http://schemas.microsoft.com/office/drawing/2014/main" id="{5D189868-CE02-C99F-3CF1-25AD760C4F36}"/>
              </a:ext>
            </a:extLst>
          </p:cNvPr>
          <p:cNvSpPr txBox="1"/>
          <p:nvPr/>
        </p:nvSpPr>
        <p:spPr>
          <a:xfrm rot="20444728">
            <a:off x="3665971" y="3688525"/>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76" name="文本框 75">
            <a:extLst>
              <a:ext uri="{FF2B5EF4-FFF2-40B4-BE49-F238E27FC236}">
                <a16:creationId xmlns:a16="http://schemas.microsoft.com/office/drawing/2014/main" id="{E423E2D6-B589-FBBC-5307-C605AB338E07}"/>
              </a:ext>
            </a:extLst>
          </p:cNvPr>
          <p:cNvSpPr txBox="1"/>
          <p:nvPr/>
        </p:nvSpPr>
        <p:spPr>
          <a:xfrm rot="20456622">
            <a:off x="5815994" y="1233849"/>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77" name="文本框 76">
            <a:extLst>
              <a:ext uri="{FF2B5EF4-FFF2-40B4-BE49-F238E27FC236}">
                <a16:creationId xmlns:a16="http://schemas.microsoft.com/office/drawing/2014/main" id="{3B05A3D4-F20D-043F-2AD7-94BDDE780C5E}"/>
              </a:ext>
            </a:extLst>
          </p:cNvPr>
          <p:cNvSpPr txBox="1"/>
          <p:nvPr/>
        </p:nvSpPr>
        <p:spPr>
          <a:xfrm rot="1429201">
            <a:off x="5760789" y="2379288"/>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78" name="文本框 77">
            <a:extLst>
              <a:ext uri="{FF2B5EF4-FFF2-40B4-BE49-F238E27FC236}">
                <a16:creationId xmlns:a16="http://schemas.microsoft.com/office/drawing/2014/main" id="{DF0DDA7F-83FE-E3BF-2A15-81CF0897CC49}"/>
              </a:ext>
            </a:extLst>
          </p:cNvPr>
          <p:cNvSpPr txBox="1"/>
          <p:nvPr/>
        </p:nvSpPr>
        <p:spPr>
          <a:xfrm rot="1050539">
            <a:off x="6709385" y="1404380"/>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79" name="文本框 78">
            <a:extLst>
              <a:ext uri="{FF2B5EF4-FFF2-40B4-BE49-F238E27FC236}">
                <a16:creationId xmlns:a16="http://schemas.microsoft.com/office/drawing/2014/main" id="{5E3B9878-681B-B651-EC27-95E758B5A585}"/>
              </a:ext>
            </a:extLst>
          </p:cNvPr>
          <p:cNvSpPr txBox="1"/>
          <p:nvPr/>
        </p:nvSpPr>
        <p:spPr>
          <a:xfrm rot="20444728">
            <a:off x="6807373" y="2266999"/>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80" name="文本框 79">
            <a:extLst>
              <a:ext uri="{FF2B5EF4-FFF2-40B4-BE49-F238E27FC236}">
                <a16:creationId xmlns:a16="http://schemas.microsoft.com/office/drawing/2014/main" id="{8332DC04-8A8F-F2FD-1B33-AFC8D4D2532B}"/>
              </a:ext>
            </a:extLst>
          </p:cNvPr>
          <p:cNvSpPr txBox="1"/>
          <p:nvPr/>
        </p:nvSpPr>
        <p:spPr>
          <a:xfrm rot="20456622">
            <a:off x="5848184" y="3846023"/>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81" name="文本框 80">
            <a:extLst>
              <a:ext uri="{FF2B5EF4-FFF2-40B4-BE49-F238E27FC236}">
                <a16:creationId xmlns:a16="http://schemas.microsoft.com/office/drawing/2014/main" id="{999E23A5-EE65-1DBC-4FC4-3D23FE9CB9C6}"/>
              </a:ext>
            </a:extLst>
          </p:cNvPr>
          <p:cNvSpPr txBox="1"/>
          <p:nvPr/>
        </p:nvSpPr>
        <p:spPr>
          <a:xfrm rot="1429201">
            <a:off x="5792979" y="4991462"/>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82" name="文本框 81">
            <a:extLst>
              <a:ext uri="{FF2B5EF4-FFF2-40B4-BE49-F238E27FC236}">
                <a16:creationId xmlns:a16="http://schemas.microsoft.com/office/drawing/2014/main" id="{EE13200B-F6AC-C3BA-B9F3-26C0760BCD32}"/>
              </a:ext>
            </a:extLst>
          </p:cNvPr>
          <p:cNvSpPr txBox="1"/>
          <p:nvPr/>
        </p:nvSpPr>
        <p:spPr>
          <a:xfrm rot="1050539">
            <a:off x="6741575" y="4016554"/>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83" name="文本框 82">
            <a:extLst>
              <a:ext uri="{FF2B5EF4-FFF2-40B4-BE49-F238E27FC236}">
                <a16:creationId xmlns:a16="http://schemas.microsoft.com/office/drawing/2014/main" id="{C8BEBBE0-23CE-E53F-4B3C-7F524E2F6DC5}"/>
              </a:ext>
            </a:extLst>
          </p:cNvPr>
          <p:cNvSpPr txBox="1"/>
          <p:nvPr/>
        </p:nvSpPr>
        <p:spPr>
          <a:xfrm rot="20444728">
            <a:off x="6839563" y="4879173"/>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cxnSp>
        <p:nvCxnSpPr>
          <p:cNvPr id="84" name="直接连接符 83">
            <a:extLst>
              <a:ext uri="{FF2B5EF4-FFF2-40B4-BE49-F238E27FC236}">
                <a16:creationId xmlns:a16="http://schemas.microsoft.com/office/drawing/2014/main" id="{6CF4B150-CEFC-FAAE-186A-ED57F59B1646}"/>
              </a:ext>
            </a:extLst>
          </p:cNvPr>
          <p:cNvCxnSpPr>
            <a:cxnSpLocks/>
          </p:cNvCxnSpPr>
          <p:nvPr/>
        </p:nvCxnSpPr>
        <p:spPr>
          <a:xfrm flipV="1">
            <a:off x="7434048" y="1459216"/>
            <a:ext cx="795771" cy="251164"/>
          </a:xfrm>
          <a:prstGeom prst="line">
            <a:avLst/>
          </a:prstGeom>
        </p:spPr>
        <p:style>
          <a:lnRef idx="2">
            <a:schemeClr val="dk1"/>
          </a:lnRef>
          <a:fillRef idx="0">
            <a:schemeClr val="dk1"/>
          </a:fillRef>
          <a:effectRef idx="1">
            <a:schemeClr val="dk1"/>
          </a:effectRef>
          <a:fontRef idx="minor">
            <a:schemeClr val="tx1"/>
          </a:fontRef>
        </p:style>
      </p:cxnSp>
      <p:cxnSp>
        <p:nvCxnSpPr>
          <p:cNvPr id="85" name="直接连接符 84">
            <a:extLst>
              <a:ext uri="{FF2B5EF4-FFF2-40B4-BE49-F238E27FC236}">
                <a16:creationId xmlns:a16="http://schemas.microsoft.com/office/drawing/2014/main" id="{7BBCCFD2-632C-2FEE-1C65-986F4A90E5E1}"/>
              </a:ext>
            </a:extLst>
          </p:cNvPr>
          <p:cNvCxnSpPr>
            <a:cxnSpLocks/>
          </p:cNvCxnSpPr>
          <p:nvPr/>
        </p:nvCxnSpPr>
        <p:spPr>
          <a:xfrm>
            <a:off x="7478116" y="2194332"/>
            <a:ext cx="834326" cy="322824"/>
          </a:xfrm>
          <a:prstGeom prst="line">
            <a:avLst/>
          </a:prstGeom>
        </p:spPr>
        <p:style>
          <a:lnRef idx="2">
            <a:schemeClr val="dk1"/>
          </a:lnRef>
          <a:fillRef idx="0">
            <a:schemeClr val="dk1"/>
          </a:fillRef>
          <a:effectRef idx="1">
            <a:schemeClr val="dk1"/>
          </a:effectRef>
          <a:fontRef idx="minor">
            <a:schemeClr val="tx1"/>
          </a:fontRef>
        </p:style>
      </p:cxnSp>
      <p:cxnSp>
        <p:nvCxnSpPr>
          <p:cNvPr id="86" name="直接连接符 85">
            <a:extLst>
              <a:ext uri="{FF2B5EF4-FFF2-40B4-BE49-F238E27FC236}">
                <a16:creationId xmlns:a16="http://schemas.microsoft.com/office/drawing/2014/main" id="{CEA5A8E2-DB0B-BE07-1B6C-2FE5048564F2}"/>
              </a:ext>
            </a:extLst>
          </p:cNvPr>
          <p:cNvCxnSpPr>
            <a:cxnSpLocks/>
          </p:cNvCxnSpPr>
          <p:nvPr/>
        </p:nvCxnSpPr>
        <p:spPr>
          <a:xfrm>
            <a:off x="8229819" y="1459216"/>
            <a:ext cx="961873" cy="306399"/>
          </a:xfrm>
          <a:prstGeom prst="line">
            <a:avLst/>
          </a:prstGeom>
        </p:spPr>
        <p:style>
          <a:lnRef idx="2">
            <a:schemeClr val="dk1"/>
          </a:lnRef>
          <a:fillRef idx="0">
            <a:schemeClr val="dk1"/>
          </a:fillRef>
          <a:effectRef idx="1">
            <a:schemeClr val="dk1"/>
          </a:effectRef>
          <a:fontRef idx="minor">
            <a:schemeClr val="tx1"/>
          </a:fontRef>
        </p:style>
      </p:cxnSp>
      <p:cxnSp>
        <p:nvCxnSpPr>
          <p:cNvPr id="87" name="直接连接符 86">
            <a:extLst>
              <a:ext uri="{FF2B5EF4-FFF2-40B4-BE49-F238E27FC236}">
                <a16:creationId xmlns:a16="http://schemas.microsoft.com/office/drawing/2014/main" id="{82F39714-155A-21D7-F71F-8D6D7B3C9D2A}"/>
              </a:ext>
            </a:extLst>
          </p:cNvPr>
          <p:cNvCxnSpPr>
            <a:cxnSpLocks/>
          </p:cNvCxnSpPr>
          <p:nvPr/>
        </p:nvCxnSpPr>
        <p:spPr>
          <a:xfrm flipV="1">
            <a:off x="8312442" y="2249396"/>
            <a:ext cx="879250" cy="267760"/>
          </a:xfrm>
          <a:prstGeom prst="line">
            <a:avLst/>
          </a:prstGeom>
        </p:spPr>
        <p:style>
          <a:lnRef idx="2">
            <a:schemeClr val="dk1"/>
          </a:lnRef>
          <a:fillRef idx="0">
            <a:schemeClr val="dk1"/>
          </a:fillRef>
          <a:effectRef idx="1">
            <a:schemeClr val="dk1"/>
          </a:effectRef>
          <a:fontRef idx="minor">
            <a:schemeClr val="tx1"/>
          </a:fontRef>
        </p:style>
      </p:cxnSp>
      <p:sp>
        <p:nvSpPr>
          <p:cNvPr id="88" name="椭圆 87">
            <a:extLst>
              <a:ext uri="{FF2B5EF4-FFF2-40B4-BE49-F238E27FC236}">
                <a16:creationId xmlns:a16="http://schemas.microsoft.com/office/drawing/2014/main" id="{FD821780-C9AF-2ADB-482F-A8FE50C6859E}"/>
              </a:ext>
            </a:extLst>
          </p:cNvPr>
          <p:cNvSpPr/>
          <p:nvPr/>
        </p:nvSpPr>
        <p:spPr>
          <a:xfrm>
            <a:off x="7820458" y="1637073"/>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A</a:t>
            </a:r>
            <a:endParaRPr lang="zh-CN" altLang="en-US" sz="500" dirty="0">
              <a:solidFill>
                <a:schemeClr val="tx1"/>
              </a:solidFill>
            </a:endParaRPr>
          </a:p>
        </p:txBody>
      </p:sp>
      <p:sp>
        <p:nvSpPr>
          <p:cNvPr id="89" name="椭圆 88">
            <a:extLst>
              <a:ext uri="{FF2B5EF4-FFF2-40B4-BE49-F238E27FC236}">
                <a16:creationId xmlns:a16="http://schemas.microsoft.com/office/drawing/2014/main" id="{7045EF15-33BD-D79A-5BA2-7EA178254A0B}"/>
              </a:ext>
            </a:extLst>
          </p:cNvPr>
          <p:cNvSpPr/>
          <p:nvPr/>
        </p:nvSpPr>
        <p:spPr>
          <a:xfrm>
            <a:off x="7820458" y="1979974"/>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B</a:t>
            </a:r>
            <a:endParaRPr lang="zh-CN" altLang="en-US" sz="500" dirty="0">
              <a:solidFill>
                <a:schemeClr val="tx1"/>
              </a:solidFill>
            </a:endParaRPr>
          </a:p>
        </p:txBody>
      </p:sp>
      <p:sp>
        <p:nvSpPr>
          <p:cNvPr id="90" name="椭圆 89">
            <a:extLst>
              <a:ext uri="{FF2B5EF4-FFF2-40B4-BE49-F238E27FC236}">
                <a16:creationId xmlns:a16="http://schemas.microsoft.com/office/drawing/2014/main" id="{8A7D4B57-FFEC-0E91-9928-3EC1A1EFC6D8}"/>
              </a:ext>
            </a:extLst>
          </p:cNvPr>
          <p:cNvSpPr/>
          <p:nvPr/>
        </p:nvSpPr>
        <p:spPr>
          <a:xfrm>
            <a:off x="8058291" y="2225474"/>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C</a:t>
            </a:r>
            <a:endParaRPr lang="zh-CN" altLang="en-US" sz="500" dirty="0">
              <a:solidFill>
                <a:schemeClr val="tx1"/>
              </a:solidFill>
            </a:endParaRPr>
          </a:p>
        </p:txBody>
      </p:sp>
      <p:sp>
        <p:nvSpPr>
          <p:cNvPr id="91" name="椭圆 90">
            <a:extLst>
              <a:ext uri="{FF2B5EF4-FFF2-40B4-BE49-F238E27FC236}">
                <a16:creationId xmlns:a16="http://schemas.microsoft.com/office/drawing/2014/main" id="{7DCE32EE-B2CA-3090-F979-517E04FA36F5}"/>
              </a:ext>
            </a:extLst>
          </p:cNvPr>
          <p:cNvSpPr/>
          <p:nvPr/>
        </p:nvSpPr>
        <p:spPr>
          <a:xfrm>
            <a:off x="8312220" y="1747345"/>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措施</a:t>
            </a:r>
            <a:r>
              <a:rPr lang="en-US" altLang="zh-CN" sz="500" dirty="0">
                <a:solidFill>
                  <a:schemeClr val="tx1"/>
                </a:solidFill>
              </a:rPr>
              <a:t>…</a:t>
            </a:r>
            <a:endParaRPr lang="zh-CN" altLang="en-US" sz="500" dirty="0">
              <a:solidFill>
                <a:schemeClr val="tx1"/>
              </a:solidFill>
            </a:endParaRPr>
          </a:p>
        </p:txBody>
      </p:sp>
      <p:sp>
        <p:nvSpPr>
          <p:cNvPr id="92" name="文本框 91">
            <a:extLst>
              <a:ext uri="{FF2B5EF4-FFF2-40B4-BE49-F238E27FC236}">
                <a16:creationId xmlns:a16="http://schemas.microsoft.com/office/drawing/2014/main" id="{50C0F16B-EDFA-69B8-41F4-D4F719086ABF}"/>
              </a:ext>
            </a:extLst>
          </p:cNvPr>
          <p:cNvSpPr txBox="1"/>
          <p:nvPr/>
        </p:nvSpPr>
        <p:spPr>
          <a:xfrm rot="20456622">
            <a:off x="7590782" y="1307376"/>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93" name="文本框 92">
            <a:extLst>
              <a:ext uri="{FF2B5EF4-FFF2-40B4-BE49-F238E27FC236}">
                <a16:creationId xmlns:a16="http://schemas.microsoft.com/office/drawing/2014/main" id="{570309F7-9BEF-093D-5493-FD9A0D984771}"/>
              </a:ext>
            </a:extLst>
          </p:cNvPr>
          <p:cNvSpPr txBox="1"/>
          <p:nvPr/>
        </p:nvSpPr>
        <p:spPr>
          <a:xfrm rot="1429201">
            <a:off x="7535577" y="2452815"/>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94" name="文本框 93">
            <a:extLst>
              <a:ext uri="{FF2B5EF4-FFF2-40B4-BE49-F238E27FC236}">
                <a16:creationId xmlns:a16="http://schemas.microsoft.com/office/drawing/2014/main" id="{ED0A5A3F-6813-3E08-67B2-836F1919D257}"/>
              </a:ext>
            </a:extLst>
          </p:cNvPr>
          <p:cNvSpPr txBox="1"/>
          <p:nvPr/>
        </p:nvSpPr>
        <p:spPr>
          <a:xfrm rot="1050539">
            <a:off x="8484173" y="1477907"/>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95" name="文本框 94">
            <a:extLst>
              <a:ext uri="{FF2B5EF4-FFF2-40B4-BE49-F238E27FC236}">
                <a16:creationId xmlns:a16="http://schemas.microsoft.com/office/drawing/2014/main" id="{4239F542-C857-7685-6861-2D6D7E3A6E0D}"/>
              </a:ext>
            </a:extLst>
          </p:cNvPr>
          <p:cNvSpPr txBox="1"/>
          <p:nvPr/>
        </p:nvSpPr>
        <p:spPr>
          <a:xfrm rot="20444728">
            <a:off x="8582161" y="2340526"/>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cxnSp>
        <p:nvCxnSpPr>
          <p:cNvPr id="96" name="直接连接符 95">
            <a:extLst>
              <a:ext uri="{FF2B5EF4-FFF2-40B4-BE49-F238E27FC236}">
                <a16:creationId xmlns:a16="http://schemas.microsoft.com/office/drawing/2014/main" id="{2A9D9E35-8F32-980D-EA3B-4EEB990109CE}"/>
              </a:ext>
            </a:extLst>
          </p:cNvPr>
          <p:cNvCxnSpPr>
            <a:cxnSpLocks/>
          </p:cNvCxnSpPr>
          <p:nvPr/>
        </p:nvCxnSpPr>
        <p:spPr>
          <a:xfrm flipV="1">
            <a:off x="7439272" y="4045129"/>
            <a:ext cx="795771" cy="251164"/>
          </a:xfrm>
          <a:prstGeom prst="line">
            <a:avLst/>
          </a:prstGeom>
        </p:spPr>
        <p:style>
          <a:lnRef idx="2">
            <a:schemeClr val="dk1"/>
          </a:lnRef>
          <a:fillRef idx="0">
            <a:schemeClr val="dk1"/>
          </a:fillRef>
          <a:effectRef idx="1">
            <a:schemeClr val="dk1"/>
          </a:effectRef>
          <a:fontRef idx="minor">
            <a:schemeClr val="tx1"/>
          </a:fontRef>
        </p:style>
      </p:cxnSp>
      <p:cxnSp>
        <p:nvCxnSpPr>
          <p:cNvPr id="97" name="直接连接符 96">
            <a:extLst>
              <a:ext uri="{FF2B5EF4-FFF2-40B4-BE49-F238E27FC236}">
                <a16:creationId xmlns:a16="http://schemas.microsoft.com/office/drawing/2014/main" id="{53697A72-B1E6-3B34-B800-E306CE6E9507}"/>
              </a:ext>
            </a:extLst>
          </p:cNvPr>
          <p:cNvCxnSpPr>
            <a:cxnSpLocks/>
          </p:cNvCxnSpPr>
          <p:nvPr/>
        </p:nvCxnSpPr>
        <p:spPr>
          <a:xfrm>
            <a:off x="7483340" y="4780245"/>
            <a:ext cx="834326" cy="322824"/>
          </a:xfrm>
          <a:prstGeom prst="line">
            <a:avLst/>
          </a:prstGeom>
        </p:spPr>
        <p:style>
          <a:lnRef idx="2">
            <a:schemeClr val="dk1"/>
          </a:lnRef>
          <a:fillRef idx="0">
            <a:schemeClr val="dk1"/>
          </a:fillRef>
          <a:effectRef idx="1">
            <a:schemeClr val="dk1"/>
          </a:effectRef>
          <a:fontRef idx="minor">
            <a:schemeClr val="tx1"/>
          </a:fontRef>
        </p:style>
      </p:cxnSp>
      <p:cxnSp>
        <p:nvCxnSpPr>
          <p:cNvPr id="98" name="直接连接符 97">
            <a:extLst>
              <a:ext uri="{FF2B5EF4-FFF2-40B4-BE49-F238E27FC236}">
                <a16:creationId xmlns:a16="http://schemas.microsoft.com/office/drawing/2014/main" id="{1CA2FDAF-62BE-FAB7-12AF-97D3363D34B3}"/>
              </a:ext>
            </a:extLst>
          </p:cNvPr>
          <p:cNvCxnSpPr>
            <a:cxnSpLocks/>
          </p:cNvCxnSpPr>
          <p:nvPr/>
        </p:nvCxnSpPr>
        <p:spPr>
          <a:xfrm>
            <a:off x="8235043" y="4045129"/>
            <a:ext cx="961873" cy="306399"/>
          </a:xfrm>
          <a:prstGeom prst="line">
            <a:avLst/>
          </a:prstGeom>
        </p:spPr>
        <p:style>
          <a:lnRef idx="2">
            <a:schemeClr val="dk1"/>
          </a:lnRef>
          <a:fillRef idx="0">
            <a:schemeClr val="dk1"/>
          </a:fillRef>
          <a:effectRef idx="1">
            <a:schemeClr val="dk1"/>
          </a:effectRef>
          <a:fontRef idx="minor">
            <a:schemeClr val="tx1"/>
          </a:fontRef>
        </p:style>
      </p:cxnSp>
      <p:cxnSp>
        <p:nvCxnSpPr>
          <p:cNvPr id="99" name="直接连接符 98">
            <a:extLst>
              <a:ext uri="{FF2B5EF4-FFF2-40B4-BE49-F238E27FC236}">
                <a16:creationId xmlns:a16="http://schemas.microsoft.com/office/drawing/2014/main" id="{64FBACCB-8294-772D-9D73-20BDF1492F62}"/>
              </a:ext>
            </a:extLst>
          </p:cNvPr>
          <p:cNvCxnSpPr>
            <a:cxnSpLocks/>
          </p:cNvCxnSpPr>
          <p:nvPr/>
        </p:nvCxnSpPr>
        <p:spPr>
          <a:xfrm flipV="1">
            <a:off x="8317666" y="4835309"/>
            <a:ext cx="879250" cy="267760"/>
          </a:xfrm>
          <a:prstGeom prst="line">
            <a:avLst/>
          </a:prstGeom>
        </p:spPr>
        <p:style>
          <a:lnRef idx="2">
            <a:schemeClr val="dk1"/>
          </a:lnRef>
          <a:fillRef idx="0">
            <a:schemeClr val="dk1"/>
          </a:fillRef>
          <a:effectRef idx="1">
            <a:schemeClr val="dk1"/>
          </a:effectRef>
          <a:fontRef idx="minor">
            <a:schemeClr val="tx1"/>
          </a:fontRef>
        </p:style>
      </p:cxnSp>
      <p:sp>
        <p:nvSpPr>
          <p:cNvPr id="100" name="椭圆 99">
            <a:extLst>
              <a:ext uri="{FF2B5EF4-FFF2-40B4-BE49-F238E27FC236}">
                <a16:creationId xmlns:a16="http://schemas.microsoft.com/office/drawing/2014/main" id="{B80BB10F-2DE5-98DA-4DA3-75987C5C3C43}"/>
              </a:ext>
            </a:extLst>
          </p:cNvPr>
          <p:cNvSpPr/>
          <p:nvPr/>
        </p:nvSpPr>
        <p:spPr>
          <a:xfrm>
            <a:off x="7825682" y="4222986"/>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A</a:t>
            </a:r>
            <a:endParaRPr lang="zh-CN" altLang="en-US" sz="500" dirty="0">
              <a:solidFill>
                <a:schemeClr val="tx1"/>
              </a:solidFill>
            </a:endParaRPr>
          </a:p>
        </p:txBody>
      </p:sp>
      <p:sp>
        <p:nvSpPr>
          <p:cNvPr id="101" name="椭圆 100">
            <a:extLst>
              <a:ext uri="{FF2B5EF4-FFF2-40B4-BE49-F238E27FC236}">
                <a16:creationId xmlns:a16="http://schemas.microsoft.com/office/drawing/2014/main" id="{340C52E2-BFB3-D6E4-CE19-775A93E729FD}"/>
              </a:ext>
            </a:extLst>
          </p:cNvPr>
          <p:cNvSpPr/>
          <p:nvPr/>
        </p:nvSpPr>
        <p:spPr>
          <a:xfrm>
            <a:off x="7825682" y="4565887"/>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B</a:t>
            </a:r>
            <a:endParaRPr lang="zh-CN" altLang="en-US" sz="500" dirty="0">
              <a:solidFill>
                <a:schemeClr val="tx1"/>
              </a:solidFill>
            </a:endParaRPr>
          </a:p>
        </p:txBody>
      </p:sp>
      <p:sp>
        <p:nvSpPr>
          <p:cNvPr id="102" name="椭圆 101">
            <a:extLst>
              <a:ext uri="{FF2B5EF4-FFF2-40B4-BE49-F238E27FC236}">
                <a16:creationId xmlns:a16="http://schemas.microsoft.com/office/drawing/2014/main" id="{607BDD9B-B111-53C7-7C55-A7660B9D3AA5}"/>
              </a:ext>
            </a:extLst>
          </p:cNvPr>
          <p:cNvSpPr/>
          <p:nvPr/>
        </p:nvSpPr>
        <p:spPr>
          <a:xfrm>
            <a:off x="8063515" y="4811387"/>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C</a:t>
            </a:r>
            <a:endParaRPr lang="zh-CN" altLang="en-US" sz="500" dirty="0">
              <a:solidFill>
                <a:schemeClr val="tx1"/>
              </a:solidFill>
            </a:endParaRPr>
          </a:p>
        </p:txBody>
      </p:sp>
      <p:sp>
        <p:nvSpPr>
          <p:cNvPr id="103" name="椭圆 102">
            <a:extLst>
              <a:ext uri="{FF2B5EF4-FFF2-40B4-BE49-F238E27FC236}">
                <a16:creationId xmlns:a16="http://schemas.microsoft.com/office/drawing/2014/main" id="{FBC24AB0-BAD9-63BB-9BE3-BA20D6E0A09F}"/>
              </a:ext>
            </a:extLst>
          </p:cNvPr>
          <p:cNvSpPr/>
          <p:nvPr/>
        </p:nvSpPr>
        <p:spPr>
          <a:xfrm>
            <a:off x="8317444" y="4333258"/>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a:t>
            </a:r>
            <a:endParaRPr lang="zh-CN" altLang="en-US" sz="500" dirty="0">
              <a:solidFill>
                <a:schemeClr val="tx1"/>
              </a:solidFill>
            </a:endParaRPr>
          </a:p>
        </p:txBody>
      </p:sp>
      <p:sp>
        <p:nvSpPr>
          <p:cNvPr id="104" name="文本框 103">
            <a:extLst>
              <a:ext uri="{FF2B5EF4-FFF2-40B4-BE49-F238E27FC236}">
                <a16:creationId xmlns:a16="http://schemas.microsoft.com/office/drawing/2014/main" id="{E2D7F00B-6198-CF2B-0296-4D6DAE020DCF}"/>
              </a:ext>
            </a:extLst>
          </p:cNvPr>
          <p:cNvSpPr txBox="1"/>
          <p:nvPr/>
        </p:nvSpPr>
        <p:spPr>
          <a:xfrm rot="20456622">
            <a:off x="7596006" y="3893289"/>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105" name="文本框 104">
            <a:extLst>
              <a:ext uri="{FF2B5EF4-FFF2-40B4-BE49-F238E27FC236}">
                <a16:creationId xmlns:a16="http://schemas.microsoft.com/office/drawing/2014/main" id="{1DF080CA-D7A2-8147-03E7-897FB64CADA3}"/>
              </a:ext>
            </a:extLst>
          </p:cNvPr>
          <p:cNvSpPr txBox="1"/>
          <p:nvPr/>
        </p:nvSpPr>
        <p:spPr>
          <a:xfrm rot="1429201">
            <a:off x="7540801" y="5038728"/>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106" name="文本框 105">
            <a:extLst>
              <a:ext uri="{FF2B5EF4-FFF2-40B4-BE49-F238E27FC236}">
                <a16:creationId xmlns:a16="http://schemas.microsoft.com/office/drawing/2014/main" id="{8156F63E-C5ED-DD97-3421-0152F0FDB885}"/>
              </a:ext>
            </a:extLst>
          </p:cNvPr>
          <p:cNvSpPr txBox="1"/>
          <p:nvPr/>
        </p:nvSpPr>
        <p:spPr>
          <a:xfrm rot="1050539">
            <a:off x="8489397" y="4063820"/>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107" name="文本框 106">
            <a:extLst>
              <a:ext uri="{FF2B5EF4-FFF2-40B4-BE49-F238E27FC236}">
                <a16:creationId xmlns:a16="http://schemas.microsoft.com/office/drawing/2014/main" id="{1A2AE652-13EF-6DAA-0F9F-0808495FD49D}"/>
              </a:ext>
            </a:extLst>
          </p:cNvPr>
          <p:cNvSpPr txBox="1"/>
          <p:nvPr/>
        </p:nvSpPr>
        <p:spPr>
          <a:xfrm rot="20444728">
            <a:off x="8587385" y="4926439"/>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108" name="矩形: 圆角 107">
            <a:extLst>
              <a:ext uri="{FF2B5EF4-FFF2-40B4-BE49-F238E27FC236}">
                <a16:creationId xmlns:a16="http://schemas.microsoft.com/office/drawing/2014/main" id="{54610F4A-9CF2-A615-26DB-F97623EAC0A4}"/>
              </a:ext>
            </a:extLst>
          </p:cNvPr>
          <p:cNvSpPr/>
          <p:nvPr/>
        </p:nvSpPr>
        <p:spPr>
          <a:xfrm>
            <a:off x="8865770" y="1756811"/>
            <a:ext cx="782986"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rPr>
              <a:t>紧急措施</a:t>
            </a:r>
            <a:endParaRPr lang="en-US" altLang="zh-CN" sz="700" dirty="0">
              <a:solidFill>
                <a:schemeClr val="tx1"/>
              </a:solidFill>
            </a:endParaRPr>
          </a:p>
          <a:p>
            <a:pPr algn="ctr"/>
            <a:r>
              <a:rPr lang="zh-CN" altLang="en-US" sz="700" dirty="0">
                <a:solidFill>
                  <a:schemeClr val="tx1"/>
                </a:solidFill>
              </a:rPr>
              <a:t>根本措施</a:t>
            </a:r>
            <a:endParaRPr lang="en-US" altLang="zh-CN" sz="700" dirty="0">
              <a:solidFill>
                <a:schemeClr val="tx1"/>
              </a:solidFill>
            </a:endParaRPr>
          </a:p>
          <a:p>
            <a:pPr algn="ctr"/>
            <a:r>
              <a:rPr lang="zh-CN" altLang="en-US" sz="700" dirty="0">
                <a:solidFill>
                  <a:schemeClr val="tx1"/>
                </a:solidFill>
              </a:rPr>
              <a:t>防止复发措施</a:t>
            </a:r>
          </a:p>
        </p:txBody>
      </p:sp>
      <p:sp>
        <p:nvSpPr>
          <p:cNvPr id="109" name="矩形: 圆角 108">
            <a:extLst>
              <a:ext uri="{FF2B5EF4-FFF2-40B4-BE49-F238E27FC236}">
                <a16:creationId xmlns:a16="http://schemas.microsoft.com/office/drawing/2014/main" id="{2D57FA64-CD87-6D5F-B255-7FE9D0E18141}"/>
              </a:ext>
            </a:extLst>
          </p:cNvPr>
          <p:cNvSpPr/>
          <p:nvPr/>
        </p:nvSpPr>
        <p:spPr>
          <a:xfrm>
            <a:off x="8865770" y="4360396"/>
            <a:ext cx="782986"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rPr>
              <a:t>高等级</a:t>
            </a:r>
            <a:endParaRPr lang="en-US" altLang="zh-CN" sz="700" dirty="0">
              <a:solidFill>
                <a:schemeClr val="tx1"/>
              </a:solidFill>
            </a:endParaRPr>
          </a:p>
          <a:p>
            <a:pPr algn="ctr"/>
            <a:r>
              <a:rPr lang="zh-CN" altLang="en-US" sz="700" dirty="0">
                <a:solidFill>
                  <a:schemeClr val="tx1"/>
                </a:solidFill>
              </a:rPr>
              <a:t>风险（预防、发生应对措施）</a:t>
            </a:r>
          </a:p>
        </p:txBody>
      </p:sp>
      <p:cxnSp>
        <p:nvCxnSpPr>
          <p:cNvPr id="110" name="直接连接符 109">
            <a:extLst>
              <a:ext uri="{FF2B5EF4-FFF2-40B4-BE49-F238E27FC236}">
                <a16:creationId xmlns:a16="http://schemas.microsoft.com/office/drawing/2014/main" id="{842B3D7E-3713-6C23-DFA3-9588B8DC71D4}"/>
              </a:ext>
            </a:extLst>
          </p:cNvPr>
          <p:cNvCxnSpPr>
            <a:cxnSpLocks/>
          </p:cNvCxnSpPr>
          <p:nvPr/>
        </p:nvCxnSpPr>
        <p:spPr>
          <a:xfrm flipV="1">
            <a:off x="9152019" y="1500038"/>
            <a:ext cx="795771" cy="251164"/>
          </a:xfrm>
          <a:prstGeom prst="line">
            <a:avLst/>
          </a:prstGeom>
        </p:spPr>
        <p:style>
          <a:lnRef idx="2">
            <a:schemeClr val="dk1"/>
          </a:lnRef>
          <a:fillRef idx="0">
            <a:schemeClr val="dk1"/>
          </a:fillRef>
          <a:effectRef idx="1">
            <a:schemeClr val="dk1"/>
          </a:effectRef>
          <a:fontRef idx="minor">
            <a:schemeClr val="tx1"/>
          </a:fontRef>
        </p:style>
      </p:cxnSp>
      <p:cxnSp>
        <p:nvCxnSpPr>
          <p:cNvPr id="111" name="直接连接符 110">
            <a:extLst>
              <a:ext uri="{FF2B5EF4-FFF2-40B4-BE49-F238E27FC236}">
                <a16:creationId xmlns:a16="http://schemas.microsoft.com/office/drawing/2014/main" id="{BD81DDFC-C1EF-AA7B-BF32-675B9AB4133D}"/>
              </a:ext>
            </a:extLst>
          </p:cNvPr>
          <p:cNvCxnSpPr>
            <a:cxnSpLocks/>
          </p:cNvCxnSpPr>
          <p:nvPr/>
        </p:nvCxnSpPr>
        <p:spPr>
          <a:xfrm>
            <a:off x="9196087" y="2235154"/>
            <a:ext cx="834326" cy="322824"/>
          </a:xfrm>
          <a:prstGeom prst="line">
            <a:avLst/>
          </a:prstGeom>
        </p:spPr>
        <p:style>
          <a:lnRef idx="2">
            <a:schemeClr val="dk1"/>
          </a:lnRef>
          <a:fillRef idx="0">
            <a:schemeClr val="dk1"/>
          </a:fillRef>
          <a:effectRef idx="1">
            <a:schemeClr val="dk1"/>
          </a:effectRef>
          <a:fontRef idx="minor">
            <a:schemeClr val="tx1"/>
          </a:fontRef>
        </p:style>
      </p:cxnSp>
      <p:cxnSp>
        <p:nvCxnSpPr>
          <p:cNvPr id="112" name="直接连接符 111">
            <a:extLst>
              <a:ext uri="{FF2B5EF4-FFF2-40B4-BE49-F238E27FC236}">
                <a16:creationId xmlns:a16="http://schemas.microsoft.com/office/drawing/2014/main" id="{35C8406C-C337-4AC1-ECAF-2010EA136747}"/>
              </a:ext>
            </a:extLst>
          </p:cNvPr>
          <p:cNvCxnSpPr>
            <a:cxnSpLocks/>
          </p:cNvCxnSpPr>
          <p:nvPr/>
        </p:nvCxnSpPr>
        <p:spPr>
          <a:xfrm>
            <a:off x="9947790" y="1500038"/>
            <a:ext cx="961873" cy="306399"/>
          </a:xfrm>
          <a:prstGeom prst="line">
            <a:avLst/>
          </a:prstGeom>
        </p:spPr>
        <p:style>
          <a:lnRef idx="2">
            <a:schemeClr val="dk1"/>
          </a:lnRef>
          <a:fillRef idx="0">
            <a:schemeClr val="dk1"/>
          </a:fillRef>
          <a:effectRef idx="1">
            <a:schemeClr val="dk1"/>
          </a:effectRef>
          <a:fontRef idx="minor">
            <a:schemeClr val="tx1"/>
          </a:fontRef>
        </p:style>
      </p:cxnSp>
      <p:cxnSp>
        <p:nvCxnSpPr>
          <p:cNvPr id="113" name="直接连接符 112">
            <a:extLst>
              <a:ext uri="{FF2B5EF4-FFF2-40B4-BE49-F238E27FC236}">
                <a16:creationId xmlns:a16="http://schemas.microsoft.com/office/drawing/2014/main" id="{E6FF00C3-865B-A085-AAD1-99BBD038E830}"/>
              </a:ext>
            </a:extLst>
          </p:cNvPr>
          <p:cNvCxnSpPr>
            <a:cxnSpLocks/>
          </p:cNvCxnSpPr>
          <p:nvPr/>
        </p:nvCxnSpPr>
        <p:spPr>
          <a:xfrm flipV="1">
            <a:off x="10030413" y="2290218"/>
            <a:ext cx="879250" cy="267760"/>
          </a:xfrm>
          <a:prstGeom prst="line">
            <a:avLst/>
          </a:prstGeom>
        </p:spPr>
        <p:style>
          <a:lnRef idx="2">
            <a:schemeClr val="dk1"/>
          </a:lnRef>
          <a:fillRef idx="0">
            <a:schemeClr val="dk1"/>
          </a:fillRef>
          <a:effectRef idx="1">
            <a:schemeClr val="dk1"/>
          </a:effectRef>
          <a:fontRef idx="minor">
            <a:schemeClr val="tx1"/>
          </a:fontRef>
        </p:style>
      </p:cxnSp>
      <p:sp>
        <p:nvSpPr>
          <p:cNvPr id="114" name="椭圆 113">
            <a:extLst>
              <a:ext uri="{FF2B5EF4-FFF2-40B4-BE49-F238E27FC236}">
                <a16:creationId xmlns:a16="http://schemas.microsoft.com/office/drawing/2014/main" id="{99477F1C-2F67-B7C6-5E99-14293A0AB9C7}"/>
              </a:ext>
            </a:extLst>
          </p:cNvPr>
          <p:cNvSpPr/>
          <p:nvPr/>
        </p:nvSpPr>
        <p:spPr>
          <a:xfrm>
            <a:off x="9538429" y="1677895"/>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A</a:t>
            </a:r>
            <a:endParaRPr lang="zh-CN" altLang="en-US" sz="500" dirty="0">
              <a:solidFill>
                <a:schemeClr val="tx1"/>
              </a:solidFill>
            </a:endParaRPr>
          </a:p>
        </p:txBody>
      </p:sp>
      <p:sp>
        <p:nvSpPr>
          <p:cNvPr id="115" name="椭圆 114">
            <a:extLst>
              <a:ext uri="{FF2B5EF4-FFF2-40B4-BE49-F238E27FC236}">
                <a16:creationId xmlns:a16="http://schemas.microsoft.com/office/drawing/2014/main" id="{89DCBD2E-81B0-ED31-264E-60B45997F019}"/>
              </a:ext>
            </a:extLst>
          </p:cNvPr>
          <p:cNvSpPr/>
          <p:nvPr/>
        </p:nvSpPr>
        <p:spPr>
          <a:xfrm>
            <a:off x="9538429" y="2020796"/>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B</a:t>
            </a:r>
            <a:endParaRPr lang="zh-CN" altLang="en-US" sz="500" dirty="0">
              <a:solidFill>
                <a:schemeClr val="tx1"/>
              </a:solidFill>
            </a:endParaRPr>
          </a:p>
        </p:txBody>
      </p:sp>
      <p:sp>
        <p:nvSpPr>
          <p:cNvPr id="116" name="椭圆 115">
            <a:extLst>
              <a:ext uri="{FF2B5EF4-FFF2-40B4-BE49-F238E27FC236}">
                <a16:creationId xmlns:a16="http://schemas.microsoft.com/office/drawing/2014/main" id="{3E5A38F3-40F1-4D86-AAE1-ED6870939ED4}"/>
              </a:ext>
            </a:extLst>
          </p:cNvPr>
          <p:cNvSpPr/>
          <p:nvPr/>
        </p:nvSpPr>
        <p:spPr>
          <a:xfrm>
            <a:off x="9776262" y="2266296"/>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C</a:t>
            </a:r>
            <a:endParaRPr lang="zh-CN" altLang="en-US" sz="500" dirty="0">
              <a:solidFill>
                <a:schemeClr val="tx1"/>
              </a:solidFill>
            </a:endParaRPr>
          </a:p>
        </p:txBody>
      </p:sp>
      <p:sp>
        <p:nvSpPr>
          <p:cNvPr id="117" name="椭圆 116">
            <a:extLst>
              <a:ext uri="{FF2B5EF4-FFF2-40B4-BE49-F238E27FC236}">
                <a16:creationId xmlns:a16="http://schemas.microsoft.com/office/drawing/2014/main" id="{D620A063-1649-D6F7-52B7-F9A67231C65D}"/>
              </a:ext>
            </a:extLst>
          </p:cNvPr>
          <p:cNvSpPr/>
          <p:nvPr/>
        </p:nvSpPr>
        <p:spPr>
          <a:xfrm>
            <a:off x="10030191" y="1788167"/>
            <a:ext cx="462517" cy="228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500" dirty="0">
                <a:solidFill>
                  <a:schemeClr val="tx1"/>
                </a:solidFill>
              </a:rPr>
              <a:t>风险</a:t>
            </a:r>
            <a:r>
              <a:rPr lang="en-US" altLang="zh-CN" sz="500" dirty="0">
                <a:solidFill>
                  <a:schemeClr val="tx1"/>
                </a:solidFill>
              </a:rPr>
              <a:t>…</a:t>
            </a:r>
            <a:endParaRPr lang="zh-CN" altLang="en-US" sz="500" dirty="0">
              <a:solidFill>
                <a:schemeClr val="tx1"/>
              </a:solidFill>
            </a:endParaRPr>
          </a:p>
        </p:txBody>
      </p:sp>
      <p:sp>
        <p:nvSpPr>
          <p:cNvPr id="118" name="文本框 117">
            <a:extLst>
              <a:ext uri="{FF2B5EF4-FFF2-40B4-BE49-F238E27FC236}">
                <a16:creationId xmlns:a16="http://schemas.microsoft.com/office/drawing/2014/main" id="{72F996A7-0A97-A8E4-D6EA-678950830A19}"/>
              </a:ext>
            </a:extLst>
          </p:cNvPr>
          <p:cNvSpPr txBox="1"/>
          <p:nvPr/>
        </p:nvSpPr>
        <p:spPr>
          <a:xfrm rot="20456622">
            <a:off x="9308753" y="1348198"/>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119" name="文本框 118">
            <a:extLst>
              <a:ext uri="{FF2B5EF4-FFF2-40B4-BE49-F238E27FC236}">
                <a16:creationId xmlns:a16="http://schemas.microsoft.com/office/drawing/2014/main" id="{35240954-09DA-F2A0-1B65-A155245CAE39}"/>
              </a:ext>
            </a:extLst>
          </p:cNvPr>
          <p:cNvSpPr txBox="1"/>
          <p:nvPr/>
        </p:nvSpPr>
        <p:spPr>
          <a:xfrm rot="1429201">
            <a:off x="9253548" y="2493637"/>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发散</a:t>
            </a:r>
          </a:p>
        </p:txBody>
      </p:sp>
      <p:sp>
        <p:nvSpPr>
          <p:cNvPr id="120" name="文本框 119">
            <a:extLst>
              <a:ext uri="{FF2B5EF4-FFF2-40B4-BE49-F238E27FC236}">
                <a16:creationId xmlns:a16="http://schemas.microsoft.com/office/drawing/2014/main" id="{EB3ED35D-820D-D84D-ECB8-F3D3A786A555}"/>
              </a:ext>
            </a:extLst>
          </p:cNvPr>
          <p:cNvSpPr txBox="1"/>
          <p:nvPr/>
        </p:nvSpPr>
        <p:spPr>
          <a:xfrm rot="1050539">
            <a:off x="10202144" y="1518729"/>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121" name="文本框 120">
            <a:extLst>
              <a:ext uri="{FF2B5EF4-FFF2-40B4-BE49-F238E27FC236}">
                <a16:creationId xmlns:a16="http://schemas.microsoft.com/office/drawing/2014/main" id="{8E04C83C-1C0F-A65E-1945-1E0939DE7A86}"/>
              </a:ext>
            </a:extLst>
          </p:cNvPr>
          <p:cNvSpPr txBox="1"/>
          <p:nvPr/>
        </p:nvSpPr>
        <p:spPr>
          <a:xfrm rot="20444728">
            <a:off x="10300132" y="2381348"/>
            <a:ext cx="783886" cy="215444"/>
          </a:xfrm>
          <a:prstGeom prst="rect">
            <a:avLst/>
          </a:prstGeom>
          <a:no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收敛</a:t>
            </a:r>
          </a:p>
        </p:txBody>
      </p:sp>
      <p:sp>
        <p:nvSpPr>
          <p:cNvPr id="122" name="矩形: 圆角 121">
            <a:extLst>
              <a:ext uri="{FF2B5EF4-FFF2-40B4-BE49-F238E27FC236}">
                <a16:creationId xmlns:a16="http://schemas.microsoft.com/office/drawing/2014/main" id="{020F2DC9-6016-E54B-3D21-6B7969B970D9}"/>
              </a:ext>
            </a:extLst>
          </p:cNvPr>
          <p:cNvSpPr/>
          <p:nvPr/>
        </p:nvSpPr>
        <p:spPr>
          <a:xfrm>
            <a:off x="10578517" y="1815305"/>
            <a:ext cx="782986" cy="483781"/>
          </a:xfrm>
          <a:prstGeom prst="roundRect">
            <a:avLst/>
          </a:prstGeom>
          <a:solidFill>
            <a:srgbClr val="EAEAEA"/>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rPr>
              <a:t>高等级</a:t>
            </a:r>
            <a:endParaRPr lang="en-US" altLang="zh-CN" sz="800" dirty="0">
              <a:solidFill>
                <a:schemeClr val="tx1"/>
              </a:solidFill>
            </a:endParaRPr>
          </a:p>
          <a:p>
            <a:pPr algn="ctr"/>
            <a:r>
              <a:rPr lang="zh-CN" altLang="en-US" sz="800" dirty="0">
                <a:solidFill>
                  <a:schemeClr val="tx1"/>
                </a:solidFill>
              </a:rPr>
              <a:t>风险（预防、发生应对措施）</a:t>
            </a:r>
          </a:p>
        </p:txBody>
      </p:sp>
      <p:graphicFrame>
        <p:nvGraphicFramePr>
          <p:cNvPr id="124" name="表格 124">
            <a:extLst>
              <a:ext uri="{FF2B5EF4-FFF2-40B4-BE49-F238E27FC236}">
                <a16:creationId xmlns:a16="http://schemas.microsoft.com/office/drawing/2014/main" id="{8CE3CECE-120A-6893-9547-DFAF84E1577F}"/>
              </a:ext>
            </a:extLst>
          </p:cNvPr>
          <p:cNvGraphicFramePr>
            <a:graphicFrameLocks noGrp="1"/>
          </p:cNvGraphicFramePr>
          <p:nvPr/>
        </p:nvGraphicFramePr>
        <p:xfrm>
          <a:off x="10500851" y="3609235"/>
          <a:ext cx="1139493" cy="428744"/>
        </p:xfrm>
        <a:graphic>
          <a:graphicData uri="http://schemas.openxmlformats.org/drawingml/2006/table">
            <a:tbl>
              <a:tblPr firstRow="1" bandRow="1">
                <a:tableStyleId>{00A15C55-8517-42AA-B614-E9B94910E393}</a:tableStyleId>
              </a:tblPr>
              <a:tblGrid>
                <a:gridCol w="379831">
                  <a:extLst>
                    <a:ext uri="{9D8B030D-6E8A-4147-A177-3AD203B41FA5}">
                      <a16:colId xmlns:a16="http://schemas.microsoft.com/office/drawing/2014/main" val="3120609325"/>
                    </a:ext>
                  </a:extLst>
                </a:gridCol>
                <a:gridCol w="379831">
                  <a:extLst>
                    <a:ext uri="{9D8B030D-6E8A-4147-A177-3AD203B41FA5}">
                      <a16:colId xmlns:a16="http://schemas.microsoft.com/office/drawing/2014/main" val="391645877"/>
                    </a:ext>
                  </a:extLst>
                </a:gridCol>
                <a:gridCol w="379831">
                  <a:extLst>
                    <a:ext uri="{9D8B030D-6E8A-4147-A177-3AD203B41FA5}">
                      <a16:colId xmlns:a16="http://schemas.microsoft.com/office/drawing/2014/main" val="575584842"/>
                    </a:ext>
                  </a:extLst>
                </a:gridCol>
              </a:tblGrid>
              <a:tr h="214372">
                <a:tc>
                  <a:txBody>
                    <a:bodyPr/>
                    <a:lstStyle/>
                    <a:p>
                      <a:r>
                        <a:rPr lang="zh-CN" altLang="en-US" sz="500" dirty="0"/>
                        <a:t>谁</a:t>
                      </a:r>
                    </a:p>
                  </a:txBody>
                  <a:tcPr/>
                </a:tc>
                <a:tc>
                  <a:txBody>
                    <a:bodyPr/>
                    <a:lstStyle/>
                    <a:p>
                      <a:r>
                        <a:rPr lang="zh-CN" altLang="en-US" sz="500" dirty="0"/>
                        <a:t>何时</a:t>
                      </a:r>
                    </a:p>
                  </a:txBody>
                  <a:tcPr/>
                </a:tc>
                <a:tc>
                  <a:txBody>
                    <a:bodyPr/>
                    <a:lstStyle/>
                    <a:p>
                      <a:r>
                        <a:rPr lang="zh-CN" altLang="en-US" sz="500" dirty="0"/>
                        <a:t>做什么</a:t>
                      </a:r>
                    </a:p>
                  </a:txBody>
                  <a:tcPr/>
                </a:tc>
                <a:extLst>
                  <a:ext uri="{0D108BD9-81ED-4DB2-BD59-A6C34878D82A}">
                    <a16:rowId xmlns:a16="http://schemas.microsoft.com/office/drawing/2014/main" val="1359973636"/>
                  </a:ext>
                </a:extLst>
              </a:tr>
              <a:tr h="214372">
                <a:tc>
                  <a:txBody>
                    <a:bodyPr/>
                    <a:lstStyle/>
                    <a:p>
                      <a:endParaRPr lang="zh-CN" altLang="en-US" sz="500"/>
                    </a:p>
                  </a:txBody>
                  <a:tcPr/>
                </a:tc>
                <a:tc>
                  <a:txBody>
                    <a:bodyPr/>
                    <a:lstStyle/>
                    <a:p>
                      <a:endParaRPr lang="zh-CN" altLang="en-US" sz="500"/>
                    </a:p>
                  </a:txBody>
                  <a:tcPr/>
                </a:tc>
                <a:tc>
                  <a:txBody>
                    <a:bodyPr/>
                    <a:lstStyle/>
                    <a:p>
                      <a:endParaRPr lang="zh-CN" altLang="en-US" sz="500" dirty="0"/>
                    </a:p>
                  </a:txBody>
                  <a:tcPr/>
                </a:tc>
                <a:extLst>
                  <a:ext uri="{0D108BD9-81ED-4DB2-BD59-A6C34878D82A}">
                    <a16:rowId xmlns:a16="http://schemas.microsoft.com/office/drawing/2014/main" val="2810603269"/>
                  </a:ext>
                </a:extLst>
              </a:tr>
            </a:tbl>
          </a:graphicData>
        </a:graphic>
      </p:graphicFrame>
      <p:cxnSp>
        <p:nvCxnSpPr>
          <p:cNvPr id="126" name="连接符: 肘形 125">
            <a:extLst>
              <a:ext uri="{FF2B5EF4-FFF2-40B4-BE49-F238E27FC236}">
                <a16:creationId xmlns:a16="http://schemas.microsoft.com/office/drawing/2014/main" id="{E8829D38-B49A-C9A0-EDAA-0FADA1988D90}"/>
              </a:ext>
            </a:extLst>
          </p:cNvPr>
          <p:cNvCxnSpPr>
            <a:stCxn id="94" idx="3"/>
            <a:endCxn id="124" idx="0"/>
          </p:cNvCxnSpPr>
          <p:nvPr/>
        </p:nvCxnSpPr>
        <p:spPr>
          <a:xfrm>
            <a:off x="9249900" y="1703547"/>
            <a:ext cx="1820697" cy="1905688"/>
          </a:xfrm>
          <a:prstGeom prst="bentConnector2">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8" name="连接符: 肘形 127">
            <a:extLst>
              <a:ext uri="{FF2B5EF4-FFF2-40B4-BE49-F238E27FC236}">
                <a16:creationId xmlns:a16="http://schemas.microsoft.com/office/drawing/2014/main" id="{183E8D3E-A544-F1CE-3965-C3250788EB4C}"/>
              </a:ext>
            </a:extLst>
          </p:cNvPr>
          <p:cNvCxnSpPr>
            <a:stCxn id="122" idx="3"/>
            <a:endCxn id="124" idx="3"/>
          </p:cNvCxnSpPr>
          <p:nvPr/>
        </p:nvCxnSpPr>
        <p:spPr>
          <a:xfrm>
            <a:off x="11361503" y="2057196"/>
            <a:ext cx="278841" cy="1766411"/>
          </a:xfrm>
          <a:prstGeom prst="bentConnector3">
            <a:avLst>
              <a:gd name="adj1" fmla="val 181982"/>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0" name="直接箭头连接符 129">
            <a:extLst>
              <a:ext uri="{FF2B5EF4-FFF2-40B4-BE49-F238E27FC236}">
                <a16:creationId xmlns:a16="http://schemas.microsoft.com/office/drawing/2014/main" id="{A0169C87-9CB7-2A53-4519-3FB21ADD76A6}"/>
              </a:ext>
            </a:extLst>
          </p:cNvPr>
          <p:cNvCxnSpPr>
            <a:endCxn id="124" idx="0"/>
          </p:cNvCxnSpPr>
          <p:nvPr/>
        </p:nvCxnSpPr>
        <p:spPr>
          <a:xfrm>
            <a:off x="11063288" y="3454114"/>
            <a:ext cx="7309" cy="1551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直接箭头连接符 130">
            <a:extLst>
              <a:ext uri="{FF2B5EF4-FFF2-40B4-BE49-F238E27FC236}">
                <a16:creationId xmlns:a16="http://schemas.microsoft.com/office/drawing/2014/main" id="{E0879FA8-86DB-8E31-6F7E-C33FA2485FD6}"/>
              </a:ext>
            </a:extLst>
          </p:cNvPr>
          <p:cNvCxnSpPr>
            <a:cxnSpLocks/>
          </p:cNvCxnSpPr>
          <p:nvPr/>
        </p:nvCxnSpPr>
        <p:spPr>
          <a:xfrm flipH="1" flipV="1">
            <a:off x="11620582" y="3833792"/>
            <a:ext cx="164938" cy="25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连接符: 肘形 133">
            <a:extLst>
              <a:ext uri="{FF2B5EF4-FFF2-40B4-BE49-F238E27FC236}">
                <a16:creationId xmlns:a16="http://schemas.microsoft.com/office/drawing/2014/main" id="{506C1445-8012-2AF8-2D89-4DBBCBCD0403}"/>
              </a:ext>
            </a:extLst>
          </p:cNvPr>
          <p:cNvCxnSpPr>
            <a:stCxn id="57" idx="2"/>
            <a:endCxn id="124" idx="2"/>
          </p:cNvCxnSpPr>
          <p:nvPr/>
        </p:nvCxnSpPr>
        <p:spPr>
          <a:xfrm rot="5400000" flipH="1" flipV="1">
            <a:off x="8884813" y="2602259"/>
            <a:ext cx="750064" cy="3621503"/>
          </a:xfrm>
          <a:prstGeom prst="bentConnector3">
            <a:avLst>
              <a:gd name="adj1" fmla="val -30477"/>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6" name="连接符: 肘形 135">
            <a:extLst>
              <a:ext uri="{FF2B5EF4-FFF2-40B4-BE49-F238E27FC236}">
                <a16:creationId xmlns:a16="http://schemas.microsoft.com/office/drawing/2014/main" id="{C4C2C11A-9182-9E2A-8E35-F008E4EC0701}"/>
              </a:ext>
            </a:extLst>
          </p:cNvPr>
          <p:cNvCxnSpPr>
            <a:stCxn id="109" idx="0"/>
            <a:endCxn id="124" idx="1"/>
          </p:cNvCxnSpPr>
          <p:nvPr/>
        </p:nvCxnSpPr>
        <p:spPr>
          <a:xfrm rot="5400000" flipH="1" flipV="1">
            <a:off x="9610663" y="3470208"/>
            <a:ext cx="536789" cy="1243588"/>
          </a:xfrm>
          <a:prstGeom prst="bentConnector2">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7" name="直接箭头连接符 136">
            <a:extLst>
              <a:ext uri="{FF2B5EF4-FFF2-40B4-BE49-F238E27FC236}">
                <a16:creationId xmlns:a16="http://schemas.microsoft.com/office/drawing/2014/main" id="{F7DEE763-27E0-EB3A-4043-DB21CF7B56F1}"/>
              </a:ext>
            </a:extLst>
          </p:cNvPr>
          <p:cNvCxnSpPr>
            <a:cxnSpLocks/>
          </p:cNvCxnSpPr>
          <p:nvPr/>
        </p:nvCxnSpPr>
        <p:spPr>
          <a:xfrm flipV="1">
            <a:off x="11063288" y="3990997"/>
            <a:ext cx="0" cy="1881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直接箭头连接符 139">
            <a:extLst>
              <a:ext uri="{FF2B5EF4-FFF2-40B4-BE49-F238E27FC236}">
                <a16:creationId xmlns:a16="http://schemas.microsoft.com/office/drawing/2014/main" id="{09EE0FFC-FC56-047E-1A85-76A0A2BF4FE9}"/>
              </a:ext>
            </a:extLst>
          </p:cNvPr>
          <p:cNvCxnSpPr>
            <a:cxnSpLocks/>
          </p:cNvCxnSpPr>
          <p:nvPr/>
        </p:nvCxnSpPr>
        <p:spPr>
          <a:xfrm>
            <a:off x="10345001" y="3814640"/>
            <a:ext cx="1451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2" name="矩形 141">
            <a:extLst>
              <a:ext uri="{FF2B5EF4-FFF2-40B4-BE49-F238E27FC236}">
                <a16:creationId xmlns:a16="http://schemas.microsoft.com/office/drawing/2014/main" id="{2CCC61CD-E7ED-5F73-3980-A1769369DF1E}"/>
              </a:ext>
            </a:extLst>
          </p:cNvPr>
          <p:cNvSpPr/>
          <p:nvPr/>
        </p:nvSpPr>
        <p:spPr>
          <a:xfrm>
            <a:off x="2651462" y="2494895"/>
            <a:ext cx="1249687" cy="1543083"/>
          </a:xfrm>
          <a:custGeom>
            <a:avLst/>
            <a:gdLst>
              <a:gd name="csX0" fmla="*/ 0 w 1249687"/>
              <a:gd name="csY0" fmla="*/ 0 h 1543083"/>
              <a:gd name="csX1" fmla="*/ 391569 w 1249687"/>
              <a:gd name="csY1" fmla="*/ 0 h 1543083"/>
              <a:gd name="csX2" fmla="*/ 795634 w 1249687"/>
              <a:gd name="csY2" fmla="*/ 0 h 1543083"/>
              <a:gd name="csX3" fmla="*/ 1249687 w 1249687"/>
              <a:gd name="csY3" fmla="*/ 0 h 1543083"/>
              <a:gd name="csX4" fmla="*/ 1249687 w 1249687"/>
              <a:gd name="csY4" fmla="*/ 468069 h 1543083"/>
              <a:gd name="csX5" fmla="*/ 1249687 w 1249687"/>
              <a:gd name="csY5" fmla="*/ 982430 h 1543083"/>
              <a:gd name="csX6" fmla="*/ 1249687 w 1249687"/>
              <a:gd name="csY6" fmla="*/ 1543083 h 1543083"/>
              <a:gd name="csX7" fmla="*/ 858118 w 1249687"/>
              <a:gd name="csY7" fmla="*/ 1543083 h 1543083"/>
              <a:gd name="csX8" fmla="*/ 416562 w 1249687"/>
              <a:gd name="csY8" fmla="*/ 1543083 h 1543083"/>
              <a:gd name="csX9" fmla="*/ 0 w 1249687"/>
              <a:gd name="csY9" fmla="*/ 1543083 h 1543083"/>
              <a:gd name="csX10" fmla="*/ 0 w 1249687"/>
              <a:gd name="csY10" fmla="*/ 997860 h 1543083"/>
              <a:gd name="csX11" fmla="*/ 0 w 1249687"/>
              <a:gd name="csY11" fmla="*/ 452638 h 1543083"/>
              <a:gd name="csX12" fmla="*/ 0 w 1249687"/>
              <a:gd name="csY12" fmla="*/ 0 h 154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49687" h="1543083" extrusionOk="0">
                <a:moveTo>
                  <a:pt x="0" y="0"/>
                </a:moveTo>
                <a:cubicBezTo>
                  <a:pt x="79367" y="-23026"/>
                  <a:pt x="223968" y="41426"/>
                  <a:pt x="391569" y="0"/>
                </a:cubicBezTo>
                <a:cubicBezTo>
                  <a:pt x="559170" y="-41426"/>
                  <a:pt x="666793" y="29027"/>
                  <a:pt x="795634" y="0"/>
                </a:cubicBezTo>
                <a:cubicBezTo>
                  <a:pt x="924475" y="-29027"/>
                  <a:pt x="1029484" y="2413"/>
                  <a:pt x="1249687" y="0"/>
                </a:cubicBezTo>
                <a:cubicBezTo>
                  <a:pt x="1258935" y="222629"/>
                  <a:pt x="1213472" y="263865"/>
                  <a:pt x="1249687" y="468069"/>
                </a:cubicBezTo>
                <a:cubicBezTo>
                  <a:pt x="1285902" y="672273"/>
                  <a:pt x="1213442" y="761163"/>
                  <a:pt x="1249687" y="982430"/>
                </a:cubicBezTo>
                <a:cubicBezTo>
                  <a:pt x="1285932" y="1203697"/>
                  <a:pt x="1195842" y="1348283"/>
                  <a:pt x="1249687" y="1543083"/>
                </a:cubicBezTo>
                <a:cubicBezTo>
                  <a:pt x="1124676" y="1583863"/>
                  <a:pt x="938388" y="1532447"/>
                  <a:pt x="858118" y="1543083"/>
                </a:cubicBezTo>
                <a:cubicBezTo>
                  <a:pt x="777848" y="1553719"/>
                  <a:pt x="540799" y="1512255"/>
                  <a:pt x="416562" y="1543083"/>
                </a:cubicBezTo>
                <a:cubicBezTo>
                  <a:pt x="292325" y="1573911"/>
                  <a:pt x="121004" y="1509013"/>
                  <a:pt x="0" y="1543083"/>
                </a:cubicBezTo>
                <a:cubicBezTo>
                  <a:pt x="-22158" y="1363271"/>
                  <a:pt x="53691" y="1182271"/>
                  <a:pt x="0" y="997860"/>
                </a:cubicBezTo>
                <a:cubicBezTo>
                  <a:pt x="-53691" y="813449"/>
                  <a:pt x="31462" y="602041"/>
                  <a:pt x="0" y="452638"/>
                </a:cubicBezTo>
                <a:cubicBezTo>
                  <a:pt x="-31462" y="303235"/>
                  <a:pt x="4130" y="97238"/>
                  <a:pt x="0" y="0"/>
                </a:cubicBezTo>
                <a:close/>
              </a:path>
            </a:pathLst>
          </a:custGeom>
          <a:noFill/>
          <a:ln>
            <a:solidFill>
              <a:srgbClr val="C00000"/>
            </a:solidFill>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3" name="文本框 142">
            <a:extLst>
              <a:ext uri="{FF2B5EF4-FFF2-40B4-BE49-F238E27FC236}">
                <a16:creationId xmlns:a16="http://schemas.microsoft.com/office/drawing/2014/main" id="{119AF8F6-132A-B6AF-1396-E572F03BE0FB}"/>
              </a:ext>
            </a:extLst>
          </p:cNvPr>
          <p:cNvSpPr txBox="1"/>
          <p:nvPr/>
        </p:nvSpPr>
        <p:spPr>
          <a:xfrm>
            <a:off x="2617501" y="2455974"/>
            <a:ext cx="906228" cy="253916"/>
          </a:xfrm>
          <a:prstGeom prst="rect">
            <a:avLst/>
          </a:prstGeom>
          <a:noFill/>
        </p:spPr>
        <p:txBody>
          <a:bodyPr wrap="square" rtlCol="0">
            <a:spAutoFit/>
          </a:bodyPr>
          <a:lstStyle/>
          <a:p>
            <a:r>
              <a:rPr lang="zh-CN" altLang="en-US" sz="1050" b="1" dirty="0">
                <a:solidFill>
                  <a:srgbClr val="C00000"/>
                </a:solidFill>
                <a:latin typeface="微软雅黑" panose="020B0503020204020204" pitchFamily="34" charset="-122"/>
                <a:ea typeface="微软雅黑" panose="020B0503020204020204" pitchFamily="34" charset="-122"/>
              </a:rPr>
              <a:t>数据思维</a:t>
            </a:r>
          </a:p>
        </p:txBody>
      </p:sp>
      <p:sp>
        <p:nvSpPr>
          <p:cNvPr id="144" name="矩形 143">
            <a:extLst>
              <a:ext uri="{FF2B5EF4-FFF2-40B4-BE49-F238E27FC236}">
                <a16:creationId xmlns:a16="http://schemas.microsoft.com/office/drawing/2014/main" id="{A44641A5-EC22-E404-EFDB-BC93B9DA4876}"/>
              </a:ext>
            </a:extLst>
          </p:cNvPr>
          <p:cNvSpPr/>
          <p:nvPr/>
        </p:nvSpPr>
        <p:spPr>
          <a:xfrm>
            <a:off x="7625188" y="1057389"/>
            <a:ext cx="725101" cy="1543083"/>
          </a:xfrm>
          <a:custGeom>
            <a:avLst/>
            <a:gdLst>
              <a:gd name="csX0" fmla="*/ 0 w 725101"/>
              <a:gd name="csY0" fmla="*/ 0 h 1543083"/>
              <a:gd name="csX1" fmla="*/ 348048 w 725101"/>
              <a:gd name="csY1" fmla="*/ 0 h 1543083"/>
              <a:gd name="csX2" fmla="*/ 725101 w 725101"/>
              <a:gd name="csY2" fmla="*/ 0 h 1543083"/>
              <a:gd name="csX3" fmla="*/ 725101 w 725101"/>
              <a:gd name="csY3" fmla="*/ 514361 h 1543083"/>
              <a:gd name="csX4" fmla="*/ 725101 w 725101"/>
              <a:gd name="csY4" fmla="*/ 1059584 h 1543083"/>
              <a:gd name="csX5" fmla="*/ 725101 w 725101"/>
              <a:gd name="csY5" fmla="*/ 1543083 h 1543083"/>
              <a:gd name="csX6" fmla="*/ 362551 w 725101"/>
              <a:gd name="csY6" fmla="*/ 1543083 h 1543083"/>
              <a:gd name="csX7" fmla="*/ 0 w 725101"/>
              <a:gd name="csY7" fmla="*/ 1543083 h 1543083"/>
              <a:gd name="csX8" fmla="*/ 0 w 725101"/>
              <a:gd name="csY8" fmla="*/ 997860 h 1543083"/>
              <a:gd name="csX9" fmla="*/ 0 w 725101"/>
              <a:gd name="csY9" fmla="*/ 468069 h 1543083"/>
              <a:gd name="csX10" fmla="*/ 0 w 725101"/>
              <a:gd name="csY10" fmla="*/ 0 h 154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5101" h="1543083" extrusionOk="0">
                <a:moveTo>
                  <a:pt x="0" y="0"/>
                </a:moveTo>
                <a:cubicBezTo>
                  <a:pt x="144370" y="-39240"/>
                  <a:pt x="183362" y="25395"/>
                  <a:pt x="348048" y="0"/>
                </a:cubicBezTo>
                <a:cubicBezTo>
                  <a:pt x="512734" y="-25395"/>
                  <a:pt x="569725" y="21903"/>
                  <a:pt x="725101" y="0"/>
                </a:cubicBezTo>
                <a:cubicBezTo>
                  <a:pt x="774209" y="191418"/>
                  <a:pt x="696066" y="292028"/>
                  <a:pt x="725101" y="514361"/>
                </a:cubicBezTo>
                <a:cubicBezTo>
                  <a:pt x="754136" y="736694"/>
                  <a:pt x="663600" y="841792"/>
                  <a:pt x="725101" y="1059584"/>
                </a:cubicBezTo>
                <a:cubicBezTo>
                  <a:pt x="786602" y="1277376"/>
                  <a:pt x="722666" y="1418678"/>
                  <a:pt x="725101" y="1543083"/>
                </a:cubicBezTo>
                <a:cubicBezTo>
                  <a:pt x="573722" y="1564450"/>
                  <a:pt x="462069" y="1522050"/>
                  <a:pt x="362551" y="1543083"/>
                </a:cubicBezTo>
                <a:cubicBezTo>
                  <a:pt x="263033" y="1564116"/>
                  <a:pt x="112160" y="1527161"/>
                  <a:pt x="0" y="1543083"/>
                </a:cubicBezTo>
                <a:cubicBezTo>
                  <a:pt x="-52425" y="1339135"/>
                  <a:pt x="47603" y="1209057"/>
                  <a:pt x="0" y="997860"/>
                </a:cubicBezTo>
                <a:cubicBezTo>
                  <a:pt x="-47603" y="786663"/>
                  <a:pt x="35161" y="730615"/>
                  <a:pt x="0" y="468069"/>
                </a:cubicBezTo>
                <a:cubicBezTo>
                  <a:pt x="-35161" y="205523"/>
                  <a:pt x="45554" y="138665"/>
                  <a:pt x="0" y="0"/>
                </a:cubicBezTo>
                <a:close/>
              </a:path>
            </a:pathLst>
          </a:custGeom>
          <a:noFill/>
          <a:ln>
            <a:solidFill>
              <a:schemeClr val="accent2"/>
            </a:solidFill>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5" name="文本框 144">
            <a:extLst>
              <a:ext uri="{FF2B5EF4-FFF2-40B4-BE49-F238E27FC236}">
                <a16:creationId xmlns:a16="http://schemas.microsoft.com/office/drawing/2014/main" id="{97FF236E-A5C7-F733-BDD0-D5DB50DA8BDA}"/>
              </a:ext>
            </a:extLst>
          </p:cNvPr>
          <p:cNvSpPr txBox="1"/>
          <p:nvPr/>
        </p:nvSpPr>
        <p:spPr>
          <a:xfrm>
            <a:off x="7591227" y="1018467"/>
            <a:ext cx="638592" cy="415498"/>
          </a:xfrm>
          <a:prstGeom prst="rect">
            <a:avLst/>
          </a:prstGeom>
          <a:noFill/>
        </p:spPr>
        <p:txBody>
          <a:bodyPr wrap="square" rtlCol="0">
            <a:spAutoFit/>
          </a:bodyPr>
          <a:lstStyle/>
          <a:p>
            <a:r>
              <a:rPr lang="zh-CN" altLang="en-US" sz="1050" b="1" dirty="0">
                <a:solidFill>
                  <a:schemeClr val="accent2"/>
                </a:solidFill>
                <a:latin typeface="微软雅黑" panose="020B0503020204020204" pitchFamily="34" charset="-122"/>
                <a:ea typeface="微软雅黑" panose="020B0503020204020204" pitchFamily="34" charset="-122"/>
              </a:rPr>
              <a:t>创新方案思维</a:t>
            </a:r>
          </a:p>
        </p:txBody>
      </p:sp>
      <p:sp>
        <p:nvSpPr>
          <p:cNvPr id="146" name="矩形 145">
            <a:extLst>
              <a:ext uri="{FF2B5EF4-FFF2-40B4-BE49-F238E27FC236}">
                <a16:creationId xmlns:a16="http://schemas.microsoft.com/office/drawing/2014/main" id="{1432D8F8-97DC-4697-3C2B-2C747C7752D9}"/>
              </a:ext>
            </a:extLst>
          </p:cNvPr>
          <p:cNvSpPr/>
          <p:nvPr/>
        </p:nvSpPr>
        <p:spPr>
          <a:xfrm>
            <a:off x="3348372" y="2743849"/>
            <a:ext cx="705177" cy="1660471"/>
          </a:xfrm>
          <a:custGeom>
            <a:avLst/>
            <a:gdLst>
              <a:gd name="csX0" fmla="*/ 0 w 705177"/>
              <a:gd name="csY0" fmla="*/ 0 h 1660471"/>
              <a:gd name="csX1" fmla="*/ 338485 w 705177"/>
              <a:gd name="csY1" fmla="*/ 0 h 1660471"/>
              <a:gd name="csX2" fmla="*/ 705177 w 705177"/>
              <a:gd name="csY2" fmla="*/ 0 h 1660471"/>
              <a:gd name="csX3" fmla="*/ 705177 w 705177"/>
              <a:gd name="csY3" fmla="*/ 553490 h 1660471"/>
              <a:gd name="csX4" fmla="*/ 705177 w 705177"/>
              <a:gd name="csY4" fmla="*/ 1140190 h 1660471"/>
              <a:gd name="csX5" fmla="*/ 705177 w 705177"/>
              <a:gd name="csY5" fmla="*/ 1660471 h 1660471"/>
              <a:gd name="csX6" fmla="*/ 352589 w 705177"/>
              <a:gd name="csY6" fmla="*/ 1660471 h 1660471"/>
              <a:gd name="csX7" fmla="*/ 0 w 705177"/>
              <a:gd name="csY7" fmla="*/ 1660471 h 1660471"/>
              <a:gd name="csX8" fmla="*/ 0 w 705177"/>
              <a:gd name="csY8" fmla="*/ 1073771 h 1660471"/>
              <a:gd name="csX9" fmla="*/ 0 w 705177"/>
              <a:gd name="csY9" fmla="*/ 503676 h 1660471"/>
              <a:gd name="csX10" fmla="*/ 0 w 705177"/>
              <a:gd name="csY10" fmla="*/ 0 h 166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177" h="1660471" extrusionOk="0">
                <a:moveTo>
                  <a:pt x="0" y="0"/>
                </a:moveTo>
                <a:cubicBezTo>
                  <a:pt x="154433" y="-15426"/>
                  <a:pt x="175661" y="32786"/>
                  <a:pt x="338485" y="0"/>
                </a:cubicBezTo>
                <a:cubicBezTo>
                  <a:pt x="501309" y="-32786"/>
                  <a:pt x="599846" y="19329"/>
                  <a:pt x="705177" y="0"/>
                </a:cubicBezTo>
                <a:cubicBezTo>
                  <a:pt x="742888" y="129219"/>
                  <a:pt x="699196" y="313091"/>
                  <a:pt x="705177" y="553490"/>
                </a:cubicBezTo>
                <a:cubicBezTo>
                  <a:pt x="711158" y="793889"/>
                  <a:pt x="649673" y="1008800"/>
                  <a:pt x="705177" y="1140190"/>
                </a:cubicBezTo>
                <a:cubicBezTo>
                  <a:pt x="760681" y="1271580"/>
                  <a:pt x="699306" y="1413898"/>
                  <a:pt x="705177" y="1660471"/>
                </a:cubicBezTo>
                <a:cubicBezTo>
                  <a:pt x="631355" y="1672632"/>
                  <a:pt x="439330" y="1632918"/>
                  <a:pt x="352589" y="1660471"/>
                </a:cubicBezTo>
                <a:cubicBezTo>
                  <a:pt x="265848" y="1688024"/>
                  <a:pt x="113500" y="1636651"/>
                  <a:pt x="0" y="1660471"/>
                </a:cubicBezTo>
                <a:cubicBezTo>
                  <a:pt x="-18997" y="1368205"/>
                  <a:pt x="32923" y="1320678"/>
                  <a:pt x="0" y="1073771"/>
                </a:cubicBezTo>
                <a:cubicBezTo>
                  <a:pt x="-32923" y="826864"/>
                  <a:pt x="43599" y="678498"/>
                  <a:pt x="0" y="503676"/>
                </a:cubicBezTo>
                <a:cubicBezTo>
                  <a:pt x="-43599" y="328855"/>
                  <a:pt x="10126" y="210533"/>
                  <a:pt x="0" y="0"/>
                </a:cubicBezTo>
                <a:close/>
              </a:path>
            </a:pathLst>
          </a:custGeom>
          <a:noFill/>
          <a:ln>
            <a:solidFill>
              <a:srgbClr val="FFC00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7" name="文本框 146">
            <a:extLst>
              <a:ext uri="{FF2B5EF4-FFF2-40B4-BE49-F238E27FC236}">
                <a16:creationId xmlns:a16="http://schemas.microsoft.com/office/drawing/2014/main" id="{D809F64E-49AD-00B6-0D6A-4A4FF36E09FA}"/>
              </a:ext>
            </a:extLst>
          </p:cNvPr>
          <p:cNvSpPr txBox="1"/>
          <p:nvPr/>
        </p:nvSpPr>
        <p:spPr>
          <a:xfrm>
            <a:off x="3277629" y="4163062"/>
            <a:ext cx="906228" cy="253916"/>
          </a:xfrm>
          <a:prstGeom prst="rect">
            <a:avLst/>
          </a:prstGeom>
          <a:noFill/>
        </p:spPr>
        <p:txBody>
          <a:bodyPr wrap="square" rtlCol="0">
            <a:spAutoFit/>
          </a:bodyPr>
          <a:lstStyle/>
          <a:p>
            <a:r>
              <a:rPr lang="zh-CN" altLang="en-US" sz="1050" b="1" dirty="0">
                <a:solidFill>
                  <a:srgbClr val="FFC000"/>
                </a:solidFill>
                <a:latin typeface="微软雅黑" panose="020B0503020204020204" pitchFamily="34" charset="-122"/>
                <a:ea typeface="微软雅黑" panose="020B0503020204020204" pitchFamily="34" charset="-122"/>
              </a:rPr>
              <a:t>优先性思维</a:t>
            </a:r>
          </a:p>
        </p:txBody>
      </p:sp>
      <p:sp>
        <p:nvSpPr>
          <p:cNvPr id="148" name="矩形 147">
            <a:extLst>
              <a:ext uri="{FF2B5EF4-FFF2-40B4-BE49-F238E27FC236}">
                <a16:creationId xmlns:a16="http://schemas.microsoft.com/office/drawing/2014/main" id="{B8E791B6-1FF8-A424-916F-DA35C4D39FC8}"/>
              </a:ext>
            </a:extLst>
          </p:cNvPr>
          <p:cNvSpPr/>
          <p:nvPr/>
        </p:nvSpPr>
        <p:spPr>
          <a:xfrm>
            <a:off x="6614856" y="1008320"/>
            <a:ext cx="705177" cy="1660471"/>
          </a:xfrm>
          <a:custGeom>
            <a:avLst/>
            <a:gdLst>
              <a:gd name="csX0" fmla="*/ 0 w 705177"/>
              <a:gd name="csY0" fmla="*/ 0 h 1660471"/>
              <a:gd name="csX1" fmla="*/ 338485 w 705177"/>
              <a:gd name="csY1" fmla="*/ 0 h 1660471"/>
              <a:gd name="csX2" fmla="*/ 705177 w 705177"/>
              <a:gd name="csY2" fmla="*/ 0 h 1660471"/>
              <a:gd name="csX3" fmla="*/ 705177 w 705177"/>
              <a:gd name="csY3" fmla="*/ 553490 h 1660471"/>
              <a:gd name="csX4" fmla="*/ 705177 w 705177"/>
              <a:gd name="csY4" fmla="*/ 1140190 h 1660471"/>
              <a:gd name="csX5" fmla="*/ 705177 w 705177"/>
              <a:gd name="csY5" fmla="*/ 1660471 h 1660471"/>
              <a:gd name="csX6" fmla="*/ 352589 w 705177"/>
              <a:gd name="csY6" fmla="*/ 1660471 h 1660471"/>
              <a:gd name="csX7" fmla="*/ 0 w 705177"/>
              <a:gd name="csY7" fmla="*/ 1660471 h 1660471"/>
              <a:gd name="csX8" fmla="*/ 0 w 705177"/>
              <a:gd name="csY8" fmla="*/ 1073771 h 1660471"/>
              <a:gd name="csX9" fmla="*/ 0 w 705177"/>
              <a:gd name="csY9" fmla="*/ 503676 h 1660471"/>
              <a:gd name="csX10" fmla="*/ 0 w 705177"/>
              <a:gd name="csY10" fmla="*/ 0 h 166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177" h="1660471" extrusionOk="0">
                <a:moveTo>
                  <a:pt x="0" y="0"/>
                </a:moveTo>
                <a:cubicBezTo>
                  <a:pt x="154433" y="-15426"/>
                  <a:pt x="175661" y="32786"/>
                  <a:pt x="338485" y="0"/>
                </a:cubicBezTo>
                <a:cubicBezTo>
                  <a:pt x="501309" y="-32786"/>
                  <a:pt x="599846" y="19329"/>
                  <a:pt x="705177" y="0"/>
                </a:cubicBezTo>
                <a:cubicBezTo>
                  <a:pt x="742888" y="129219"/>
                  <a:pt x="699196" y="313091"/>
                  <a:pt x="705177" y="553490"/>
                </a:cubicBezTo>
                <a:cubicBezTo>
                  <a:pt x="711158" y="793889"/>
                  <a:pt x="649673" y="1008800"/>
                  <a:pt x="705177" y="1140190"/>
                </a:cubicBezTo>
                <a:cubicBezTo>
                  <a:pt x="760681" y="1271580"/>
                  <a:pt x="699306" y="1413898"/>
                  <a:pt x="705177" y="1660471"/>
                </a:cubicBezTo>
                <a:cubicBezTo>
                  <a:pt x="631355" y="1672632"/>
                  <a:pt x="439330" y="1632918"/>
                  <a:pt x="352589" y="1660471"/>
                </a:cubicBezTo>
                <a:cubicBezTo>
                  <a:pt x="265848" y="1688024"/>
                  <a:pt x="113500" y="1636651"/>
                  <a:pt x="0" y="1660471"/>
                </a:cubicBezTo>
                <a:cubicBezTo>
                  <a:pt x="-18997" y="1368205"/>
                  <a:pt x="32923" y="1320678"/>
                  <a:pt x="0" y="1073771"/>
                </a:cubicBezTo>
                <a:cubicBezTo>
                  <a:pt x="-32923" y="826864"/>
                  <a:pt x="43599" y="678498"/>
                  <a:pt x="0" y="503676"/>
                </a:cubicBezTo>
                <a:cubicBezTo>
                  <a:pt x="-43599" y="328855"/>
                  <a:pt x="10126" y="210533"/>
                  <a:pt x="0" y="0"/>
                </a:cubicBezTo>
                <a:close/>
              </a:path>
            </a:pathLst>
          </a:custGeom>
          <a:noFill/>
          <a:ln>
            <a:solidFill>
              <a:srgbClr val="FFC00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文本框 148">
            <a:extLst>
              <a:ext uri="{FF2B5EF4-FFF2-40B4-BE49-F238E27FC236}">
                <a16:creationId xmlns:a16="http://schemas.microsoft.com/office/drawing/2014/main" id="{3021396F-5F02-BB53-53FC-14849EB4B9AE}"/>
              </a:ext>
            </a:extLst>
          </p:cNvPr>
          <p:cNvSpPr txBox="1"/>
          <p:nvPr/>
        </p:nvSpPr>
        <p:spPr>
          <a:xfrm>
            <a:off x="6544113" y="2427533"/>
            <a:ext cx="906228" cy="253916"/>
          </a:xfrm>
          <a:prstGeom prst="rect">
            <a:avLst/>
          </a:prstGeom>
          <a:noFill/>
        </p:spPr>
        <p:txBody>
          <a:bodyPr wrap="square" rtlCol="0">
            <a:spAutoFit/>
          </a:bodyPr>
          <a:lstStyle/>
          <a:p>
            <a:r>
              <a:rPr lang="zh-CN" altLang="en-US" sz="1050" b="1" dirty="0">
                <a:solidFill>
                  <a:srgbClr val="FFC000"/>
                </a:solidFill>
                <a:latin typeface="微软雅黑" panose="020B0503020204020204" pitchFamily="34" charset="-122"/>
                <a:ea typeface="微软雅黑" panose="020B0503020204020204" pitchFamily="34" charset="-122"/>
              </a:rPr>
              <a:t>优先性思维</a:t>
            </a:r>
          </a:p>
        </p:txBody>
      </p:sp>
      <p:sp>
        <p:nvSpPr>
          <p:cNvPr id="150" name="矩形 149">
            <a:extLst>
              <a:ext uri="{FF2B5EF4-FFF2-40B4-BE49-F238E27FC236}">
                <a16:creationId xmlns:a16="http://schemas.microsoft.com/office/drawing/2014/main" id="{F767E37E-8F53-72E4-E92E-8CC427A24EEF}"/>
              </a:ext>
            </a:extLst>
          </p:cNvPr>
          <p:cNvSpPr/>
          <p:nvPr/>
        </p:nvSpPr>
        <p:spPr>
          <a:xfrm>
            <a:off x="6594454" y="3638064"/>
            <a:ext cx="705177" cy="1660471"/>
          </a:xfrm>
          <a:custGeom>
            <a:avLst/>
            <a:gdLst>
              <a:gd name="csX0" fmla="*/ 0 w 705177"/>
              <a:gd name="csY0" fmla="*/ 0 h 1660471"/>
              <a:gd name="csX1" fmla="*/ 338485 w 705177"/>
              <a:gd name="csY1" fmla="*/ 0 h 1660471"/>
              <a:gd name="csX2" fmla="*/ 705177 w 705177"/>
              <a:gd name="csY2" fmla="*/ 0 h 1660471"/>
              <a:gd name="csX3" fmla="*/ 705177 w 705177"/>
              <a:gd name="csY3" fmla="*/ 553490 h 1660471"/>
              <a:gd name="csX4" fmla="*/ 705177 w 705177"/>
              <a:gd name="csY4" fmla="*/ 1140190 h 1660471"/>
              <a:gd name="csX5" fmla="*/ 705177 w 705177"/>
              <a:gd name="csY5" fmla="*/ 1660471 h 1660471"/>
              <a:gd name="csX6" fmla="*/ 352589 w 705177"/>
              <a:gd name="csY6" fmla="*/ 1660471 h 1660471"/>
              <a:gd name="csX7" fmla="*/ 0 w 705177"/>
              <a:gd name="csY7" fmla="*/ 1660471 h 1660471"/>
              <a:gd name="csX8" fmla="*/ 0 w 705177"/>
              <a:gd name="csY8" fmla="*/ 1073771 h 1660471"/>
              <a:gd name="csX9" fmla="*/ 0 w 705177"/>
              <a:gd name="csY9" fmla="*/ 503676 h 1660471"/>
              <a:gd name="csX10" fmla="*/ 0 w 705177"/>
              <a:gd name="csY10" fmla="*/ 0 h 166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177" h="1660471" extrusionOk="0">
                <a:moveTo>
                  <a:pt x="0" y="0"/>
                </a:moveTo>
                <a:cubicBezTo>
                  <a:pt x="154433" y="-15426"/>
                  <a:pt x="175661" y="32786"/>
                  <a:pt x="338485" y="0"/>
                </a:cubicBezTo>
                <a:cubicBezTo>
                  <a:pt x="501309" y="-32786"/>
                  <a:pt x="599846" y="19329"/>
                  <a:pt x="705177" y="0"/>
                </a:cubicBezTo>
                <a:cubicBezTo>
                  <a:pt x="742888" y="129219"/>
                  <a:pt x="699196" y="313091"/>
                  <a:pt x="705177" y="553490"/>
                </a:cubicBezTo>
                <a:cubicBezTo>
                  <a:pt x="711158" y="793889"/>
                  <a:pt x="649673" y="1008800"/>
                  <a:pt x="705177" y="1140190"/>
                </a:cubicBezTo>
                <a:cubicBezTo>
                  <a:pt x="760681" y="1271580"/>
                  <a:pt x="699306" y="1413898"/>
                  <a:pt x="705177" y="1660471"/>
                </a:cubicBezTo>
                <a:cubicBezTo>
                  <a:pt x="631355" y="1672632"/>
                  <a:pt x="439330" y="1632918"/>
                  <a:pt x="352589" y="1660471"/>
                </a:cubicBezTo>
                <a:cubicBezTo>
                  <a:pt x="265848" y="1688024"/>
                  <a:pt x="113500" y="1636651"/>
                  <a:pt x="0" y="1660471"/>
                </a:cubicBezTo>
                <a:cubicBezTo>
                  <a:pt x="-18997" y="1368205"/>
                  <a:pt x="32923" y="1320678"/>
                  <a:pt x="0" y="1073771"/>
                </a:cubicBezTo>
                <a:cubicBezTo>
                  <a:pt x="-32923" y="826864"/>
                  <a:pt x="43599" y="678498"/>
                  <a:pt x="0" y="503676"/>
                </a:cubicBezTo>
                <a:cubicBezTo>
                  <a:pt x="-43599" y="328855"/>
                  <a:pt x="10126" y="210533"/>
                  <a:pt x="0" y="0"/>
                </a:cubicBezTo>
                <a:close/>
              </a:path>
            </a:pathLst>
          </a:custGeom>
          <a:noFill/>
          <a:ln>
            <a:solidFill>
              <a:srgbClr val="FFC00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1" name="文本框 150">
            <a:extLst>
              <a:ext uri="{FF2B5EF4-FFF2-40B4-BE49-F238E27FC236}">
                <a16:creationId xmlns:a16="http://schemas.microsoft.com/office/drawing/2014/main" id="{5F59E721-02B3-8D0E-1A14-B5B01EBC8D2C}"/>
              </a:ext>
            </a:extLst>
          </p:cNvPr>
          <p:cNvSpPr txBox="1"/>
          <p:nvPr/>
        </p:nvSpPr>
        <p:spPr>
          <a:xfrm>
            <a:off x="6523711" y="5057277"/>
            <a:ext cx="906228" cy="253916"/>
          </a:xfrm>
          <a:prstGeom prst="rect">
            <a:avLst/>
          </a:prstGeom>
          <a:noFill/>
        </p:spPr>
        <p:txBody>
          <a:bodyPr wrap="square" rtlCol="0">
            <a:spAutoFit/>
          </a:bodyPr>
          <a:lstStyle/>
          <a:p>
            <a:r>
              <a:rPr lang="zh-CN" altLang="en-US" sz="1050" b="1" dirty="0">
                <a:solidFill>
                  <a:srgbClr val="FFC000"/>
                </a:solidFill>
                <a:latin typeface="微软雅黑" panose="020B0503020204020204" pitchFamily="34" charset="-122"/>
                <a:ea typeface="微软雅黑" panose="020B0503020204020204" pitchFamily="34" charset="-122"/>
              </a:rPr>
              <a:t>优先性思维</a:t>
            </a:r>
          </a:p>
        </p:txBody>
      </p:sp>
      <p:sp>
        <p:nvSpPr>
          <p:cNvPr id="152" name="矩形 151">
            <a:extLst>
              <a:ext uri="{FF2B5EF4-FFF2-40B4-BE49-F238E27FC236}">
                <a16:creationId xmlns:a16="http://schemas.microsoft.com/office/drawing/2014/main" id="{47D24AED-D72E-2546-063B-8BA6F84E1971}"/>
              </a:ext>
            </a:extLst>
          </p:cNvPr>
          <p:cNvSpPr/>
          <p:nvPr/>
        </p:nvSpPr>
        <p:spPr>
          <a:xfrm>
            <a:off x="10150661" y="1111866"/>
            <a:ext cx="705177" cy="1660471"/>
          </a:xfrm>
          <a:custGeom>
            <a:avLst/>
            <a:gdLst>
              <a:gd name="csX0" fmla="*/ 0 w 705177"/>
              <a:gd name="csY0" fmla="*/ 0 h 1660471"/>
              <a:gd name="csX1" fmla="*/ 338485 w 705177"/>
              <a:gd name="csY1" fmla="*/ 0 h 1660471"/>
              <a:gd name="csX2" fmla="*/ 705177 w 705177"/>
              <a:gd name="csY2" fmla="*/ 0 h 1660471"/>
              <a:gd name="csX3" fmla="*/ 705177 w 705177"/>
              <a:gd name="csY3" fmla="*/ 553490 h 1660471"/>
              <a:gd name="csX4" fmla="*/ 705177 w 705177"/>
              <a:gd name="csY4" fmla="*/ 1140190 h 1660471"/>
              <a:gd name="csX5" fmla="*/ 705177 w 705177"/>
              <a:gd name="csY5" fmla="*/ 1660471 h 1660471"/>
              <a:gd name="csX6" fmla="*/ 352589 w 705177"/>
              <a:gd name="csY6" fmla="*/ 1660471 h 1660471"/>
              <a:gd name="csX7" fmla="*/ 0 w 705177"/>
              <a:gd name="csY7" fmla="*/ 1660471 h 1660471"/>
              <a:gd name="csX8" fmla="*/ 0 w 705177"/>
              <a:gd name="csY8" fmla="*/ 1073771 h 1660471"/>
              <a:gd name="csX9" fmla="*/ 0 w 705177"/>
              <a:gd name="csY9" fmla="*/ 503676 h 1660471"/>
              <a:gd name="csX10" fmla="*/ 0 w 705177"/>
              <a:gd name="csY10" fmla="*/ 0 h 166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177" h="1660471" extrusionOk="0">
                <a:moveTo>
                  <a:pt x="0" y="0"/>
                </a:moveTo>
                <a:cubicBezTo>
                  <a:pt x="154433" y="-15426"/>
                  <a:pt x="175661" y="32786"/>
                  <a:pt x="338485" y="0"/>
                </a:cubicBezTo>
                <a:cubicBezTo>
                  <a:pt x="501309" y="-32786"/>
                  <a:pt x="599846" y="19329"/>
                  <a:pt x="705177" y="0"/>
                </a:cubicBezTo>
                <a:cubicBezTo>
                  <a:pt x="742888" y="129219"/>
                  <a:pt x="699196" y="313091"/>
                  <a:pt x="705177" y="553490"/>
                </a:cubicBezTo>
                <a:cubicBezTo>
                  <a:pt x="711158" y="793889"/>
                  <a:pt x="649673" y="1008800"/>
                  <a:pt x="705177" y="1140190"/>
                </a:cubicBezTo>
                <a:cubicBezTo>
                  <a:pt x="760681" y="1271580"/>
                  <a:pt x="699306" y="1413898"/>
                  <a:pt x="705177" y="1660471"/>
                </a:cubicBezTo>
                <a:cubicBezTo>
                  <a:pt x="631355" y="1672632"/>
                  <a:pt x="439330" y="1632918"/>
                  <a:pt x="352589" y="1660471"/>
                </a:cubicBezTo>
                <a:cubicBezTo>
                  <a:pt x="265848" y="1688024"/>
                  <a:pt x="113500" y="1636651"/>
                  <a:pt x="0" y="1660471"/>
                </a:cubicBezTo>
                <a:cubicBezTo>
                  <a:pt x="-18997" y="1368205"/>
                  <a:pt x="32923" y="1320678"/>
                  <a:pt x="0" y="1073771"/>
                </a:cubicBezTo>
                <a:cubicBezTo>
                  <a:pt x="-32923" y="826864"/>
                  <a:pt x="43599" y="678498"/>
                  <a:pt x="0" y="503676"/>
                </a:cubicBezTo>
                <a:cubicBezTo>
                  <a:pt x="-43599" y="328855"/>
                  <a:pt x="10126" y="210533"/>
                  <a:pt x="0" y="0"/>
                </a:cubicBezTo>
                <a:close/>
              </a:path>
            </a:pathLst>
          </a:custGeom>
          <a:noFill/>
          <a:ln>
            <a:solidFill>
              <a:srgbClr val="FFC00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文本框 152">
            <a:extLst>
              <a:ext uri="{FF2B5EF4-FFF2-40B4-BE49-F238E27FC236}">
                <a16:creationId xmlns:a16="http://schemas.microsoft.com/office/drawing/2014/main" id="{90D38454-9FC9-0984-6CBB-DAC0F420AF05}"/>
              </a:ext>
            </a:extLst>
          </p:cNvPr>
          <p:cNvSpPr txBox="1"/>
          <p:nvPr/>
        </p:nvSpPr>
        <p:spPr>
          <a:xfrm>
            <a:off x="10079918" y="2531079"/>
            <a:ext cx="906228" cy="253916"/>
          </a:xfrm>
          <a:prstGeom prst="rect">
            <a:avLst/>
          </a:prstGeom>
          <a:noFill/>
        </p:spPr>
        <p:txBody>
          <a:bodyPr wrap="square" rtlCol="0">
            <a:spAutoFit/>
          </a:bodyPr>
          <a:lstStyle/>
          <a:p>
            <a:r>
              <a:rPr lang="zh-CN" altLang="en-US" sz="1050" b="1" dirty="0">
                <a:solidFill>
                  <a:srgbClr val="FFC000"/>
                </a:solidFill>
                <a:latin typeface="微软雅黑" panose="020B0503020204020204" pitchFamily="34" charset="-122"/>
                <a:ea typeface="微软雅黑" panose="020B0503020204020204" pitchFamily="34" charset="-122"/>
              </a:rPr>
              <a:t>优先性思维</a:t>
            </a:r>
          </a:p>
        </p:txBody>
      </p:sp>
      <p:sp>
        <p:nvSpPr>
          <p:cNvPr id="154" name="矩形 153">
            <a:extLst>
              <a:ext uri="{FF2B5EF4-FFF2-40B4-BE49-F238E27FC236}">
                <a16:creationId xmlns:a16="http://schemas.microsoft.com/office/drawing/2014/main" id="{A853C4A5-F08D-85E6-3CC7-AEBE4103E1AE}"/>
              </a:ext>
            </a:extLst>
          </p:cNvPr>
          <p:cNvSpPr/>
          <p:nvPr/>
        </p:nvSpPr>
        <p:spPr>
          <a:xfrm>
            <a:off x="8482245" y="3678444"/>
            <a:ext cx="705177" cy="1660471"/>
          </a:xfrm>
          <a:custGeom>
            <a:avLst/>
            <a:gdLst>
              <a:gd name="csX0" fmla="*/ 0 w 705177"/>
              <a:gd name="csY0" fmla="*/ 0 h 1660471"/>
              <a:gd name="csX1" fmla="*/ 338485 w 705177"/>
              <a:gd name="csY1" fmla="*/ 0 h 1660471"/>
              <a:gd name="csX2" fmla="*/ 705177 w 705177"/>
              <a:gd name="csY2" fmla="*/ 0 h 1660471"/>
              <a:gd name="csX3" fmla="*/ 705177 w 705177"/>
              <a:gd name="csY3" fmla="*/ 553490 h 1660471"/>
              <a:gd name="csX4" fmla="*/ 705177 w 705177"/>
              <a:gd name="csY4" fmla="*/ 1140190 h 1660471"/>
              <a:gd name="csX5" fmla="*/ 705177 w 705177"/>
              <a:gd name="csY5" fmla="*/ 1660471 h 1660471"/>
              <a:gd name="csX6" fmla="*/ 352589 w 705177"/>
              <a:gd name="csY6" fmla="*/ 1660471 h 1660471"/>
              <a:gd name="csX7" fmla="*/ 0 w 705177"/>
              <a:gd name="csY7" fmla="*/ 1660471 h 1660471"/>
              <a:gd name="csX8" fmla="*/ 0 w 705177"/>
              <a:gd name="csY8" fmla="*/ 1073771 h 1660471"/>
              <a:gd name="csX9" fmla="*/ 0 w 705177"/>
              <a:gd name="csY9" fmla="*/ 503676 h 1660471"/>
              <a:gd name="csX10" fmla="*/ 0 w 705177"/>
              <a:gd name="csY10" fmla="*/ 0 h 166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177" h="1660471" extrusionOk="0">
                <a:moveTo>
                  <a:pt x="0" y="0"/>
                </a:moveTo>
                <a:cubicBezTo>
                  <a:pt x="154433" y="-15426"/>
                  <a:pt x="175661" y="32786"/>
                  <a:pt x="338485" y="0"/>
                </a:cubicBezTo>
                <a:cubicBezTo>
                  <a:pt x="501309" y="-32786"/>
                  <a:pt x="599846" y="19329"/>
                  <a:pt x="705177" y="0"/>
                </a:cubicBezTo>
                <a:cubicBezTo>
                  <a:pt x="742888" y="129219"/>
                  <a:pt x="699196" y="313091"/>
                  <a:pt x="705177" y="553490"/>
                </a:cubicBezTo>
                <a:cubicBezTo>
                  <a:pt x="711158" y="793889"/>
                  <a:pt x="649673" y="1008800"/>
                  <a:pt x="705177" y="1140190"/>
                </a:cubicBezTo>
                <a:cubicBezTo>
                  <a:pt x="760681" y="1271580"/>
                  <a:pt x="699306" y="1413898"/>
                  <a:pt x="705177" y="1660471"/>
                </a:cubicBezTo>
                <a:cubicBezTo>
                  <a:pt x="631355" y="1672632"/>
                  <a:pt x="439330" y="1632918"/>
                  <a:pt x="352589" y="1660471"/>
                </a:cubicBezTo>
                <a:cubicBezTo>
                  <a:pt x="265848" y="1688024"/>
                  <a:pt x="113500" y="1636651"/>
                  <a:pt x="0" y="1660471"/>
                </a:cubicBezTo>
                <a:cubicBezTo>
                  <a:pt x="-18997" y="1368205"/>
                  <a:pt x="32923" y="1320678"/>
                  <a:pt x="0" y="1073771"/>
                </a:cubicBezTo>
                <a:cubicBezTo>
                  <a:pt x="-32923" y="826864"/>
                  <a:pt x="43599" y="678498"/>
                  <a:pt x="0" y="503676"/>
                </a:cubicBezTo>
                <a:cubicBezTo>
                  <a:pt x="-43599" y="328855"/>
                  <a:pt x="10126" y="210533"/>
                  <a:pt x="0" y="0"/>
                </a:cubicBezTo>
                <a:close/>
              </a:path>
            </a:pathLst>
          </a:custGeom>
          <a:noFill/>
          <a:ln>
            <a:solidFill>
              <a:srgbClr val="FFC00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文本框 154">
            <a:extLst>
              <a:ext uri="{FF2B5EF4-FFF2-40B4-BE49-F238E27FC236}">
                <a16:creationId xmlns:a16="http://schemas.microsoft.com/office/drawing/2014/main" id="{2E203AC5-FF70-4C24-FFE8-F4AD14D135E7}"/>
              </a:ext>
            </a:extLst>
          </p:cNvPr>
          <p:cNvSpPr txBox="1"/>
          <p:nvPr/>
        </p:nvSpPr>
        <p:spPr>
          <a:xfrm>
            <a:off x="8411502" y="5097657"/>
            <a:ext cx="906228" cy="253916"/>
          </a:xfrm>
          <a:prstGeom prst="rect">
            <a:avLst/>
          </a:prstGeom>
          <a:noFill/>
        </p:spPr>
        <p:txBody>
          <a:bodyPr wrap="square" rtlCol="0">
            <a:spAutoFit/>
          </a:bodyPr>
          <a:lstStyle/>
          <a:p>
            <a:r>
              <a:rPr lang="zh-CN" altLang="en-US" sz="1050" b="1" dirty="0">
                <a:solidFill>
                  <a:srgbClr val="FFC000"/>
                </a:solidFill>
                <a:latin typeface="微软雅黑" panose="020B0503020204020204" pitchFamily="34" charset="-122"/>
                <a:ea typeface="微软雅黑" panose="020B0503020204020204" pitchFamily="34" charset="-122"/>
              </a:rPr>
              <a:t>优先性思维</a:t>
            </a:r>
          </a:p>
        </p:txBody>
      </p:sp>
      <p:sp>
        <p:nvSpPr>
          <p:cNvPr id="156" name="矩形 155">
            <a:extLst>
              <a:ext uri="{FF2B5EF4-FFF2-40B4-BE49-F238E27FC236}">
                <a16:creationId xmlns:a16="http://schemas.microsoft.com/office/drawing/2014/main" id="{19CE7CE1-293C-FE60-6B2B-0A66CD1CEF44}"/>
              </a:ext>
            </a:extLst>
          </p:cNvPr>
          <p:cNvSpPr/>
          <p:nvPr/>
        </p:nvSpPr>
        <p:spPr>
          <a:xfrm>
            <a:off x="2420821" y="2157999"/>
            <a:ext cx="840116" cy="1866092"/>
          </a:xfrm>
          <a:custGeom>
            <a:avLst/>
            <a:gdLst>
              <a:gd name="csX0" fmla="*/ 0 w 840116"/>
              <a:gd name="csY0" fmla="*/ 0 h 1866092"/>
              <a:gd name="csX1" fmla="*/ 403256 w 840116"/>
              <a:gd name="csY1" fmla="*/ 0 h 1866092"/>
              <a:gd name="csX2" fmla="*/ 840116 w 840116"/>
              <a:gd name="csY2" fmla="*/ 0 h 1866092"/>
              <a:gd name="csX3" fmla="*/ 840116 w 840116"/>
              <a:gd name="csY3" fmla="*/ 466523 h 1866092"/>
              <a:gd name="csX4" fmla="*/ 840116 w 840116"/>
              <a:gd name="csY4" fmla="*/ 970368 h 1866092"/>
              <a:gd name="csX5" fmla="*/ 840116 w 840116"/>
              <a:gd name="csY5" fmla="*/ 1436891 h 1866092"/>
              <a:gd name="csX6" fmla="*/ 840116 w 840116"/>
              <a:gd name="csY6" fmla="*/ 1866092 h 1866092"/>
              <a:gd name="csX7" fmla="*/ 436860 w 840116"/>
              <a:gd name="csY7" fmla="*/ 1866092 h 1866092"/>
              <a:gd name="csX8" fmla="*/ 0 w 840116"/>
              <a:gd name="csY8" fmla="*/ 1866092 h 1866092"/>
              <a:gd name="csX9" fmla="*/ 0 w 840116"/>
              <a:gd name="csY9" fmla="*/ 1380908 h 1866092"/>
              <a:gd name="csX10" fmla="*/ 0 w 840116"/>
              <a:gd name="csY10" fmla="*/ 970368 h 1866092"/>
              <a:gd name="csX11" fmla="*/ 0 w 840116"/>
              <a:gd name="csY11" fmla="*/ 466523 h 1866092"/>
              <a:gd name="csX12" fmla="*/ 0 w 840116"/>
              <a:gd name="csY12" fmla="*/ 0 h 186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116" h="1866092" extrusionOk="0">
                <a:moveTo>
                  <a:pt x="0" y="0"/>
                </a:moveTo>
                <a:cubicBezTo>
                  <a:pt x="180843" y="-11196"/>
                  <a:pt x="268442" y="2478"/>
                  <a:pt x="403256" y="0"/>
                </a:cubicBezTo>
                <a:cubicBezTo>
                  <a:pt x="538070" y="-2478"/>
                  <a:pt x="656512" y="12397"/>
                  <a:pt x="840116" y="0"/>
                </a:cubicBezTo>
                <a:cubicBezTo>
                  <a:pt x="869527" y="165341"/>
                  <a:pt x="811590" y="370221"/>
                  <a:pt x="840116" y="466523"/>
                </a:cubicBezTo>
                <a:cubicBezTo>
                  <a:pt x="868642" y="562825"/>
                  <a:pt x="782223" y="724310"/>
                  <a:pt x="840116" y="970368"/>
                </a:cubicBezTo>
                <a:cubicBezTo>
                  <a:pt x="898009" y="1216427"/>
                  <a:pt x="827238" y="1224559"/>
                  <a:pt x="840116" y="1436891"/>
                </a:cubicBezTo>
                <a:cubicBezTo>
                  <a:pt x="852994" y="1649223"/>
                  <a:pt x="834160" y="1774035"/>
                  <a:pt x="840116" y="1866092"/>
                </a:cubicBezTo>
                <a:cubicBezTo>
                  <a:pt x="723807" y="1895697"/>
                  <a:pt x="551683" y="1861760"/>
                  <a:pt x="436860" y="1866092"/>
                </a:cubicBezTo>
                <a:cubicBezTo>
                  <a:pt x="322037" y="1870424"/>
                  <a:pt x="155786" y="1826572"/>
                  <a:pt x="0" y="1866092"/>
                </a:cubicBezTo>
                <a:cubicBezTo>
                  <a:pt x="-13434" y="1723218"/>
                  <a:pt x="29134" y="1589495"/>
                  <a:pt x="0" y="1380908"/>
                </a:cubicBezTo>
                <a:cubicBezTo>
                  <a:pt x="-29134" y="1172321"/>
                  <a:pt x="21689" y="1167612"/>
                  <a:pt x="0" y="970368"/>
                </a:cubicBezTo>
                <a:cubicBezTo>
                  <a:pt x="-21689" y="773124"/>
                  <a:pt x="59807" y="652368"/>
                  <a:pt x="0" y="466523"/>
                </a:cubicBezTo>
                <a:cubicBezTo>
                  <a:pt x="-59807" y="280679"/>
                  <a:pt x="34563" y="187111"/>
                  <a:pt x="0" y="0"/>
                </a:cubicBezTo>
                <a:close/>
              </a:path>
            </a:pathLst>
          </a:custGeom>
          <a:noFill/>
          <a:ln>
            <a:solidFill>
              <a:srgbClr val="0070C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7" name="文本框 156">
            <a:extLst>
              <a:ext uri="{FF2B5EF4-FFF2-40B4-BE49-F238E27FC236}">
                <a16:creationId xmlns:a16="http://schemas.microsoft.com/office/drawing/2014/main" id="{A420083E-9F7E-E8AE-53F6-3AE471313182}"/>
              </a:ext>
            </a:extLst>
          </p:cNvPr>
          <p:cNvSpPr txBox="1"/>
          <p:nvPr/>
        </p:nvSpPr>
        <p:spPr>
          <a:xfrm>
            <a:off x="2383397" y="2221782"/>
            <a:ext cx="1079639" cy="253916"/>
          </a:xfrm>
          <a:prstGeom prst="rect">
            <a:avLst/>
          </a:prstGeom>
          <a:noFill/>
        </p:spPr>
        <p:txBody>
          <a:bodyPr wrap="square" rtlCol="0">
            <a:spAutoFit/>
          </a:bodyPr>
          <a:lstStyle/>
          <a:p>
            <a:r>
              <a:rPr lang="zh-CN" altLang="en-US" sz="1050" b="1" dirty="0">
                <a:solidFill>
                  <a:srgbClr val="0070C0"/>
                </a:solidFill>
                <a:latin typeface="微软雅黑" panose="020B0503020204020204" pitchFamily="34" charset="-122"/>
                <a:ea typeface="微软雅黑" panose="020B0503020204020204" pitchFamily="34" charset="-122"/>
              </a:rPr>
              <a:t>流程思维</a:t>
            </a:r>
          </a:p>
        </p:txBody>
      </p:sp>
      <p:sp>
        <p:nvSpPr>
          <p:cNvPr id="160" name="矩形 159">
            <a:extLst>
              <a:ext uri="{FF2B5EF4-FFF2-40B4-BE49-F238E27FC236}">
                <a16:creationId xmlns:a16="http://schemas.microsoft.com/office/drawing/2014/main" id="{CCF7238F-DA40-8BD8-FACE-2AC962E58066}"/>
              </a:ext>
            </a:extLst>
          </p:cNvPr>
          <p:cNvSpPr/>
          <p:nvPr/>
        </p:nvSpPr>
        <p:spPr>
          <a:xfrm>
            <a:off x="5639166" y="970957"/>
            <a:ext cx="840116" cy="1866092"/>
          </a:xfrm>
          <a:custGeom>
            <a:avLst/>
            <a:gdLst>
              <a:gd name="csX0" fmla="*/ 0 w 840116"/>
              <a:gd name="csY0" fmla="*/ 0 h 1866092"/>
              <a:gd name="csX1" fmla="*/ 403256 w 840116"/>
              <a:gd name="csY1" fmla="*/ 0 h 1866092"/>
              <a:gd name="csX2" fmla="*/ 840116 w 840116"/>
              <a:gd name="csY2" fmla="*/ 0 h 1866092"/>
              <a:gd name="csX3" fmla="*/ 840116 w 840116"/>
              <a:gd name="csY3" fmla="*/ 466523 h 1866092"/>
              <a:gd name="csX4" fmla="*/ 840116 w 840116"/>
              <a:gd name="csY4" fmla="*/ 970368 h 1866092"/>
              <a:gd name="csX5" fmla="*/ 840116 w 840116"/>
              <a:gd name="csY5" fmla="*/ 1436891 h 1866092"/>
              <a:gd name="csX6" fmla="*/ 840116 w 840116"/>
              <a:gd name="csY6" fmla="*/ 1866092 h 1866092"/>
              <a:gd name="csX7" fmla="*/ 436860 w 840116"/>
              <a:gd name="csY7" fmla="*/ 1866092 h 1866092"/>
              <a:gd name="csX8" fmla="*/ 0 w 840116"/>
              <a:gd name="csY8" fmla="*/ 1866092 h 1866092"/>
              <a:gd name="csX9" fmla="*/ 0 w 840116"/>
              <a:gd name="csY9" fmla="*/ 1380908 h 1866092"/>
              <a:gd name="csX10" fmla="*/ 0 w 840116"/>
              <a:gd name="csY10" fmla="*/ 970368 h 1866092"/>
              <a:gd name="csX11" fmla="*/ 0 w 840116"/>
              <a:gd name="csY11" fmla="*/ 466523 h 1866092"/>
              <a:gd name="csX12" fmla="*/ 0 w 840116"/>
              <a:gd name="csY12" fmla="*/ 0 h 186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116" h="1866092" extrusionOk="0">
                <a:moveTo>
                  <a:pt x="0" y="0"/>
                </a:moveTo>
                <a:cubicBezTo>
                  <a:pt x="180843" y="-11196"/>
                  <a:pt x="268442" y="2478"/>
                  <a:pt x="403256" y="0"/>
                </a:cubicBezTo>
                <a:cubicBezTo>
                  <a:pt x="538070" y="-2478"/>
                  <a:pt x="656512" y="12397"/>
                  <a:pt x="840116" y="0"/>
                </a:cubicBezTo>
                <a:cubicBezTo>
                  <a:pt x="869527" y="165341"/>
                  <a:pt x="811590" y="370221"/>
                  <a:pt x="840116" y="466523"/>
                </a:cubicBezTo>
                <a:cubicBezTo>
                  <a:pt x="868642" y="562825"/>
                  <a:pt x="782223" y="724310"/>
                  <a:pt x="840116" y="970368"/>
                </a:cubicBezTo>
                <a:cubicBezTo>
                  <a:pt x="898009" y="1216427"/>
                  <a:pt x="827238" y="1224559"/>
                  <a:pt x="840116" y="1436891"/>
                </a:cubicBezTo>
                <a:cubicBezTo>
                  <a:pt x="852994" y="1649223"/>
                  <a:pt x="834160" y="1774035"/>
                  <a:pt x="840116" y="1866092"/>
                </a:cubicBezTo>
                <a:cubicBezTo>
                  <a:pt x="723807" y="1895697"/>
                  <a:pt x="551683" y="1861760"/>
                  <a:pt x="436860" y="1866092"/>
                </a:cubicBezTo>
                <a:cubicBezTo>
                  <a:pt x="322037" y="1870424"/>
                  <a:pt x="155786" y="1826572"/>
                  <a:pt x="0" y="1866092"/>
                </a:cubicBezTo>
                <a:cubicBezTo>
                  <a:pt x="-13434" y="1723218"/>
                  <a:pt x="29134" y="1589495"/>
                  <a:pt x="0" y="1380908"/>
                </a:cubicBezTo>
                <a:cubicBezTo>
                  <a:pt x="-29134" y="1172321"/>
                  <a:pt x="21689" y="1167612"/>
                  <a:pt x="0" y="970368"/>
                </a:cubicBezTo>
                <a:cubicBezTo>
                  <a:pt x="-21689" y="773124"/>
                  <a:pt x="59807" y="652368"/>
                  <a:pt x="0" y="466523"/>
                </a:cubicBezTo>
                <a:cubicBezTo>
                  <a:pt x="-59807" y="280679"/>
                  <a:pt x="34563" y="187111"/>
                  <a:pt x="0" y="0"/>
                </a:cubicBezTo>
                <a:close/>
              </a:path>
            </a:pathLst>
          </a:custGeom>
          <a:noFill/>
          <a:ln>
            <a:solidFill>
              <a:srgbClr val="00B05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文本框 160">
            <a:extLst>
              <a:ext uri="{FF2B5EF4-FFF2-40B4-BE49-F238E27FC236}">
                <a16:creationId xmlns:a16="http://schemas.microsoft.com/office/drawing/2014/main" id="{6AD36973-D0F4-0980-FD5A-F3CD0DE11B37}"/>
              </a:ext>
            </a:extLst>
          </p:cNvPr>
          <p:cNvSpPr txBox="1"/>
          <p:nvPr/>
        </p:nvSpPr>
        <p:spPr>
          <a:xfrm>
            <a:off x="5601742" y="1034740"/>
            <a:ext cx="1079639" cy="253916"/>
          </a:xfrm>
          <a:prstGeom prst="rect">
            <a:avLst/>
          </a:prstGeom>
          <a:noFill/>
          <a:ln>
            <a:noFill/>
          </a:ln>
        </p:spPr>
        <p:txBody>
          <a:bodyPr wrap="square" rtlCol="0">
            <a:spAutoFit/>
          </a:bodyPr>
          <a:lstStyle/>
          <a:p>
            <a:r>
              <a:rPr lang="zh-CN" altLang="en-US" sz="1050" b="1" dirty="0">
                <a:solidFill>
                  <a:srgbClr val="00B050"/>
                </a:solidFill>
                <a:latin typeface="微软雅黑" panose="020B0503020204020204" pitchFamily="34" charset="-122"/>
                <a:ea typeface="微软雅黑" panose="020B0503020204020204" pitchFamily="34" charset="-122"/>
              </a:rPr>
              <a:t>原因思维</a:t>
            </a:r>
          </a:p>
        </p:txBody>
      </p:sp>
      <p:sp>
        <p:nvSpPr>
          <p:cNvPr id="164" name="矩形 163">
            <a:extLst>
              <a:ext uri="{FF2B5EF4-FFF2-40B4-BE49-F238E27FC236}">
                <a16:creationId xmlns:a16="http://schemas.microsoft.com/office/drawing/2014/main" id="{D5469624-92C5-9B2C-67DA-97D49FBD87AE}"/>
              </a:ext>
            </a:extLst>
          </p:cNvPr>
          <p:cNvSpPr/>
          <p:nvPr/>
        </p:nvSpPr>
        <p:spPr>
          <a:xfrm>
            <a:off x="7509066" y="3424014"/>
            <a:ext cx="840116" cy="1866092"/>
          </a:xfrm>
          <a:custGeom>
            <a:avLst/>
            <a:gdLst>
              <a:gd name="csX0" fmla="*/ 0 w 840116"/>
              <a:gd name="csY0" fmla="*/ 0 h 1866092"/>
              <a:gd name="csX1" fmla="*/ 403256 w 840116"/>
              <a:gd name="csY1" fmla="*/ 0 h 1866092"/>
              <a:gd name="csX2" fmla="*/ 840116 w 840116"/>
              <a:gd name="csY2" fmla="*/ 0 h 1866092"/>
              <a:gd name="csX3" fmla="*/ 840116 w 840116"/>
              <a:gd name="csY3" fmla="*/ 466523 h 1866092"/>
              <a:gd name="csX4" fmla="*/ 840116 w 840116"/>
              <a:gd name="csY4" fmla="*/ 970368 h 1866092"/>
              <a:gd name="csX5" fmla="*/ 840116 w 840116"/>
              <a:gd name="csY5" fmla="*/ 1436891 h 1866092"/>
              <a:gd name="csX6" fmla="*/ 840116 w 840116"/>
              <a:gd name="csY6" fmla="*/ 1866092 h 1866092"/>
              <a:gd name="csX7" fmla="*/ 436860 w 840116"/>
              <a:gd name="csY7" fmla="*/ 1866092 h 1866092"/>
              <a:gd name="csX8" fmla="*/ 0 w 840116"/>
              <a:gd name="csY8" fmla="*/ 1866092 h 1866092"/>
              <a:gd name="csX9" fmla="*/ 0 w 840116"/>
              <a:gd name="csY9" fmla="*/ 1380908 h 1866092"/>
              <a:gd name="csX10" fmla="*/ 0 w 840116"/>
              <a:gd name="csY10" fmla="*/ 970368 h 1866092"/>
              <a:gd name="csX11" fmla="*/ 0 w 840116"/>
              <a:gd name="csY11" fmla="*/ 466523 h 1866092"/>
              <a:gd name="csX12" fmla="*/ 0 w 840116"/>
              <a:gd name="csY12" fmla="*/ 0 h 186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116" h="1866092" extrusionOk="0">
                <a:moveTo>
                  <a:pt x="0" y="0"/>
                </a:moveTo>
                <a:cubicBezTo>
                  <a:pt x="180843" y="-11196"/>
                  <a:pt x="268442" y="2478"/>
                  <a:pt x="403256" y="0"/>
                </a:cubicBezTo>
                <a:cubicBezTo>
                  <a:pt x="538070" y="-2478"/>
                  <a:pt x="656512" y="12397"/>
                  <a:pt x="840116" y="0"/>
                </a:cubicBezTo>
                <a:cubicBezTo>
                  <a:pt x="869527" y="165341"/>
                  <a:pt x="811590" y="370221"/>
                  <a:pt x="840116" y="466523"/>
                </a:cubicBezTo>
                <a:cubicBezTo>
                  <a:pt x="868642" y="562825"/>
                  <a:pt x="782223" y="724310"/>
                  <a:pt x="840116" y="970368"/>
                </a:cubicBezTo>
                <a:cubicBezTo>
                  <a:pt x="898009" y="1216427"/>
                  <a:pt x="827238" y="1224559"/>
                  <a:pt x="840116" y="1436891"/>
                </a:cubicBezTo>
                <a:cubicBezTo>
                  <a:pt x="852994" y="1649223"/>
                  <a:pt x="834160" y="1774035"/>
                  <a:pt x="840116" y="1866092"/>
                </a:cubicBezTo>
                <a:cubicBezTo>
                  <a:pt x="723807" y="1895697"/>
                  <a:pt x="551683" y="1861760"/>
                  <a:pt x="436860" y="1866092"/>
                </a:cubicBezTo>
                <a:cubicBezTo>
                  <a:pt x="322037" y="1870424"/>
                  <a:pt x="155786" y="1826572"/>
                  <a:pt x="0" y="1866092"/>
                </a:cubicBezTo>
                <a:cubicBezTo>
                  <a:pt x="-13434" y="1723218"/>
                  <a:pt x="29134" y="1589495"/>
                  <a:pt x="0" y="1380908"/>
                </a:cubicBezTo>
                <a:cubicBezTo>
                  <a:pt x="-29134" y="1172321"/>
                  <a:pt x="21689" y="1167612"/>
                  <a:pt x="0" y="970368"/>
                </a:cubicBezTo>
                <a:cubicBezTo>
                  <a:pt x="-21689" y="773124"/>
                  <a:pt x="59807" y="652368"/>
                  <a:pt x="0" y="466523"/>
                </a:cubicBezTo>
                <a:cubicBezTo>
                  <a:pt x="-59807" y="280679"/>
                  <a:pt x="34563" y="187111"/>
                  <a:pt x="0" y="0"/>
                </a:cubicBezTo>
                <a:close/>
              </a:path>
            </a:pathLst>
          </a:custGeom>
          <a:noFill/>
          <a:ln>
            <a:solidFill>
              <a:schemeClr val="tx1">
                <a:lumMod val="95000"/>
                <a:lumOff val="5000"/>
              </a:schemeClr>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5" name="文本框 164">
            <a:extLst>
              <a:ext uri="{FF2B5EF4-FFF2-40B4-BE49-F238E27FC236}">
                <a16:creationId xmlns:a16="http://schemas.microsoft.com/office/drawing/2014/main" id="{A2A2F5EE-5D64-EB46-4CFA-C0BADE859A76}"/>
              </a:ext>
            </a:extLst>
          </p:cNvPr>
          <p:cNvSpPr txBox="1"/>
          <p:nvPr/>
        </p:nvSpPr>
        <p:spPr>
          <a:xfrm>
            <a:off x="7471642" y="3487797"/>
            <a:ext cx="1079639" cy="253916"/>
          </a:xfrm>
          <a:prstGeom prst="rect">
            <a:avLst/>
          </a:prstGeom>
          <a:noFill/>
        </p:spPr>
        <p:txBody>
          <a:bodyPr wrap="square" rtlCol="0">
            <a:spAutoFit/>
          </a:bodyPr>
          <a:lstStyle/>
          <a:p>
            <a:r>
              <a:rPr lang="zh-CN" altLang="en-US" sz="1050" b="1" dirty="0">
                <a:latin typeface="微软雅黑" panose="020B0503020204020204" pitchFamily="34" charset="-122"/>
                <a:ea typeface="微软雅黑" panose="020B0503020204020204" pitchFamily="34" charset="-122"/>
              </a:rPr>
              <a:t>风险思维</a:t>
            </a:r>
          </a:p>
        </p:txBody>
      </p:sp>
      <p:sp>
        <p:nvSpPr>
          <p:cNvPr id="166" name="矩形 165">
            <a:extLst>
              <a:ext uri="{FF2B5EF4-FFF2-40B4-BE49-F238E27FC236}">
                <a16:creationId xmlns:a16="http://schemas.microsoft.com/office/drawing/2014/main" id="{81F23586-7040-A751-41C2-3E9E00A3370C}"/>
              </a:ext>
            </a:extLst>
          </p:cNvPr>
          <p:cNvSpPr/>
          <p:nvPr/>
        </p:nvSpPr>
        <p:spPr>
          <a:xfrm>
            <a:off x="9150184" y="994103"/>
            <a:ext cx="840116" cy="1866092"/>
          </a:xfrm>
          <a:custGeom>
            <a:avLst/>
            <a:gdLst>
              <a:gd name="csX0" fmla="*/ 0 w 840116"/>
              <a:gd name="csY0" fmla="*/ 0 h 1866092"/>
              <a:gd name="csX1" fmla="*/ 403256 w 840116"/>
              <a:gd name="csY1" fmla="*/ 0 h 1866092"/>
              <a:gd name="csX2" fmla="*/ 840116 w 840116"/>
              <a:gd name="csY2" fmla="*/ 0 h 1866092"/>
              <a:gd name="csX3" fmla="*/ 840116 w 840116"/>
              <a:gd name="csY3" fmla="*/ 466523 h 1866092"/>
              <a:gd name="csX4" fmla="*/ 840116 w 840116"/>
              <a:gd name="csY4" fmla="*/ 970368 h 1866092"/>
              <a:gd name="csX5" fmla="*/ 840116 w 840116"/>
              <a:gd name="csY5" fmla="*/ 1436891 h 1866092"/>
              <a:gd name="csX6" fmla="*/ 840116 w 840116"/>
              <a:gd name="csY6" fmla="*/ 1866092 h 1866092"/>
              <a:gd name="csX7" fmla="*/ 436860 w 840116"/>
              <a:gd name="csY7" fmla="*/ 1866092 h 1866092"/>
              <a:gd name="csX8" fmla="*/ 0 w 840116"/>
              <a:gd name="csY8" fmla="*/ 1866092 h 1866092"/>
              <a:gd name="csX9" fmla="*/ 0 w 840116"/>
              <a:gd name="csY9" fmla="*/ 1380908 h 1866092"/>
              <a:gd name="csX10" fmla="*/ 0 w 840116"/>
              <a:gd name="csY10" fmla="*/ 970368 h 1866092"/>
              <a:gd name="csX11" fmla="*/ 0 w 840116"/>
              <a:gd name="csY11" fmla="*/ 466523 h 1866092"/>
              <a:gd name="csX12" fmla="*/ 0 w 840116"/>
              <a:gd name="csY12" fmla="*/ 0 h 186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116" h="1866092" extrusionOk="0">
                <a:moveTo>
                  <a:pt x="0" y="0"/>
                </a:moveTo>
                <a:cubicBezTo>
                  <a:pt x="180843" y="-11196"/>
                  <a:pt x="268442" y="2478"/>
                  <a:pt x="403256" y="0"/>
                </a:cubicBezTo>
                <a:cubicBezTo>
                  <a:pt x="538070" y="-2478"/>
                  <a:pt x="656512" y="12397"/>
                  <a:pt x="840116" y="0"/>
                </a:cubicBezTo>
                <a:cubicBezTo>
                  <a:pt x="869527" y="165341"/>
                  <a:pt x="811590" y="370221"/>
                  <a:pt x="840116" y="466523"/>
                </a:cubicBezTo>
                <a:cubicBezTo>
                  <a:pt x="868642" y="562825"/>
                  <a:pt x="782223" y="724310"/>
                  <a:pt x="840116" y="970368"/>
                </a:cubicBezTo>
                <a:cubicBezTo>
                  <a:pt x="898009" y="1216427"/>
                  <a:pt x="827238" y="1224559"/>
                  <a:pt x="840116" y="1436891"/>
                </a:cubicBezTo>
                <a:cubicBezTo>
                  <a:pt x="852994" y="1649223"/>
                  <a:pt x="834160" y="1774035"/>
                  <a:pt x="840116" y="1866092"/>
                </a:cubicBezTo>
                <a:cubicBezTo>
                  <a:pt x="723807" y="1895697"/>
                  <a:pt x="551683" y="1861760"/>
                  <a:pt x="436860" y="1866092"/>
                </a:cubicBezTo>
                <a:cubicBezTo>
                  <a:pt x="322037" y="1870424"/>
                  <a:pt x="155786" y="1826572"/>
                  <a:pt x="0" y="1866092"/>
                </a:cubicBezTo>
                <a:cubicBezTo>
                  <a:pt x="-13434" y="1723218"/>
                  <a:pt x="29134" y="1589495"/>
                  <a:pt x="0" y="1380908"/>
                </a:cubicBezTo>
                <a:cubicBezTo>
                  <a:pt x="-29134" y="1172321"/>
                  <a:pt x="21689" y="1167612"/>
                  <a:pt x="0" y="970368"/>
                </a:cubicBezTo>
                <a:cubicBezTo>
                  <a:pt x="-21689" y="773124"/>
                  <a:pt x="59807" y="652368"/>
                  <a:pt x="0" y="466523"/>
                </a:cubicBezTo>
                <a:cubicBezTo>
                  <a:pt x="-59807" y="280679"/>
                  <a:pt x="34563" y="187111"/>
                  <a:pt x="0" y="0"/>
                </a:cubicBezTo>
                <a:close/>
              </a:path>
            </a:pathLst>
          </a:custGeom>
          <a:noFill/>
          <a:ln>
            <a:solidFill>
              <a:schemeClr val="tx1">
                <a:lumMod val="95000"/>
                <a:lumOff val="5000"/>
              </a:schemeClr>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7" name="文本框 166">
            <a:extLst>
              <a:ext uri="{FF2B5EF4-FFF2-40B4-BE49-F238E27FC236}">
                <a16:creationId xmlns:a16="http://schemas.microsoft.com/office/drawing/2014/main" id="{A92727B8-7C9A-B2FF-4491-B14C15E5ECED}"/>
              </a:ext>
            </a:extLst>
          </p:cNvPr>
          <p:cNvSpPr txBox="1"/>
          <p:nvPr/>
        </p:nvSpPr>
        <p:spPr>
          <a:xfrm>
            <a:off x="9112760" y="1057886"/>
            <a:ext cx="1079639" cy="253916"/>
          </a:xfrm>
          <a:prstGeom prst="rect">
            <a:avLst/>
          </a:prstGeom>
          <a:noFill/>
        </p:spPr>
        <p:txBody>
          <a:bodyPr wrap="square" rtlCol="0">
            <a:spAutoFit/>
          </a:bodyPr>
          <a:lstStyle/>
          <a:p>
            <a:r>
              <a:rPr lang="zh-CN" altLang="en-US" sz="1050" b="1" dirty="0">
                <a:latin typeface="微软雅黑" panose="020B0503020204020204" pitchFamily="34" charset="-122"/>
                <a:ea typeface="微软雅黑" panose="020B0503020204020204" pitchFamily="34" charset="-122"/>
              </a:rPr>
              <a:t>风险思维</a:t>
            </a:r>
          </a:p>
        </p:txBody>
      </p:sp>
      <p:sp>
        <p:nvSpPr>
          <p:cNvPr id="170" name="矩形 169">
            <a:extLst>
              <a:ext uri="{FF2B5EF4-FFF2-40B4-BE49-F238E27FC236}">
                <a16:creationId xmlns:a16="http://schemas.microsoft.com/office/drawing/2014/main" id="{B9810932-4BA4-518B-CFFC-45CB7673286F}"/>
              </a:ext>
            </a:extLst>
          </p:cNvPr>
          <p:cNvSpPr/>
          <p:nvPr/>
        </p:nvSpPr>
        <p:spPr>
          <a:xfrm>
            <a:off x="5178020" y="3714786"/>
            <a:ext cx="1249687" cy="1543083"/>
          </a:xfrm>
          <a:custGeom>
            <a:avLst/>
            <a:gdLst>
              <a:gd name="csX0" fmla="*/ 0 w 1249687"/>
              <a:gd name="csY0" fmla="*/ 0 h 1543083"/>
              <a:gd name="csX1" fmla="*/ 391569 w 1249687"/>
              <a:gd name="csY1" fmla="*/ 0 h 1543083"/>
              <a:gd name="csX2" fmla="*/ 795634 w 1249687"/>
              <a:gd name="csY2" fmla="*/ 0 h 1543083"/>
              <a:gd name="csX3" fmla="*/ 1249687 w 1249687"/>
              <a:gd name="csY3" fmla="*/ 0 h 1543083"/>
              <a:gd name="csX4" fmla="*/ 1249687 w 1249687"/>
              <a:gd name="csY4" fmla="*/ 468069 h 1543083"/>
              <a:gd name="csX5" fmla="*/ 1249687 w 1249687"/>
              <a:gd name="csY5" fmla="*/ 982430 h 1543083"/>
              <a:gd name="csX6" fmla="*/ 1249687 w 1249687"/>
              <a:gd name="csY6" fmla="*/ 1543083 h 1543083"/>
              <a:gd name="csX7" fmla="*/ 858118 w 1249687"/>
              <a:gd name="csY7" fmla="*/ 1543083 h 1543083"/>
              <a:gd name="csX8" fmla="*/ 416562 w 1249687"/>
              <a:gd name="csY8" fmla="*/ 1543083 h 1543083"/>
              <a:gd name="csX9" fmla="*/ 0 w 1249687"/>
              <a:gd name="csY9" fmla="*/ 1543083 h 1543083"/>
              <a:gd name="csX10" fmla="*/ 0 w 1249687"/>
              <a:gd name="csY10" fmla="*/ 997860 h 1543083"/>
              <a:gd name="csX11" fmla="*/ 0 w 1249687"/>
              <a:gd name="csY11" fmla="*/ 452638 h 1543083"/>
              <a:gd name="csX12" fmla="*/ 0 w 1249687"/>
              <a:gd name="csY12" fmla="*/ 0 h 1543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49687" h="1543083" extrusionOk="0">
                <a:moveTo>
                  <a:pt x="0" y="0"/>
                </a:moveTo>
                <a:cubicBezTo>
                  <a:pt x="79367" y="-23026"/>
                  <a:pt x="223968" y="41426"/>
                  <a:pt x="391569" y="0"/>
                </a:cubicBezTo>
                <a:cubicBezTo>
                  <a:pt x="559170" y="-41426"/>
                  <a:pt x="666793" y="29027"/>
                  <a:pt x="795634" y="0"/>
                </a:cubicBezTo>
                <a:cubicBezTo>
                  <a:pt x="924475" y="-29027"/>
                  <a:pt x="1029484" y="2413"/>
                  <a:pt x="1249687" y="0"/>
                </a:cubicBezTo>
                <a:cubicBezTo>
                  <a:pt x="1258935" y="222629"/>
                  <a:pt x="1213472" y="263865"/>
                  <a:pt x="1249687" y="468069"/>
                </a:cubicBezTo>
                <a:cubicBezTo>
                  <a:pt x="1285902" y="672273"/>
                  <a:pt x="1213442" y="761163"/>
                  <a:pt x="1249687" y="982430"/>
                </a:cubicBezTo>
                <a:cubicBezTo>
                  <a:pt x="1285932" y="1203697"/>
                  <a:pt x="1195842" y="1348283"/>
                  <a:pt x="1249687" y="1543083"/>
                </a:cubicBezTo>
                <a:cubicBezTo>
                  <a:pt x="1124676" y="1583863"/>
                  <a:pt x="938388" y="1532447"/>
                  <a:pt x="858118" y="1543083"/>
                </a:cubicBezTo>
                <a:cubicBezTo>
                  <a:pt x="777848" y="1553719"/>
                  <a:pt x="540799" y="1512255"/>
                  <a:pt x="416562" y="1543083"/>
                </a:cubicBezTo>
                <a:cubicBezTo>
                  <a:pt x="292325" y="1573911"/>
                  <a:pt x="121004" y="1509013"/>
                  <a:pt x="0" y="1543083"/>
                </a:cubicBezTo>
                <a:cubicBezTo>
                  <a:pt x="-22158" y="1363271"/>
                  <a:pt x="53691" y="1182271"/>
                  <a:pt x="0" y="997860"/>
                </a:cubicBezTo>
                <a:cubicBezTo>
                  <a:pt x="-53691" y="813449"/>
                  <a:pt x="31462" y="602041"/>
                  <a:pt x="0" y="452638"/>
                </a:cubicBezTo>
                <a:cubicBezTo>
                  <a:pt x="-31462" y="303235"/>
                  <a:pt x="4130" y="97238"/>
                  <a:pt x="0" y="0"/>
                </a:cubicBezTo>
                <a:close/>
              </a:path>
            </a:pathLst>
          </a:custGeom>
          <a:noFill/>
          <a:ln>
            <a:solidFill>
              <a:schemeClr val="accent2"/>
            </a:solidFill>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1" name="文本框 170">
            <a:extLst>
              <a:ext uri="{FF2B5EF4-FFF2-40B4-BE49-F238E27FC236}">
                <a16:creationId xmlns:a16="http://schemas.microsoft.com/office/drawing/2014/main" id="{B0C320B2-2BC1-A7CB-1CD7-AB65778F0D41}"/>
              </a:ext>
            </a:extLst>
          </p:cNvPr>
          <p:cNvSpPr txBox="1"/>
          <p:nvPr/>
        </p:nvSpPr>
        <p:spPr>
          <a:xfrm>
            <a:off x="5144059" y="3675865"/>
            <a:ext cx="1102288" cy="253916"/>
          </a:xfrm>
          <a:prstGeom prst="rect">
            <a:avLst/>
          </a:prstGeom>
          <a:noFill/>
        </p:spPr>
        <p:txBody>
          <a:bodyPr wrap="square" rtlCol="0">
            <a:spAutoFit/>
          </a:bodyPr>
          <a:lstStyle/>
          <a:p>
            <a:r>
              <a:rPr lang="zh-CN" altLang="en-US" sz="1050" b="1" dirty="0">
                <a:solidFill>
                  <a:schemeClr val="accent2"/>
                </a:solidFill>
                <a:latin typeface="微软雅黑" panose="020B0503020204020204" pitchFamily="34" charset="-122"/>
                <a:ea typeface="微软雅黑" panose="020B0503020204020204" pitchFamily="34" charset="-122"/>
              </a:rPr>
              <a:t>创新方案思维</a:t>
            </a:r>
          </a:p>
        </p:txBody>
      </p:sp>
      <p:sp>
        <p:nvSpPr>
          <p:cNvPr id="172" name="矩形 171">
            <a:extLst>
              <a:ext uri="{FF2B5EF4-FFF2-40B4-BE49-F238E27FC236}">
                <a16:creationId xmlns:a16="http://schemas.microsoft.com/office/drawing/2014/main" id="{05541701-6D68-C2BD-9789-F6EDE69ACA59}"/>
              </a:ext>
            </a:extLst>
          </p:cNvPr>
          <p:cNvSpPr/>
          <p:nvPr/>
        </p:nvSpPr>
        <p:spPr>
          <a:xfrm>
            <a:off x="8389705" y="1028929"/>
            <a:ext cx="705177" cy="1660471"/>
          </a:xfrm>
          <a:custGeom>
            <a:avLst/>
            <a:gdLst>
              <a:gd name="csX0" fmla="*/ 0 w 705177"/>
              <a:gd name="csY0" fmla="*/ 0 h 1660471"/>
              <a:gd name="csX1" fmla="*/ 338485 w 705177"/>
              <a:gd name="csY1" fmla="*/ 0 h 1660471"/>
              <a:gd name="csX2" fmla="*/ 705177 w 705177"/>
              <a:gd name="csY2" fmla="*/ 0 h 1660471"/>
              <a:gd name="csX3" fmla="*/ 705177 w 705177"/>
              <a:gd name="csY3" fmla="*/ 553490 h 1660471"/>
              <a:gd name="csX4" fmla="*/ 705177 w 705177"/>
              <a:gd name="csY4" fmla="*/ 1140190 h 1660471"/>
              <a:gd name="csX5" fmla="*/ 705177 w 705177"/>
              <a:gd name="csY5" fmla="*/ 1660471 h 1660471"/>
              <a:gd name="csX6" fmla="*/ 352589 w 705177"/>
              <a:gd name="csY6" fmla="*/ 1660471 h 1660471"/>
              <a:gd name="csX7" fmla="*/ 0 w 705177"/>
              <a:gd name="csY7" fmla="*/ 1660471 h 1660471"/>
              <a:gd name="csX8" fmla="*/ 0 w 705177"/>
              <a:gd name="csY8" fmla="*/ 1073771 h 1660471"/>
              <a:gd name="csX9" fmla="*/ 0 w 705177"/>
              <a:gd name="csY9" fmla="*/ 503676 h 1660471"/>
              <a:gd name="csX10" fmla="*/ 0 w 705177"/>
              <a:gd name="csY10" fmla="*/ 0 h 166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177" h="1660471" extrusionOk="0">
                <a:moveTo>
                  <a:pt x="0" y="0"/>
                </a:moveTo>
                <a:cubicBezTo>
                  <a:pt x="154433" y="-15426"/>
                  <a:pt x="175661" y="32786"/>
                  <a:pt x="338485" y="0"/>
                </a:cubicBezTo>
                <a:cubicBezTo>
                  <a:pt x="501309" y="-32786"/>
                  <a:pt x="599846" y="19329"/>
                  <a:pt x="705177" y="0"/>
                </a:cubicBezTo>
                <a:cubicBezTo>
                  <a:pt x="742888" y="129219"/>
                  <a:pt x="699196" y="313091"/>
                  <a:pt x="705177" y="553490"/>
                </a:cubicBezTo>
                <a:cubicBezTo>
                  <a:pt x="711158" y="793889"/>
                  <a:pt x="649673" y="1008800"/>
                  <a:pt x="705177" y="1140190"/>
                </a:cubicBezTo>
                <a:cubicBezTo>
                  <a:pt x="760681" y="1271580"/>
                  <a:pt x="699306" y="1413898"/>
                  <a:pt x="705177" y="1660471"/>
                </a:cubicBezTo>
                <a:cubicBezTo>
                  <a:pt x="631355" y="1672632"/>
                  <a:pt x="439330" y="1632918"/>
                  <a:pt x="352589" y="1660471"/>
                </a:cubicBezTo>
                <a:cubicBezTo>
                  <a:pt x="265848" y="1688024"/>
                  <a:pt x="113500" y="1636651"/>
                  <a:pt x="0" y="1660471"/>
                </a:cubicBezTo>
                <a:cubicBezTo>
                  <a:pt x="-18997" y="1368205"/>
                  <a:pt x="32923" y="1320678"/>
                  <a:pt x="0" y="1073771"/>
                </a:cubicBezTo>
                <a:cubicBezTo>
                  <a:pt x="-32923" y="826864"/>
                  <a:pt x="43599" y="678498"/>
                  <a:pt x="0" y="503676"/>
                </a:cubicBezTo>
                <a:cubicBezTo>
                  <a:pt x="-43599" y="328855"/>
                  <a:pt x="10126" y="210533"/>
                  <a:pt x="0" y="0"/>
                </a:cubicBezTo>
                <a:close/>
              </a:path>
            </a:pathLst>
          </a:custGeom>
          <a:noFill/>
          <a:ln>
            <a:solidFill>
              <a:srgbClr val="FFC000"/>
            </a:solidFill>
            <a:prstDash val="sysDash"/>
            <a:extLst>
              <a:ext uri="{C807C97D-BFC1-408E-A445-0C87EB9F89A2}">
                <ask:lineSketchStyleProps xmlns:ask="http://schemas.microsoft.com/office/drawing/2018/sketchyshapes" sd="241013257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3" name="文本框 172">
            <a:extLst>
              <a:ext uri="{FF2B5EF4-FFF2-40B4-BE49-F238E27FC236}">
                <a16:creationId xmlns:a16="http://schemas.microsoft.com/office/drawing/2014/main" id="{C1F5D057-BA4C-56D6-1909-1A4CB67119DE}"/>
              </a:ext>
            </a:extLst>
          </p:cNvPr>
          <p:cNvSpPr txBox="1"/>
          <p:nvPr/>
        </p:nvSpPr>
        <p:spPr>
          <a:xfrm>
            <a:off x="8318962" y="2448142"/>
            <a:ext cx="906228" cy="253916"/>
          </a:xfrm>
          <a:prstGeom prst="rect">
            <a:avLst/>
          </a:prstGeom>
          <a:noFill/>
        </p:spPr>
        <p:txBody>
          <a:bodyPr wrap="square" rtlCol="0">
            <a:spAutoFit/>
          </a:bodyPr>
          <a:lstStyle/>
          <a:p>
            <a:r>
              <a:rPr lang="zh-CN" altLang="en-US" sz="1050" b="1" dirty="0">
                <a:solidFill>
                  <a:srgbClr val="FFC000"/>
                </a:solidFill>
                <a:latin typeface="微软雅黑" panose="020B0503020204020204" pitchFamily="34" charset="-122"/>
                <a:ea typeface="微软雅黑" panose="020B0503020204020204" pitchFamily="34" charset="-122"/>
              </a:rPr>
              <a:t>优先性思维</a:t>
            </a:r>
          </a:p>
        </p:txBody>
      </p:sp>
    </p:spTree>
    <p:extLst>
      <p:ext uri="{BB962C8B-B14F-4D97-AF65-F5344CB8AC3E}">
        <p14:creationId xmlns:p14="http://schemas.microsoft.com/office/powerpoint/2010/main" val="1009433687"/>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F2A652-FDBE-7155-6B60-1FF38C52D848}"/>
              </a:ext>
            </a:extLst>
          </p:cNvPr>
          <p:cNvSpPr>
            <a:spLocks noGrp="1"/>
          </p:cNvSpPr>
          <p:nvPr>
            <p:ph type="title"/>
          </p:nvPr>
        </p:nvSpPr>
        <p:spPr/>
        <p:txBody>
          <a:bodyPr/>
          <a:lstStyle/>
          <a:p>
            <a:r>
              <a:rPr lang="zh-CN" altLang="en-US" dirty="0"/>
              <a:t>基本职业素养</a:t>
            </a:r>
          </a:p>
        </p:txBody>
      </p:sp>
      <p:graphicFrame>
        <p:nvGraphicFramePr>
          <p:cNvPr id="6" name="表格 6">
            <a:extLst>
              <a:ext uri="{FF2B5EF4-FFF2-40B4-BE49-F238E27FC236}">
                <a16:creationId xmlns:a16="http://schemas.microsoft.com/office/drawing/2014/main" id="{AE7AC3BE-5DF3-4741-D17F-E39A2619FD75}"/>
              </a:ext>
            </a:extLst>
          </p:cNvPr>
          <p:cNvGraphicFramePr>
            <a:graphicFrameLocks noGrp="1"/>
          </p:cNvGraphicFramePr>
          <p:nvPr>
            <p:ph idx="1"/>
          </p:nvPr>
        </p:nvGraphicFramePr>
        <p:xfrm>
          <a:off x="809954" y="1449166"/>
          <a:ext cx="10880542" cy="3632200"/>
        </p:xfrm>
        <a:graphic>
          <a:graphicData uri="http://schemas.openxmlformats.org/drawingml/2006/table">
            <a:tbl>
              <a:tblPr firstRow="1" bandRow="1">
                <a:tableStyleId>{5C22544A-7EE6-4342-B048-85BDC9FD1C3A}</a:tableStyleId>
              </a:tblPr>
              <a:tblGrid>
                <a:gridCol w="970818">
                  <a:extLst>
                    <a:ext uri="{9D8B030D-6E8A-4147-A177-3AD203B41FA5}">
                      <a16:colId xmlns:a16="http://schemas.microsoft.com/office/drawing/2014/main" val="3177774615"/>
                    </a:ext>
                  </a:extLst>
                </a:gridCol>
                <a:gridCol w="1484821">
                  <a:extLst>
                    <a:ext uri="{9D8B030D-6E8A-4147-A177-3AD203B41FA5}">
                      <a16:colId xmlns:a16="http://schemas.microsoft.com/office/drawing/2014/main" val="3608660408"/>
                    </a:ext>
                  </a:extLst>
                </a:gridCol>
                <a:gridCol w="1383387">
                  <a:extLst>
                    <a:ext uri="{9D8B030D-6E8A-4147-A177-3AD203B41FA5}">
                      <a16:colId xmlns:a16="http://schemas.microsoft.com/office/drawing/2014/main" val="400504795"/>
                    </a:ext>
                  </a:extLst>
                </a:gridCol>
                <a:gridCol w="1760379">
                  <a:extLst>
                    <a:ext uri="{9D8B030D-6E8A-4147-A177-3AD203B41FA5}">
                      <a16:colId xmlns:a16="http://schemas.microsoft.com/office/drawing/2014/main" val="3847134484"/>
                    </a:ext>
                  </a:extLst>
                </a:gridCol>
                <a:gridCol w="1760379">
                  <a:extLst>
                    <a:ext uri="{9D8B030D-6E8A-4147-A177-3AD203B41FA5}">
                      <a16:colId xmlns:a16="http://schemas.microsoft.com/office/drawing/2014/main" val="2939937944"/>
                    </a:ext>
                  </a:extLst>
                </a:gridCol>
                <a:gridCol w="1760379">
                  <a:extLst>
                    <a:ext uri="{9D8B030D-6E8A-4147-A177-3AD203B41FA5}">
                      <a16:colId xmlns:a16="http://schemas.microsoft.com/office/drawing/2014/main" val="3433173360"/>
                    </a:ext>
                  </a:extLst>
                </a:gridCol>
                <a:gridCol w="1760379">
                  <a:extLst>
                    <a:ext uri="{9D8B030D-6E8A-4147-A177-3AD203B41FA5}">
                      <a16:colId xmlns:a16="http://schemas.microsoft.com/office/drawing/2014/main" val="239024709"/>
                    </a:ext>
                  </a:extLst>
                </a:gridCol>
              </a:tblGrid>
              <a:tr h="370840">
                <a:tc>
                  <a:txBody>
                    <a:bodyPr/>
                    <a:lstStyle/>
                    <a:p>
                      <a:endParaRPr lang="zh-CN" altLang="en-US"/>
                    </a:p>
                  </a:txBody>
                  <a:tcPr/>
                </a:tc>
                <a:tc>
                  <a:txBody>
                    <a:bodyPr/>
                    <a:lstStyle/>
                    <a:p>
                      <a:r>
                        <a:rPr lang="zh-CN" altLang="en-US" dirty="0"/>
                        <a:t>数据思维</a:t>
                      </a:r>
                    </a:p>
                  </a:txBody>
                  <a:tcPr/>
                </a:tc>
                <a:tc>
                  <a:txBody>
                    <a:bodyPr/>
                    <a:lstStyle/>
                    <a:p>
                      <a:r>
                        <a:rPr lang="zh-CN" altLang="en-US" dirty="0"/>
                        <a:t>流程思维</a:t>
                      </a:r>
                    </a:p>
                  </a:txBody>
                  <a:tcPr/>
                </a:tc>
                <a:tc>
                  <a:txBody>
                    <a:bodyPr/>
                    <a:lstStyle/>
                    <a:p>
                      <a:r>
                        <a:rPr lang="zh-CN" altLang="en-US" dirty="0"/>
                        <a:t>优先性思维</a:t>
                      </a:r>
                    </a:p>
                  </a:txBody>
                  <a:tcPr/>
                </a:tc>
                <a:tc>
                  <a:txBody>
                    <a:bodyPr/>
                    <a:lstStyle/>
                    <a:p>
                      <a:r>
                        <a:rPr lang="zh-CN" altLang="en-US" dirty="0"/>
                        <a:t>原因思维</a:t>
                      </a:r>
                    </a:p>
                  </a:txBody>
                  <a:tcPr/>
                </a:tc>
                <a:tc>
                  <a:txBody>
                    <a:bodyPr/>
                    <a:lstStyle/>
                    <a:p>
                      <a:r>
                        <a:rPr lang="zh-CN" altLang="en-US" dirty="0"/>
                        <a:t>创新方案思维</a:t>
                      </a:r>
                    </a:p>
                  </a:txBody>
                  <a:tcPr/>
                </a:tc>
                <a:tc>
                  <a:txBody>
                    <a:bodyPr/>
                    <a:lstStyle/>
                    <a:p>
                      <a:r>
                        <a:rPr lang="zh-CN" altLang="en-US" dirty="0"/>
                        <a:t>风险思维</a:t>
                      </a:r>
                    </a:p>
                  </a:txBody>
                  <a:tcPr/>
                </a:tc>
                <a:extLst>
                  <a:ext uri="{0D108BD9-81ED-4DB2-BD59-A6C34878D82A}">
                    <a16:rowId xmlns:a16="http://schemas.microsoft.com/office/drawing/2014/main" val="3045470671"/>
                  </a:ext>
                </a:extLst>
              </a:tr>
              <a:tr h="370840">
                <a:tc>
                  <a:txBody>
                    <a:bodyPr/>
                    <a:lstStyle/>
                    <a:p>
                      <a:r>
                        <a:rPr lang="zh-CN" altLang="en-US" b="1" dirty="0"/>
                        <a:t>方法</a:t>
                      </a:r>
                    </a:p>
                  </a:txBody>
                  <a:tcPr/>
                </a:tc>
                <a:tc>
                  <a:txBody>
                    <a:bodyPr/>
                    <a:lstStyle/>
                    <a:p>
                      <a:r>
                        <a:rPr lang="zh-CN" altLang="en-US" sz="1600" dirty="0"/>
                        <a:t>收集数据、分析数据、建立数学模型、预测趋势</a:t>
                      </a:r>
                    </a:p>
                  </a:txBody>
                  <a:tcPr/>
                </a:tc>
                <a:tc>
                  <a:txBody>
                    <a:bodyPr/>
                    <a:lstStyle/>
                    <a:p>
                      <a:r>
                        <a:rPr lang="en-US" altLang="zh-CN" sz="1600" dirty="0"/>
                        <a:t>IPO</a:t>
                      </a:r>
                      <a:r>
                        <a:rPr lang="zh-CN" altLang="en-US" sz="1600" dirty="0"/>
                        <a:t>、乌龟图</a:t>
                      </a:r>
                    </a:p>
                  </a:txBody>
                  <a:tcPr/>
                </a:tc>
                <a:tc>
                  <a:txBody>
                    <a:bodyPr/>
                    <a:lstStyle/>
                    <a:p>
                      <a:r>
                        <a:rPr lang="zh-CN" altLang="en-US" sz="1600" dirty="0"/>
                        <a:t>重要度、紧急度、扩展倾向</a:t>
                      </a:r>
                    </a:p>
                  </a:txBody>
                  <a:tcPr/>
                </a:tc>
                <a:tc>
                  <a:txBody>
                    <a:bodyPr/>
                    <a:lstStyle/>
                    <a:p>
                      <a:r>
                        <a:rPr lang="zh-CN" altLang="en-US" sz="1600" dirty="0"/>
                        <a:t>考虑全面性因素</a:t>
                      </a:r>
                    </a:p>
                  </a:txBody>
                  <a:tcPr/>
                </a:tc>
                <a:tc>
                  <a:txBody>
                    <a:bodyPr/>
                    <a:lstStyle/>
                    <a:p>
                      <a:r>
                        <a:rPr lang="zh-CN" altLang="en-US" sz="1600" dirty="0"/>
                        <a:t>选择不同方案，通过建立评估准则、标准构建选择方案的过程</a:t>
                      </a:r>
                    </a:p>
                  </a:txBody>
                  <a:tcPr/>
                </a:tc>
                <a:tc>
                  <a:txBody>
                    <a:bodyPr/>
                    <a:lstStyle/>
                    <a:p>
                      <a:r>
                        <a:rPr lang="zh-CN" altLang="en-US" sz="1600" dirty="0"/>
                        <a:t>风险识别、风险等级确认（优先性判断）、风险应对</a:t>
                      </a:r>
                    </a:p>
                  </a:txBody>
                  <a:tcPr/>
                </a:tc>
                <a:extLst>
                  <a:ext uri="{0D108BD9-81ED-4DB2-BD59-A6C34878D82A}">
                    <a16:rowId xmlns:a16="http://schemas.microsoft.com/office/drawing/2014/main" val="1392176722"/>
                  </a:ext>
                </a:extLst>
              </a:tr>
              <a:tr h="399481">
                <a:tc>
                  <a:txBody>
                    <a:bodyPr/>
                    <a:lstStyle/>
                    <a:p>
                      <a:r>
                        <a:rPr lang="zh-CN" altLang="en-US" b="1" dirty="0"/>
                        <a:t>哪里用</a:t>
                      </a:r>
                    </a:p>
                  </a:txBody>
                  <a:tcPr/>
                </a:tc>
                <a:tc>
                  <a:txBody>
                    <a:bodyPr/>
                    <a:lstStyle/>
                    <a:p>
                      <a:pPr marL="285750" indent="-285750">
                        <a:buFont typeface="Wingdings" panose="05000000000000000000" pitchFamily="2" charset="2"/>
                        <a:buChar char="p"/>
                      </a:pPr>
                      <a:r>
                        <a:rPr lang="zh-CN" altLang="en-US" sz="1600" dirty="0"/>
                        <a:t>说明问题是否存在？</a:t>
                      </a:r>
                    </a:p>
                  </a:txBody>
                  <a:tcPr/>
                </a:tc>
                <a:tc>
                  <a:txBody>
                    <a:bodyPr/>
                    <a:lstStyle/>
                    <a:p>
                      <a:pPr marL="285750" indent="-285750">
                        <a:buFont typeface="Wingdings" panose="05000000000000000000" pitchFamily="2" charset="2"/>
                        <a:buChar char="p"/>
                      </a:pPr>
                      <a:r>
                        <a:rPr lang="zh-CN" altLang="en-US" sz="1600" dirty="0"/>
                        <a:t>分解问题前（对问题结构不清晰）</a:t>
                      </a:r>
                      <a:endParaRPr lang="en-US" altLang="zh-CN" sz="1600" dirty="0"/>
                    </a:p>
                    <a:p>
                      <a:pPr marL="285750" indent="-285750">
                        <a:buFont typeface="Wingdings" panose="05000000000000000000" pitchFamily="2" charset="2"/>
                        <a:buChar char="p"/>
                      </a:pPr>
                      <a:r>
                        <a:rPr lang="zh-CN" altLang="en-US" sz="1600" dirty="0"/>
                        <a:t>风险识别时</a:t>
                      </a:r>
                    </a:p>
                  </a:txBody>
                  <a:tcPr/>
                </a:tc>
                <a:tc>
                  <a:txBody>
                    <a:bodyPr/>
                    <a:lstStyle/>
                    <a:p>
                      <a:pPr marL="285750" indent="-285750">
                        <a:buFont typeface="Wingdings" panose="05000000000000000000" pitchFamily="2" charset="2"/>
                        <a:buChar char="p"/>
                      </a:pPr>
                      <a:r>
                        <a:rPr lang="zh-CN" altLang="en-US" sz="1600" dirty="0"/>
                        <a:t>在资源优先情况下，判断优先解决哪类问题</a:t>
                      </a:r>
                    </a:p>
                  </a:txBody>
                  <a:tcPr/>
                </a:tc>
                <a:tc>
                  <a:txBody>
                    <a:bodyPr/>
                    <a:lstStyle/>
                    <a:p>
                      <a:pPr marL="285750" indent="-285750">
                        <a:buFont typeface="Wingdings" panose="05000000000000000000" pitchFamily="2" charset="2"/>
                        <a:buChar char="p"/>
                      </a:pPr>
                      <a:r>
                        <a:rPr lang="zh-CN" altLang="en-US" sz="1600" dirty="0"/>
                        <a:t>查找问题背后的本质原因</a:t>
                      </a:r>
                    </a:p>
                  </a:txBody>
                  <a:tcPr/>
                </a:tc>
                <a:tc>
                  <a:txBody>
                    <a:bodyPr/>
                    <a:lstStyle/>
                    <a:p>
                      <a:pPr marL="285750" indent="-285750">
                        <a:buFont typeface="Wingdings" panose="05000000000000000000" pitchFamily="2" charset="2"/>
                        <a:buChar char="p"/>
                      </a:pPr>
                      <a:r>
                        <a:rPr lang="zh-CN" altLang="en-US" sz="1600" dirty="0"/>
                        <a:t>方案选择与评估</a:t>
                      </a:r>
                    </a:p>
                  </a:txBody>
                  <a:tcPr/>
                </a:tc>
                <a:tc>
                  <a:txBody>
                    <a:bodyPr/>
                    <a:lstStyle/>
                    <a:p>
                      <a:pPr marL="285750" indent="-285750">
                        <a:buFont typeface="Wingdings" panose="05000000000000000000" pitchFamily="2" charset="2"/>
                        <a:buChar char="p"/>
                      </a:pPr>
                      <a:r>
                        <a:rPr lang="zh-CN" altLang="en-US" sz="1600" dirty="0"/>
                        <a:t>决策措施执行前</a:t>
                      </a:r>
                    </a:p>
                  </a:txBody>
                  <a:tcPr/>
                </a:tc>
                <a:extLst>
                  <a:ext uri="{0D108BD9-81ED-4DB2-BD59-A6C34878D82A}">
                    <a16:rowId xmlns:a16="http://schemas.microsoft.com/office/drawing/2014/main" val="1864672343"/>
                  </a:ext>
                </a:extLst>
              </a:tr>
              <a:tr h="370840">
                <a:tc>
                  <a:txBody>
                    <a:bodyPr/>
                    <a:lstStyle/>
                    <a:p>
                      <a:r>
                        <a:rPr lang="zh-CN" altLang="en-US" b="1" dirty="0"/>
                        <a:t>怎么用（举例）</a:t>
                      </a:r>
                    </a:p>
                  </a:txBody>
                  <a:tcPr/>
                </a:tc>
                <a:tc>
                  <a:txBody>
                    <a:bodyPr/>
                    <a:lstStyle/>
                    <a:p>
                      <a:pPr marL="285750" indent="-285750">
                        <a:buFont typeface="Wingdings" panose="05000000000000000000" pitchFamily="2" charset="2"/>
                        <a:buChar char="p"/>
                      </a:pPr>
                      <a:r>
                        <a:rPr lang="zh-CN" altLang="en-US" sz="1600" dirty="0"/>
                        <a:t>连锁店货品采购</a:t>
                      </a:r>
                    </a:p>
                  </a:txBody>
                  <a:tcPr/>
                </a:tc>
                <a:tc>
                  <a:txBody>
                    <a:bodyPr/>
                    <a:lstStyle/>
                    <a:p>
                      <a:pPr marL="285750" indent="-285750">
                        <a:buFont typeface="Wingdings" panose="05000000000000000000" pitchFamily="2" charset="2"/>
                        <a:buChar char="p"/>
                      </a:pPr>
                      <a:r>
                        <a:rPr lang="zh-CN" altLang="en-US" sz="1600" dirty="0"/>
                        <a:t>订单操作</a:t>
                      </a:r>
                    </a:p>
                  </a:txBody>
                  <a:tcPr/>
                </a:tc>
                <a:tc>
                  <a:txBody>
                    <a:bodyPr/>
                    <a:lstStyle/>
                    <a:p>
                      <a:pPr marL="285750" indent="-285750">
                        <a:buFont typeface="Wingdings" panose="05000000000000000000" pitchFamily="2" charset="2"/>
                        <a:buChar char="p"/>
                      </a:pPr>
                      <a:r>
                        <a:rPr lang="zh-CN" altLang="en-US" sz="1600" dirty="0"/>
                        <a:t>一天的工作安排</a:t>
                      </a:r>
                    </a:p>
                  </a:txBody>
                  <a:tcPr/>
                </a:tc>
                <a:tc>
                  <a:txBody>
                    <a:bodyPr/>
                    <a:lstStyle/>
                    <a:p>
                      <a:pPr marL="285750" indent="-285750">
                        <a:buFont typeface="Wingdings" panose="05000000000000000000" pitchFamily="2" charset="2"/>
                        <a:buChar char="p"/>
                      </a:pPr>
                      <a:r>
                        <a:rPr lang="zh-CN" altLang="en-US" sz="1600" dirty="0"/>
                        <a:t>为什么订单操作效率低</a:t>
                      </a:r>
                    </a:p>
                  </a:txBody>
                  <a:tcPr/>
                </a:tc>
                <a:tc>
                  <a:txBody>
                    <a:bodyPr/>
                    <a:lstStyle/>
                    <a:p>
                      <a:pPr marL="285750" indent="-285750">
                        <a:buFont typeface="Wingdings" panose="05000000000000000000" pitchFamily="2" charset="2"/>
                        <a:buChar char="p"/>
                      </a:pPr>
                      <a:r>
                        <a:rPr lang="zh-CN" altLang="en-US" sz="1600" dirty="0"/>
                        <a:t>如何选择优质供应商</a:t>
                      </a:r>
                    </a:p>
                  </a:txBody>
                  <a:tcPr/>
                </a:tc>
                <a:tc>
                  <a:txBody>
                    <a:bodyPr/>
                    <a:lstStyle/>
                    <a:p>
                      <a:pPr marL="285750" indent="-285750">
                        <a:buFont typeface="Wingdings" panose="05000000000000000000" pitchFamily="2" charset="2"/>
                        <a:buChar char="p"/>
                      </a:pPr>
                      <a:r>
                        <a:rPr lang="zh-CN" altLang="en-US" sz="1600" dirty="0"/>
                        <a:t>供应商管理</a:t>
                      </a:r>
                    </a:p>
                  </a:txBody>
                  <a:tcPr/>
                </a:tc>
                <a:extLst>
                  <a:ext uri="{0D108BD9-81ED-4DB2-BD59-A6C34878D82A}">
                    <a16:rowId xmlns:a16="http://schemas.microsoft.com/office/drawing/2014/main" val="1585834353"/>
                  </a:ext>
                </a:extLst>
              </a:tr>
            </a:tbl>
          </a:graphicData>
        </a:graphic>
      </p:graphicFrame>
      <p:sp>
        <p:nvSpPr>
          <p:cNvPr id="4" name="页脚占位符 3">
            <a:extLst>
              <a:ext uri="{FF2B5EF4-FFF2-40B4-BE49-F238E27FC236}">
                <a16:creationId xmlns:a16="http://schemas.microsoft.com/office/drawing/2014/main" id="{B7018A34-1163-2C87-F58C-4D449A28F787}"/>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133C91E9-6F44-7B97-FE51-DABED6632A61}"/>
              </a:ext>
            </a:extLst>
          </p:cNvPr>
          <p:cNvSpPr>
            <a:spLocks noGrp="1"/>
          </p:cNvSpPr>
          <p:nvPr>
            <p:ph type="sldNum" sz="quarter" idx="11"/>
          </p:nvPr>
        </p:nvSpPr>
        <p:spPr/>
        <p:txBody>
          <a:bodyPr/>
          <a:lstStyle/>
          <a:p>
            <a:pPr>
              <a:defRPr/>
            </a:pPr>
            <a:fld id="{504E9415-CE62-41B1-A98C-C68172D739F2}" type="slidenum">
              <a:rPr lang="de-DE" altLang="zh-CN" smtClean="0"/>
              <a:pPr>
                <a:defRPr/>
              </a:pPr>
              <a:t>17</a:t>
            </a:fld>
            <a:endParaRPr lang="de-DE" altLang="zh-CN"/>
          </a:p>
        </p:txBody>
      </p:sp>
    </p:spTree>
    <p:extLst>
      <p:ext uri="{BB962C8B-B14F-4D97-AF65-F5344CB8AC3E}">
        <p14:creationId xmlns:p14="http://schemas.microsoft.com/office/powerpoint/2010/main" val="1653770541"/>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占位符 1">
            <a:extLst>
              <a:ext uri="{FF2B5EF4-FFF2-40B4-BE49-F238E27FC236}">
                <a16:creationId xmlns:a16="http://schemas.microsoft.com/office/drawing/2014/main" id="{1CED4F38-C5AC-4EDD-B398-5B5768423785}"/>
              </a:ext>
            </a:extLst>
          </p:cNvPr>
          <p:cNvSpPr>
            <a:spLocks noGrp="1" noChangeArrowheads="1"/>
          </p:cNvSpPr>
          <p:nvPr>
            <p:ph type="body" sz="quarter" idx="12"/>
          </p:nvPr>
        </p:nvSpPr>
        <p:spPr>
          <a:xfrm>
            <a:off x="4386263" y="2211388"/>
            <a:ext cx="3822700" cy="430212"/>
          </a:xfrm>
        </p:spPr>
        <p:txBody>
          <a:bodyPr/>
          <a:lstStyle/>
          <a:p>
            <a:r>
              <a:rPr lang="zh-CN" altLang="en-US" sz="1800" b="1" dirty="0">
                <a:solidFill>
                  <a:srgbClr val="404040"/>
                </a:solidFill>
                <a:latin typeface="微软雅黑" panose="020B0503020204020204" pitchFamily="34" charset="-122"/>
                <a:ea typeface="Lantinghei SC Demibold"/>
                <a:cs typeface="Lantinghei SC Demibold"/>
              </a:rPr>
              <a:t>步骤一：明确问题</a:t>
            </a:r>
            <a:endParaRPr sz="1800" b="1" dirty="0">
              <a:solidFill>
                <a:srgbClr val="404040"/>
              </a:solidFill>
              <a:latin typeface="微软雅黑" panose="020B0503020204020204" pitchFamily="34" charset="-122"/>
              <a:ea typeface="Lantinghei SC Demibold"/>
              <a:cs typeface="Lantinghei SC Demibold"/>
            </a:endParaRPr>
          </a:p>
        </p:txBody>
      </p:sp>
      <p:sp>
        <p:nvSpPr>
          <p:cNvPr id="43011" name="页脚占位符 2">
            <a:extLst>
              <a:ext uri="{FF2B5EF4-FFF2-40B4-BE49-F238E27FC236}">
                <a16:creationId xmlns:a16="http://schemas.microsoft.com/office/drawing/2014/main" id="{B3204830-ADAB-4328-941F-B5FB99E9E1FD}"/>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43012" name="灯片编号占位符 3">
            <a:extLst>
              <a:ext uri="{FF2B5EF4-FFF2-40B4-BE49-F238E27FC236}">
                <a16:creationId xmlns:a16="http://schemas.microsoft.com/office/drawing/2014/main" id="{89B67607-314E-4F47-858F-0E0C2A3C35B9}"/>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F770440-247C-4487-8404-AFC88D98029B}" type="slidenum">
              <a:rPr lang="de-DE" altLang="zh-CN" smtClean="0"/>
              <a:pPr/>
              <a:t>18</a:t>
            </a:fld>
            <a:endParaRPr lang="de-DE" altLang="zh-CN"/>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FF1FD1-2DC4-F0D4-127F-95A68F7485F0}"/>
              </a:ext>
            </a:extLst>
          </p:cNvPr>
          <p:cNvSpPr>
            <a:spLocks noGrp="1"/>
          </p:cNvSpPr>
          <p:nvPr>
            <p:ph type="title"/>
          </p:nvPr>
        </p:nvSpPr>
        <p:spPr/>
        <p:txBody>
          <a:bodyPr/>
          <a:lstStyle/>
          <a:p>
            <a:r>
              <a:rPr lang="en-US" altLang="zh-CN" dirty="0"/>
              <a:t> </a:t>
            </a:r>
            <a:endParaRPr lang="zh-CN" altLang="en-US" dirty="0"/>
          </a:p>
        </p:txBody>
      </p:sp>
      <p:sp>
        <p:nvSpPr>
          <p:cNvPr id="4" name="页脚占位符 3">
            <a:extLst>
              <a:ext uri="{FF2B5EF4-FFF2-40B4-BE49-F238E27FC236}">
                <a16:creationId xmlns:a16="http://schemas.microsoft.com/office/drawing/2014/main" id="{35FD47D6-A18B-75FE-CCF0-7F7EBD6B9EC1}"/>
              </a:ext>
            </a:extLst>
          </p:cNvPr>
          <p:cNvSpPr>
            <a:spLocks noGrp="1"/>
          </p:cNvSpPr>
          <p:nvPr>
            <p:ph type="ftr" sz="quarter" idx="13"/>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94D48DBE-4B63-343B-B14B-D04882F05953}"/>
              </a:ext>
            </a:extLst>
          </p:cNvPr>
          <p:cNvSpPr>
            <a:spLocks noGrp="1"/>
          </p:cNvSpPr>
          <p:nvPr>
            <p:ph type="sldNum" sz="quarter" idx="14"/>
          </p:nvPr>
        </p:nvSpPr>
        <p:spPr/>
        <p:txBody>
          <a:bodyPr/>
          <a:lstStyle/>
          <a:p>
            <a:pPr>
              <a:defRPr/>
            </a:pPr>
            <a:fld id="{388C7E40-5DD8-41F4-BDEA-EDA00605A11C}" type="slidenum">
              <a:rPr lang="de-DE" altLang="zh-CN" smtClean="0"/>
              <a:pPr>
                <a:defRPr/>
              </a:pPr>
              <a:t>19</a:t>
            </a:fld>
            <a:endParaRPr lang="de-DE" altLang="zh-CN"/>
          </a:p>
        </p:txBody>
      </p:sp>
      <p:sp>
        <p:nvSpPr>
          <p:cNvPr id="6" name="Rectangle">
            <a:extLst>
              <a:ext uri="{FF2B5EF4-FFF2-40B4-BE49-F238E27FC236}">
                <a16:creationId xmlns:a16="http://schemas.microsoft.com/office/drawing/2014/main" id="{CBAA80DC-B4F9-0BE0-790C-A060810387B7}"/>
              </a:ext>
            </a:extLst>
          </p:cNvPr>
          <p:cNvSpPr/>
          <p:nvPr/>
        </p:nvSpPr>
        <p:spPr>
          <a:xfrm>
            <a:off x="282827" y="2218025"/>
            <a:ext cx="1852361" cy="406600"/>
          </a:xfrm>
          <a:custGeom>
            <a:avLst/>
            <a:gdLst/>
            <a:ahLst/>
            <a:cxnLst/>
            <a:rect l="l" t="t" r="r" b="b"/>
            <a:pathLst>
              <a:path w="714400" h="205200" stroke="0">
                <a:moveTo>
                  <a:pt x="0" y="0"/>
                </a:moveTo>
                <a:lnTo>
                  <a:pt x="714400" y="0"/>
                </a:lnTo>
                <a:lnTo>
                  <a:pt x="714400" y="205200"/>
                </a:lnTo>
                <a:lnTo>
                  <a:pt x="0" y="205200"/>
                </a:lnTo>
                <a:lnTo>
                  <a:pt x="0" y="0"/>
                </a:lnTo>
                <a:close/>
              </a:path>
              <a:path w="714400" h="205200" fill="none">
                <a:moveTo>
                  <a:pt x="0" y="0"/>
                </a:moveTo>
                <a:lnTo>
                  <a:pt x="714400" y="0"/>
                </a:lnTo>
                <a:lnTo>
                  <a:pt x="714400" y="205200"/>
                </a:lnTo>
                <a:lnTo>
                  <a:pt x="0" y="205200"/>
                </a:lnTo>
                <a:lnTo>
                  <a:pt x="0" y="0"/>
                </a:lnTo>
                <a:close/>
              </a:path>
            </a:pathLst>
          </a:custGeom>
          <a:noFill/>
          <a:ln w="7600" cap="flat">
            <a:noFill/>
            <a:miter/>
          </a:ln>
        </p:spPr>
        <p:txBody>
          <a:bodyPr wrap="square" lIns="38100" tIns="38100" rIns="38100" bIns="38100" rtlCol="0" anchor="ctr"/>
          <a:lstStyle/>
          <a:p>
            <a:pPr algn="ctr"/>
            <a:r>
              <a:rPr lang="zh-CN" altLang="en-US" sz="2800" dirty="0">
                <a:solidFill>
                  <a:srgbClr val="191919"/>
                </a:solidFill>
                <a:latin typeface="微软雅黑"/>
                <a:ea typeface="微软雅黑"/>
                <a:cs typeface="微软雅黑"/>
              </a:rPr>
              <a:t>理想状态</a:t>
            </a:r>
          </a:p>
        </p:txBody>
      </p:sp>
      <p:grpSp>
        <p:nvGrpSpPr>
          <p:cNvPr id="7" name="组合 6">
            <a:extLst>
              <a:ext uri="{FF2B5EF4-FFF2-40B4-BE49-F238E27FC236}">
                <a16:creationId xmlns:a16="http://schemas.microsoft.com/office/drawing/2014/main" id="{60253637-AB26-71C6-FFCF-92BC10FDDA3F}"/>
              </a:ext>
            </a:extLst>
          </p:cNvPr>
          <p:cNvGrpSpPr/>
          <p:nvPr/>
        </p:nvGrpSpPr>
        <p:grpSpPr>
          <a:xfrm>
            <a:off x="1482950" y="2976125"/>
            <a:ext cx="1580139" cy="942400"/>
            <a:chOff x="2893054" y="-10224400"/>
            <a:chExt cx="1580139" cy="942400"/>
          </a:xfrm>
        </p:grpSpPr>
        <p:sp>
          <p:nvSpPr>
            <p:cNvPr id="8" name="长方形">
              <a:extLst>
                <a:ext uri="{FF2B5EF4-FFF2-40B4-BE49-F238E27FC236}">
                  <a16:creationId xmlns:a16="http://schemas.microsoft.com/office/drawing/2014/main" id="{564F192E-C394-761E-1A5E-6DDAE6273572}"/>
                </a:ext>
              </a:extLst>
            </p:cNvPr>
            <p:cNvSpPr/>
            <p:nvPr/>
          </p:nvSpPr>
          <p:spPr>
            <a:xfrm>
              <a:off x="3174254" y="-10224400"/>
              <a:ext cx="174800" cy="934800"/>
            </a:xfrm>
            <a:custGeom>
              <a:avLst/>
              <a:gdLst>
                <a:gd name="connsiteX0" fmla="*/ 0 w 174800"/>
                <a:gd name="connsiteY0" fmla="*/ 467400 h 934800"/>
                <a:gd name="connsiteX1" fmla="*/ 87400 w 174800"/>
                <a:gd name="connsiteY1" fmla="*/ 0 h 934800"/>
                <a:gd name="connsiteX2" fmla="*/ 174800 w 174800"/>
                <a:gd name="connsiteY2" fmla="*/ 467400 h 934800"/>
                <a:gd name="connsiteX3" fmla="*/ 87400 w 174800"/>
                <a:gd name="connsiteY3" fmla="*/ 934800 h 934800"/>
              </a:gdLst>
              <a:ahLst/>
              <a:cxnLst>
                <a:cxn ang="10800000">
                  <a:pos x="connsiteX0" y="connsiteY0"/>
                </a:cxn>
                <a:cxn ang="16200000">
                  <a:pos x="connsiteX1" y="connsiteY1"/>
                </a:cxn>
                <a:cxn ang="0">
                  <a:pos x="connsiteX2" y="connsiteY2"/>
                </a:cxn>
                <a:cxn ang="5400000">
                  <a:pos x="connsiteX3" y="connsiteY3"/>
                </a:cxn>
              </a:cxnLst>
              <a:rect l="l" t="t" r="r" b="b"/>
              <a:pathLst>
                <a:path w="174800" h="934800" stroke="0">
                  <a:moveTo>
                    <a:pt x="174800" y="934800"/>
                  </a:moveTo>
                  <a:lnTo>
                    <a:pt x="174800" y="0"/>
                  </a:lnTo>
                  <a:lnTo>
                    <a:pt x="0" y="0"/>
                  </a:lnTo>
                  <a:lnTo>
                    <a:pt x="0" y="934800"/>
                  </a:lnTo>
                  <a:lnTo>
                    <a:pt x="174800" y="934800"/>
                  </a:lnTo>
                  <a:close/>
                </a:path>
                <a:path w="174800" h="934800" fill="none">
                  <a:moveTo>
                    <a:pt x="174800" y="934800"/>
                  </a:moveTo>
                  <a:lnTo>
                    <a:pt x="174800" y="0"/>
                  </a:lnTo>
                  <a:lnTo>
                    <a:pt x="0" y="0"/>
                  </a:lnTo>
                  <a:lnTo>
                    <a:pt x="0" y="934800"/>
                  </a:lnTo>
                  <a:lnTo>
                    <a:pt x="174800" y="934800"/>
                  </a:lnTo>
                  <a:close/>
                </a:path>
              </a:pathLst>
            </a:custGeom>
            <a:solidFill>
              <a:srgbClr val="A7B8D6"/>
            </a:solidFill>
            <a:ln w="7600" cap="flat">
              <a:noFill/>
              <a:miter/>
            </a:ln>
          </p:spPr>
          <p:txBody>
            <a:bodyPr/>
            <a:lstStyle/>
            <a:p>
              <a:endParaRPr lang="zh-CN" altLang="en-US" sz="4800"/>
            </a:p>
          </p:txBody>
        </p:sp>
        <p:sp>
          <p:nvSpPr>
            <p:cNvPr id="9" name="长方形">
              <a:extLst>
                <a:ext uri="{FF2B5EF4-FFF2-40B4-BE49-F238E27FC236}">
                  <a16:creationId xmlns:a16="http://schemas.microsoft.com/office/drawing/2014/main" id="{D55D7EAE-AF4F-2BEE-A449-9F07C59BA430}"/>
                </a:ext>
              </a:extLst>
            </p:cNvPr>
            <p:cNvSpPr/>
            <p:nvPr/>
          </p:nvSpPr>
          <p:spPr>
            <a:xfrm>
              <a:off x="3607454" y="-9791200"/>
              <a:ext cx="174800" cy="501600"/>
            </a:xfrm>
            <a:custGeom>
              <a:avLst/>
              <a:gdLst>
                <a:gd name="connsiteX0" fmla="*/ 0 w 174800"/>
                <a:gd name="connsiteY0" fmla="*/ 250800 h 501600"/>
                <a:gd name="connsiteX1" fmla="*/ 87400 w 174800"/>
                <a:gd name="connsiteY1" fmla="*/ 0 h 501600"/>
                <a:gd name="connsiteX2" fmla="*/ 174800 w 174800"/>
                <a:gd name="connsiteY2" fmla="*/ 250800 h 501600"/>
                <a:gd name="connsiteX3" fmla="*/ 87400 w 174800"/>
                <a:gd name="connsiteY3" fmla="*/ 501600 h 501600"/>
              </a:gdLst>
              <a:ahLst/>
              <a:cxnLst>
                <a:cxn ang="10800000">
                  <a:pos x="connsiteX0" y="connsiteY0"/>
                </a:cxn>
                <a:cxn ang="16200000">
                  <a:pos x="connsiteX1" y="connsiteY1"/>
                </a:cxn>
                <a:cxn ang="0">
                  <a:pos x="connsiteX2" y="connsiteY2"/>
                </a:cxn>
                <a:cxn ang="5400000">
                  <a:pos x="connsiteX3" y="connsiteY3"/>
                </a:cxn>
              </a:cxnLst>
              <a:rect l="l" t="t" r="r" b="b"/>
              <a:pathLst>
                <a:path w="174800" h="501600" stroke="0">
                  <a:moveTo>
                    <a:pt x="174800" y="501600"/>
                  </a:moveTo>
                  <a:lnTo>
                    <a:pt x="174800" y="0"/>
                  </a:lnTo>
                  <a:lnTo>
                    <a:pt x="0" y="0"/>
                  </a:lnTo>
                  <a:lnTo>
                    <a:pt x="0" y="501600"/>
                  </a:lnTo>
                  <a:lnTo>
                    <a:pt x="174800" y="501600"/>
                  </a:lnTo>
                  <a:close/>
                </a:path>
                <a:path w="174800" h="501600" fill="none">
                  <a:moveTo>
                    <a:pt x="174800" y="501600"/>
                  </a:moveTo>
                  <a:lnTo>
                    <a:pt x="174800" y="0"/>
                  </a:lnTo>
                  <a:lnTo>
                    <a:pt x="0" y="0"/>
                  </a:lnTo>
                  <a:lnTo>
                    <a:pt x="0" y="501600"/>
                  </a:lnTo>
                  <a:lnTo>
                    <a:pt x="174800" y="501600"/>
                  </a:lnTo>
                  <a:close/>
                </a:path>
              </a:pathLst>
            </a:custGeom>
            <a:solidFill>
              <a:srgbClr val="FFF480"/>
            </a:solidFill>
            <a:ln w="7600" cap="flat">
              <a:noFill/>
              <a:miter/>
            </a:ln>
          </p:spPr>
          <p:txBody>
            <a:bodyPr/>
            <a:lstStyle/>
            <a:p>
              <a:endParaRPr lang="zh-CN" altLang="en-US" sz="4800"/>
            </a:p>
          </p:txBody>
        </p:sp>
        <p:sp>
          <p:nvSpPr>
            <p:cNvPr id="10" name="长方形">
              <a:extLst>
                <a:ext uri="{FF2B5EF4-FFF2-40B4-BE49-F238E27FC236}">
                  <a16:creationId xmlns:a16="http://schemas.microsoft.com/office/drawing/2014/main" id="{C01F3384-9FA0-83CF-0DA4-2C285C00BD4A}"/>
                </a:ext>
              </a:extLst>
            </p:cNvPr>
            <p:cNvSpPr/>
            <p:nvPr/>
          </p:nvSpPr>
          <p:spPr>
            <a:xfrm>
              <a:off x="4040654" y="-10224400"/>
              <a:ext cx="174800" cy="433200"/>
            </a:xfrm>
            <a:custGeom>
              <a:avLst/>
              <a:gdLst>
                <a:gd name="connsiteX0" fmla="*/ 0 w 174800"/>
                <a:gd name="connsiteY0" fmla="*/ 216600 h 433200"/>
                <a:gd name="connsiteX1" fmla="*/ 87400 w 174800"/>
                <a:gd name="connsiteY1" fmla="*/ 0 h 433200"/>
                <a:gd name="connsiteX2" fmla="*/ 174800 w 174800"/>
                <a:gd name="connsiteY2" fmla="*/ 216600 h 433200"/>
                <a:gd name="connsiteX3" fmla="*/ 87400 w 174800"/>
                <a:gd name="connsiteY3" fmla="*/ 433200 h 433200"/>
              </a:gdLst>
              <a:ahLst/>
              <a:cxnLst>
                <a:cxn ang="10800000">
                  <a:pos x="connsiteX0" y="connsiteY0"/>
                </a:cxn>
                <a:cxn ang="16200000">
                  <a:pos x="connsiteX1" y="connsiteY1"/>
                </a:cxn>
                <a:cxn ang="0">
                  <a:pos x="connsiteX2" y="connsiteY2"/>
                </a:cxn>
                <a:cxn ang="5400000">
                  <a:pos x="connsiteX3" y="connsiteY3"/>
                </a:cxn>
              </a:cxnLst>
              <a:rect l="l" t="t" r="r" b="b"/>
              <a:pathLst>
                <a:path w="174800" h="433200" stroke="0">
                  <a:moveTo>
                    <a:pt x="174800" y="433200"/>
                  </a:moveTo>
                  <a:lnTo>
                    <a:pt x="174800" y="0"/>
                  </a:lnTo>
                  <a:lnTo>
                    <a:pt x="0" y="0"/>
                  </a:lnTo>
                  <a:lnTo>
                    <a:pt x="0" y="433200"/>
                  </a:lnTo>
                  <a:lnTo>
                    <a:pt x="174800" y="433200"/>
                  </a:lnTo>
                  <a:close/>
                </a:path>
                <a:path w="174800" h="433200" fill="none">
                  <a:moveTo>
                    <a:pt x="174800" y="433200"/>
                  </a:moveTo>
                  <a:lnTo>
                    <a:pt x="174800" y="0"/>
                  </a:lnTo>
                  <a:lnTo>
                    <a:pt x="0" y="0"/>
                  </a:lnTo>
                  <a:lnTo>
                    <a:pt x="0" y="433200"/>
                  </a:lnTo>
                  <a:lnTo>
                    <a:pt x="174800" y="433200"/>
                  </a:lnTo>
                  <a:close/>
                </a:path>
              </a:pathLst>
            </a:custGeom>
            <a:solidFill>
              <a:srgbClr val="DADADA"/>
            </a:solidFill>
            <a:ln w="7600" cap="flat">
              <a:noFill/>
              <a:miter/>
            </a:ln>
          </p:spPr>
          <p:txBody>
            <a:bodyPr/>
            <a:lstStyle/>
            <a:p>
              <a:endParaRPr lang="zh-CN" altLang="en-US" sz="4800"/>
            </a:p>
          </p:txBody>
        </p:sp>
        <p:sp>
          <p:nvSpPr>
            <p:cNvPr id="11" name="Line">
              <a:extLst>
                <a:ext uri="{FF2B5EF4-FFF2-40B4-BE49-F238E27FC236}">
                  <a16:creationId xmlns:a16="http://schemas.microsoft.com/office/drawing/2014/main" id="{83F20FF5-7D43-1630-450F-C608C17A9A63}"/>
                </a:ext>
              </a:extLst>
            </p:cNvPr>
            <p:cNvSpPr/>
            <p:nvPr/>
          </p:nvSpPr>
          <p:spPr>
            <a:xfrm>
              <a:off x="2893054" y="-10224400"/>
              <a:ext cx="1580139" cy="7600"/>
            </a:xfrm>
            <a:custGeom>
              <a:avLst/>
              <a:gdLst/>
              <a:ahLst/>
              <a:cxnLst/>
              <a:rect l="l" t="t" r="r" b="b"/>
              <a:pathLst>
                <a:path w="1580139" h="7600" fill="none">
                  <a:moveTo>
                    <a:pt x="0" y="0"/>
                  </a:moveTo>
                  <a:lnTo>
                    <a:pt x="1580139" y="0"/>
                  </a:lnTo>
                </a:path>
              </a:pathLst>
            </a:custGeom>
            <a:noFill/>
            <a:ln w="7600" cap="flat">
              <a:solidFill>
                <a:srgbClr val="AFAFAF"/>
              </a:solidFill>
              <a:custDash>
                <a:ds d="600000" sp="400000"/>
              </a:custDash>
              <a:miter/>
            </a:ln>
          </p:spPr>
          <p:txBody>
            <a:bodyPr/>
            <a:lstStyle/>
            <a:p>
              <a:endParaRPr lang="zh-CN" altLang="en-US" sz="4800"/>
            </a:p>
          </p:txBody>
        </p:sp>
        <p:sp>
          <p:nvSpPr>
            <p:cNvPr id="12" name="Line">
              <a:extLst>
                <a:ext uri="{FF2B5EF4-FFF2-40B4-BE49-F238E27FC236}">
                  <a16:creationId xmlns:a16="http://schemas.microsoft.com/office/drawing/2014/main" id="{3BD8403F-D42B-D489-EF46-25FF8995B0E6}"/>
                </a:ext>
              </a:extLst>
            </p:cNvPr>
            <p:cNvSpPr/>
            <p:nvPr/>
          </p:nvSpPr>
          <p:spPr>
            <a:xfrm>
              <a:off x="3325592" y="-9791200"/>
              <a:ext cx="1147600" cy="7600"/>
            </a:xfrm>
            <a:custGeom>
              <a:avLst/>
              <a:gdLst/>
              <a:ahLst/>
              <a:cxnLst/>
              <a:rect l="l" t="t" r="r" b="b"/>
              <a:pathLst>
                <a:path w="1147600" h="7600" fill="none">
                  <a:moveTo>
                    <a:pt x="0" y="0"/>
                  </a:moveTo>
                  <a:lnTo>
                    <a:pt x="1147600" y="0"/>
                  </a:lnTo>
                </a:path>
              </a:pathLst>
            </a:custGeom>
            <a:solidFill>
              <a:srgbClr val="AFAFAF"/>
            </a:solidFill>
            <a:ln w="7600" cap="flat">
              <a:solidFill>
                <a:srgbClr val="AFAFAF"/>
              </a:solidFill>
              <a:custDash>
                <a:ds d="600000" sp="400000"/>
              </a:custDash>
              <a:miter/>
            </a:ln>
          </p:spPr>
          <p:txBody>
            <a:bodyPr/>
            <a:lstStyle/>
            <a:p>
              <a:endParaRPr lang="zh-CN" altLang="en-US" sz="4800"/>
            </a:p>
          </p:txBody>
        </p:sp>
        <p:sp>
          <p:nvSpPr>
            <p:cNvPr id="13" name="Line">
              <a:extLst>
                <a:ext uri="{FF2B5EF4-FFF2-40B4-BE49-F238E27FC236}">
                  <a16:creationId xmlns:a16="http://schemas.microsoft.com/office/drawing/2014/main" id="{EF882C6B-AEFB-F57C-2A54-B692D84040A6}"/>
                </a:ext>
              </a:extLst>
            </p:cNvPr>
            <p:cNvSpPr/>
            <p:nvPr/>
          </p:nvSpPr>
          <p:spPr>
            <a:xfrm>
              <a:off x="2893054" y="-9289600"/>
              <a:ext cx="1580139" cy="7600"/>
            </a:xfrm>
            <a:custGeom>
              <a:avLst/>
              <a:gdLst/>
              <a:ahLst/>
              <a:cxnLst/>
              <a:rect l="l" t="t" r="r" b="b"/>
              <a:pathLst>
                <a:path w="1580139" h="7600" fill="none">
                  <a:moveTo>
                    <a:pt x="0" y="0"/>
                  </a:moveTo>
                  <a:lnTo>
                    <a:pt x="1580139" y="0"/>
                  </a:lnTo>
                </a:path>
              </a:pathLst>
            </a:custGeom>
            <a:noFill/>
            <a:ln w="3333" cap="flat">
              <a:solidFill>
                <a:srgbClr val="AFAFAF"/>
              </a:solidFill>
              <a:miter/>
            </a:ln>
          </p:spPr>
          <p:txBody>
            <a:bodyPr/>
            <a:lstStyle/>
            <a:p>
              <a:endParaRPr lang="zh-CN" altLang="en-US" sz="4800"/>
            </a:p>
          </p:txBody>
        </p:sp>
      </p:grpSp>
      <p:sp>
        <p:nvSpPr>
          <p:cNvPr id="14" name="Rectangle">
            <a:extLst>
              <a:ext uri="{FF2B5EF4-FFF2-40B4-BE49-F238E27FC236}">
                <a16:creationId xmlns:a16="http://schemas.microsoft.com/office/drawing/2014/main" id="{3D5D1E6C-861D-7B80-5878-6616410AADD9}"/>
              </a:ext>
            </a:extLst>
          </p:cNvPr>
          <p:cNvSpPr/>
          <p:nvPr/>
        </p:nvSpPr>
        <p:spPr>
          <a:xfrm>
            <a:off x="2486749" y="2560025"/>
            <a:ext cx="843597" cy="228000"/>
          </a:xfrm>
          <a:custGeom>
            <a:avLst/>
            <a:gdLst/>
            <a:ahLst/>
            <a:cxnLst/>
            <a:rect l="l" t="t" r="r" b="b"/>
            <a:pathLst>
              <a:path w="463600" h="273600" stroke="0">
                <a:moveTo>
                  <a:pt x="0" y="0"/>
                </a:moveTo>
                <a:lnTo>
                  <a:pt x="463600" y="0"/>
                </a:lnTo>
                <a:lnTo>
                  <a:pt x="463600" y="273600"/>
                </a:lnTo>
                <a:lnTo>
                  <a:pt x="0" y="273600"/>
                </a:lnTo>
                <a:lnTo>
                  <a:pt x="0" y="0"/>
                </a:lnTo>
                <a:close/>
              </a:path>
              <a:path w="463600" h="273600" fill="none">
                <a:moveTo>
                  <a:pt x="0" y="0"/>
                </a:moveTo>
                <a:lnTo>
                  <a:pt x="463600" y="0"/>
                </a:lnTo>
                <a:lnTo>
                  <a:pt x="463600" y="273600"/>
                </a:lnTo>
                <a:lnTo>
                  <a:pt x="0" y="273600"/>
                </a:lnTo>
                <a:lnTo>
                  <a:pt x="0" y="0"/>
                </a:lnTo>
                <a:close/>
              </a:path>
            </a:pathLst>
          </a:custGeom>
          <a:noFill/>
          <a:ln w="7600" cap="flat">
            <a:noFill/>
            <a:miter/>
          </a:ln>
        </p:spPr>
        <p:txBody>
          <a:bodyPr wrap="square" lIns="38100" tIns="38100" rIns="38100" bIns="38100" rtlCol="0" anchor="ctr"/>
          <a:lstStyle/>
          <a:p>
            <a:pPr algn="ctr"/>
            <a:r>
              <a:rPr lang="zh-CN" altLang="en-US" sz="2800" dirty="0">
                <a:solidFill>
                  <a:srgbClr val="191919"/>
                </a:solidFill>
                <a:latin typeface="微软雅黑"/>
                <a:ea typeface="微软雅黑"/>
                <a:cs typeface="微软雅黑"/>
              </a:rPr>
              <a:t>落差</a:t>
            </a:r>
          </a:p>
        </p:txBody>
      </p:sp>
      <p:sp>
        <p:nvSpPr>
          <p:cNvPr id="15" name="Rectangle">
            <a:extLst>
              <a:ext uri="{FF2B5EF4-FFF2-40B4-BE49-F238E27FC236}">
                <a16:creationId xmlns:a16="http://schemas.microsoft.com/office/drawing/2014/main" id="{946BBF06-1598-7B89-40F6-206A8A117608}"/>
              </a:ext>
            </a:extLst>
          </p:cNvPr>
          <p:cNvSpPr/>
          <p:nvPr/>
        </p:nvSpPr>
        <p:spPr>
          <a:xfrm>
            <a:off x="2098223" y="3648725"/>
            <a:ext cx="1504473" cy="159600"/>
          </a:xfrm>
          <a:custGeom>
            <a:avLst/>
            <a:gdLst/>
            <a:ahLst/>
            <a:cxnLst/>
            <a:rect l="l" t="t" r="r" b="b"/>
            <a:pathLst>
              <a:path w="463600" h="273600" stroke="0">
                <a:moveTo>
                  <a:pt x="0" y="0"/>
                </a:moveTo>
                <a:lnTo>
                  <a:pt x="463600" y="0"/>
                </a:lnTo>
                <a:lnTo>
                  <a:pt x="463600" y="273600"/>
                </a:lnTo>
                <a:lnTo>
                  <a:pt x="0" y="273600"/>
                </a:lnTo>
                <a:lnTo>
                  <a:pt x="0" y="0"/>
                </a:lnTo>
                <a:close/>
              </a:path>
              <a:path w="463600" h="273600" fill="none">
                <a:moveTo>
                  <a:pt x="0" y="0"/>
                </a:moveTo>
                <a:lnTo>
                  <a:pt x="463600" y="0"/>
                </a:lnTo>
                <a:lnTo>
                  <a:pt x="463600" y="273600"/>
                </a:lnTo>
                <a:lnTo>
                  <a:pt x="0" y="273600"/>
                </a:lnTo>
                <a:lnTo>
                  <a:pt x="0" y="0"/>
                </a:lnTo>
                <a:close/>
              </a:path>
            </a:pathLst>
          </a:custGeom>
          <a:noFill/>
          <a:ln w="7600" cap="flat">
            <a:noFill/>
            <a:miter/>
          </a:ln>
        </p:spPr>
        <p:txBody>
          <a:bodyPr wrap="square" lIns="38100" tIns="38100" rIns="38100" bIns="38100" rtlCol="0" anchor="ctr"/>
          <a:lstStyle/>
          <a:p>
            <a:pPr algn="ctr"/>
            <a:r>
              <a:rPr lang="zh-CN" altLang="en-US" sz="3200" dirty="0">
                <a:solidFill>
                  <a:srgbClr val="191919"/>
                </a:solidFill>
                <a:latin typeface="微软雅黑"/>
                <a:ea typeface="微软雅黑"/>
                <a:cs typeface="微软雅黑"/>
              </a:rPr>
              <a:t>现状</a:t>
            </a:r>
          </a:p>
        </p:txBody>
      </p:sp>
      <p:sp>
        <p:nvSpPr>
          <p:cNvPr id="16" name="ConnectLine">
            <a:extLst>
              <a:ext uri="{FF2B5EF4-FFF2-40B4-BE49-F238E27FC236}">
                <a16:creationId xmlns:a16="http://schemas.microsoft.com/office/drawing/2014/main" id="{05996B3F-AE95-F315-779F-199EE032F176}"/>
              </a:ext>
            </a:extLst>
          </p:cNvPr>
          <p:cNvSpPr/>
          <p:nvPr/>
        </p:nvSpPr>
        <p:spPr>
          <a:xfrm>
            <a:off x="3154296" y="2976125"/>
            <a:ext cx="7600" cy="433200"/>
          </a:xfrm>
          <a:custGeom>
            <a:avLst/>
            <a:gdLst>
              <a:gd name="rtl" fmla="*/ -357200 w 7600"/>
              <a:gd name="rtt" fmla="*/ 109064 h 433200"/>
              <a:gd name="rtr" fmla="*/ 357200 w 7600"/>
              <a:gd name="rtb" fmla="*/ 299064 h 433200"/>
            </a:gdLst>
            <a:ahLst/>
            <a:cxnLst/>
            <a:rect l="rtl" t="rtt" r="rtr" b="rtb"/>
            <a:pathLst>
              <a:path w="7600" h="433200" fill="none">
                <a:moveTo>
                  <a:pt x="0" y="0"/>
                </a:moveTo>
                <a:lnTo>
                  <a:pt x="0" y="433200"/>
                </a:lnTo>
              </a:path>
            </a:pathLst>
          </a:custGeom>
          <a:noFill/>
          <a:ln w="7600" cap="flat">
            <a:solidFill>
              <a:srgbClr val="AFAFAF"/>
            </a:solidFill>
            <a:miter/>
            <a:headEnd type="triangle" w="med" len="med"/>
            <a:tailEnd type="triangle" w="med" len="med"/>
          </a:ln>
        </p:spPr>
        <p:txBody>
          <a:bodyPr wrap="none" lIns="38100" tIns="38100" rIns="38100" bIns="38100" rtlCol="0" anchor="ctr"/>
          <a:lstStyle/>
          <a:p>
            <a:pPr algn="ctr"/>
            <a:r>
              <a:rPr lang="zh-CN" altLang="en-US" sz="1600" b="1" dirty="0">
                <a:solidFill>
                  <a:srgbClr val="D25A4D"/>
                </a:solidFill>
                <a:highlight>
                  <a:srgbClr val="FFFFFF"/>
                </a:highlight>
                <a:latin typeface="微软雅黑"/>
                <a:ea typeface="微软雅黑"/>
                <a:cs typeface="微软雅黑"/>
              </a:rPr>
              <a:t>问题的严重程度</a:t>
            </a:r>
          </a:p>
        </p:txBody>
      </p:sp>
      <p:sp>
        <p:nvSpPr>
          <p:cNvPr id="17" name="Rectangle">
            <a:extLst>
              <a:ext uri="{FF2B5EF4-FFF2-40B4-BE49-F238E27FC236}">
                <a16:creationId xmlns:a16="http://schemas.microsoft.com/office/drawing/2014/main" id="{2B726B92-1370-D1B6-32B5-821C4226DA3B}"/>
              </a:ext>
            </a:extLst>
          </p:cNvPr>
          <p:cNvSpPr/>
          <p:nvPr/>
        </p:nvSpPr>
        <p:spPr>
          <a:xfrm>
            <a:off x="1489333" y="4704000"/>
            <a:ext cx="2838428" cy="456000"/>
          </a:xfrm>
          <a:custGeom>
            <a:avLst/>
            <a:gdLst/>
            <a:ahLst/>
            <a:cxnLst/>
            <a:rect l="l" t="t" r="r" b="b"/>
            <a:pathLst>
              <a:path w="1436400" h="456000" stroke="0">
                <a:moveTo>
                  <a:pt x="0" y="0"/>
                </a:moveTo>
                <a:lnTo>
                  <a:pt x="1436400" y="0"/>
                </a:lnTo>
                <a:lnTo>
                  <a:pt x="1436400" y="456000"/>
                </a:lnTo>
                <a:lnTo>
                  <a:pt x="0" y="456000"/>
                </a:lnTo>
                <a:lnTo>
                  <a:pt x="0" y="0"/>
                </a:lnTo>
                <a:close/>
              </a:path>
              <a:path w="1436400" h="456000" fill="none">
                <a:moveTo>
                  <a:pt x="0" y="0"/>
                </a:moveTo>
                <a:lnTo>
                  <a:pt x="1436400" y="0"/>
                </a:lnTo>
                <a:lnTo>
                  <a:pt x="1436400" y="456000"/>
                </a:lnTo>
                <a:lnTo>
                  <a:pt x="0" y="456000"/>
                </a:lnTo>
                <a:lnTo>
                  <a:pt x="0" y="0"/>
                </a:lnTo>
                <a:close/>
              </a:path>
            </a:pathLst>
          </a:custGeom>
          <a:noFill/>
          <a:ln w="7600" cap="flat">
            <a:noFill/>
            <a:miter/>
          </a:ln>
        </p:spPr>
        <p:txBody>
          <a:bodyPr wrap="square" lIns="38100" tIns="38100" rIns="38100" bIns="38100" rtlCol="0" anchor="ctr"/>
          <a:lstStyle/>
          <a:p>
            <a:pPr marL="150000" indent="-150000" algn="l">
              <a:buFont typeface="Wingdings" pitchFamily="2" charset="2"/>
              <a:buChar char="l"/>
            </a:pPr>
            <a:r>
              <a:rPr lang="zh-CN" altLang="en-US" sz="2800" b="1" dirty="0">
                <a:solidFill>
                  <a:srgbClr val="191919"/>
                </a:solidFill>
                <a:latin typeface="微软雅黑"/>
                <a:ea typeface="微软雅黑"/>
                <a:cs typeface="微软雅黑"/>
              </a:rPr>
              <a:t>问题的本质是”期望＂与”现状＂的</a:t>
            </a:r>
            <a:r>
              <a:rPr lang="zh-CN" altLang="en-US" sz="2800" b="1" dirty="0">
                <a:solidFill>
                  <a:srgbClr val="D25A4D"/>
                </a:solidFill>
                <a:latin typeface="微软雅黑"/>
                <a:ea typeface="微软雅黑"/>
                <a:cs typeface="微软雅黑"/>
              </a:rPr>
              <a:t>落差</a:t>
            </a:r>
          </a:p>
        </p:txBody>
      </p:sp>
      <p:sp>
        <p:nvSpPr>
          <p:cNvPr id="18" name="Rectangle">
            <a:extLst>
              <a:ext uri="{FF2B5EF4-FFF2-40B4-BE49-F238E27FC236}">
                <a16:creationId xmlns:a16="http://schemas.microsoft.com/office/drawing/2014/main" id="{6894E611-B7F6-0AD2-1A91-992EBC84430E}"/>
              </a:ext>
            </a:extLst>
          </p:cNvPr>
          <p:cNvSpPr/>
          <p:nvPr/>
        </p:nvSpPr>
        <p:spPr>
          <a:xfrm>
            <a:off x="6771732" y="2668325"/>
            <a:ext cx="250800" cy="380000"/>
          </a:xfrm>
          <a:custGeom>
            <a:avLst/>
            <a:gdLst/>
            <a:ahLst/>
            <a:cxnLst/>
            <a:rect l="l" t="t" r="r" b="b"/>
            <a:pathLst>
              <a:path w="250800" h="380000" stroke="0">
                <a:moveTo>
                  <a:pt x="0" y="0"/>
                </a:moveTo>
                <a:lnTo>
                  <a:pt x="250800" y="0"/>
                </a:lnTo>
                <a:lnTo>
                  <a:pt x="250800" y="380000"/>
                </a:lnTo>
                <a:lnTo>
                  <a:pt x="0" y="380000"/>
                </a:lnTo>
                <a:lnTo>
                  <a:pt x="0" y="0"/>
                </a:lnTo>
                <a:close/>
              </a:path>
              <a:path w="250800" h="380000" fill="none">
                <a:moveTo>
                  <a:pt x="0" y="0"/>
                </a:moveTo>
                <a:lnTo>
                  <a:pt x="250800" y="0"/>
                </a:lnTo>
                <a:lnTo>
                  <a:pt x="250800" y="380000"/>
                </a:lnTo>
                <a:lnTo>
                  <a:pt x="0" y="380000"/>
                </a:lnTo>
                <a:lnTo>
                  <a:pt x="0" y="0"/>
                </a:lnTo>
                <a:close/>
              </a:path>
            </a:pathLst>
          </a:custGeom>
          <a:noFill/>
          <a:ln w="7600" cap="flat">
            <a:noFill/>
            <a:miter/>
          </a:ln>
        </p:spPr>
        <p:txBody>
          <a:bodyPr wrap="square" lIns="38100" tIns="38100" rIns="38100" bIns="38100" rtlCol="0" anchor="ctr"/>
          <a:lstStyle/>
          <a:p>
            <a:pPr algn="ctr"/>
            <a:r>
              <a:rPr lang="zh-CN" altLang="en-US" sz="1600" dirty="0">
                <a:solidFill>
                  <a:srgbClr val="191919"/>
                </a:solidFill>
                <a:latin typeface="微软雅黑"/>
                <a:ea typeface="微软雅黑"/>
                <a:cs typeface="微软雅黑"/>
              </a:rPr>
              <a:t>理</a:t>
            </a:r>
          </a:p>
          <a:p>
            <a:pPr algn="ctr"/>
            <a:r>
              <a:rPr lang="zh-CN" altLang="en-US" sz="1600" dirty="0">
                <a:solidFill>
                  <a:srgbClr val="191919"/>
                </a:solidFill>
                <a:latin typeface="微软雅黑"/>
                <a:ea typeface="微软雅黑"/>
                <a:cs typeface="微软雅黑"/>
              </a:rPr>
              <a:t>想</a:t>
            </a:r>
          </a:p>
        </p:txBody>
      </p:sp>
      <p:sp>
        <p:nvSpPr>
          <p:cNvPr id="19" name="Rectangle">
            <a:extLst>
              <a:ext uri="{FF2B5EF4-FFF2-40B4-BE49-F238E27FC236}">
                <a16:creationId xmlns:a16="http://schemas.microsoft.com/office/drawing/2014/main" id="{33F69B48-47C4-45B0-EE1D-E9986D61F7C9}"/>
              </a:ext>
            </a:extLst>
          </p:cNvPr>
          <p:cNvSpPr/>
          <p:nvPr/>
        </p:nvSpPr>
        <p:spPr>
          <a:xfrm>
            <a:off x="6771732" y="3335225"/>
            <a:ext cx="250800" cy="380000"/>
          </a:xfrm>
          <a:custGeom>
            <a:avLst/>
            <a:gdLst/>
            <a:ahLst/>
            <a:cxnLst/>
            <a:rect l="l" t="t" r="r" b="b"/>
            <a:pathLst>
              <a:path w="250800" h="380000" stroke="0">
                <a:moveTo>
                  <a:pt x="0" y="0"/>
                </a:moveTo>
                <a:lnTo>
                  <a:pt x="250800" y="0"/>
                </a:lnTo>
                <a:lnTo>
                  <a:pt x="250800" y="380000"/>
                </a:lnTo>
                <a:lnTo>
                  <a:pt x="0" y="380000"/>
                </a:lnTo>
                <a:lnTo>
                  <a:pt x="0" y="0"/>
                </a:lnTo>
                <a:close/>
              </a:path>
              <a:path w="250800" h="380000" fill="none">
                <a:moveTo>
                  <a:pt x="0" y="0"/>
                </a:moveTo>
                <a:lnTo>
                  <a:pt x="250800" y="0"/>
                </a:lnTo>
                <a:lnTo>
                  <a:pt x="250800" y="380000"/>
                </a:lnTo>
                <a:lnTo>
                  <a:pt x="0" y="380000"/>
                </a:lnTo>
                <a:lnTo>
                  <a:pt x="0" y="0"/>
                </a:lnTo>
                <a:close/>
              </a:path>
            </a:pathLst>
          </a:custGeom>
          <a:noFill/>
          <a:ln w="7600" cap="flat">
            <a:noFill/>
            <a:miter/>
          </a:ln>
        </p:spPr>
        <p:txBody>
          <a:bodyPr wrap="square" lIns="38100" tIns="38100" rIns="38100" bIns="38100" rtlCol="0" anchor="ctr"/>
          <a:lstStyle/>
          <a:p>
            <a:pPr algn="ctr"/>
            <a:r>
              <a:rPr lang="zh-CN" altLang="en-US" sz="1600" dirty="0">
                <a:solidFill>
                  <a:srgbClr val="191919"/>
                </a:solidFill>
                <a:latin typeface="微软雅黑"/>
                <a:ea typeface="微软雅黑"/>
                <a:cs typeface="微软雅黑"/>
              </a:rPr>
              <a:t>原</a:t>
            </a:r>
          </a:p>
          <a:p>
            <a:pPr algn="ctr"/>
            <a:r>
              <a:rPr lang="zh-CN" altLang="en-US" sz="1600" dirty="0">
                <a:solidFill>
                  <a:srgbClr val="191919"/>
                </a:solidFill>
                <a:latin typeface="微软雅黑"/>
                <a:ea typeface="微软雅黑"/>
                <a:cs typeface="微软雅黑"/>
              </a:rPr>
              <a:t>状</a:t>
            </a:r>
          </a:p>
        </p:txBody>
      </p:sp>
      <p:sp>
        <p:nvSpPr>
          <p:cNvPr id="20" name="长方形">
            <a:extLst>
              <a:ext uri="{FF2B5EF4-FFF2-40B4-BE49-F238E27FC236}">
                <a16:creationId xmlns:a16="http://schemas.microsoft.com/office/drawing/2014/main" id="{6647EA8C-83FC-91C6-60C3-734F7219F552}"/>
              </a:ext>
            </a:extLst>
          </p:cNvPr>
          <p:cNvSpPr/>
          <p:nvPr/>
        </p:nvSpPr>
        <p:spPr>
          <a:xfrm>
            <a:off x="6539932" y="2688437"/>
            <a:ext cx="174800" cy="1026783"/>
          </a:xfrm>
          <a:custGeom>
            <a:avLst/>
            <a:gdLst>
              <a:gd name="connsiteX0" fmla="*/ 0 w 174800"/>
              <a:gd name="connsiteY0" fmla="*/ 513391 h 1026783"/>
              <a:gd name="connsiteX1" fmla="*/ 87400 w 174800"/>
              <a:gd name="connsiteY1" fmla="*/ 0 h 1026783"/>
              <a:gd name="connsiteX2" fmla="*/ 174800 w 174800"/>
              <a:gd name="connsiteY2" fmla="*/ 513391 h 1026783"/>
              <a:gd name="connsiteX3" fmla="*/ 87400 w 174800"/>
              <a:gd name="connsiteY3" fmla="*/ 1026783 h 1026783"/>
            </a:gdLst>
            <a:ahLst/>
            <a:cxnLst>
              <a:cxn ang="10800000">
                <a:pos x="connsiteX0" y="connsiteY0"/>
              </a:cxn>
              <a:cxn ang="16200000">
                <a:pos x="connsiteX1" y="connsiteY1"/>
              </a:cxn>
              <a:cxn ang="0">
                <a:pos x="connsiteX2" y="connsiteY2"/>
              </a:cxn>
              <a:cxn ang="5400000">
                <a:pos x="connsiteX3" y="connsiteY3"/>
              </a:cxn>
            </a:cxnLst>
            <a:rect l="l" t="t" r="r" b="b"/>
            <a:pathLst>
              <a:path w="174800" h="1026783" stroke="0">
                <a:moveTo>
                  <a:pt x="174800" y="1026783"/>
                </a:moveTo>
                <a:lnTo>
                  <a:pt x="174800" y="0"/>
                </a:lnTo>
                <a:lnTo>
                  <a:pt x="0" y="0"/>
                </a:lnTo>
                <a:lnTo>
                  <a:pt x="0" y="1026783"/>
                </a:lnTo>
                <a:lnTo>
                  <a:pt x="174800" y="1026783"/>
                </a:lnTo>
                <a:close/>
              </a:path>
              <a:path w="174800" h="1026783" fill="none">
                <a:moveTo>
                  <a:pt x="174800" y="1026783"/>
                </a:moveTo>
                <a:lnTo>
                  <a:pt x="174800" y="0"/>
                </a:lnTo>
                <a:lnTo>
                  <a:pt x="0" y="0"/>
                </a:lnTo>
                <a:lnTo>
                  <a:pt x="0" y="1026783"/>
                </a:lnTo>
                <a:lnTo>
                  <a:pt x="174800" y="1026783"/>
                </a:lnTo>
                <a:close/>
              </a:path>
            </a:pathLst>
          </a:custGeom>
          <a:solidFill>
            <a:srgbClr val="FFF582"/>
          </a:solidFill>
          <a:ln w="7600" cap="flat">
            <a:noFill/>
            <a:miter/>
          </a:ln>
        </p:spPr>
        <p:txBody>
          <a:bodyPr wrap="square" lIns="38100" tIns="38100" rIns="38100" bIns="38100" rtlCol="0" anchor="ctr"/>
          <a:lstStyle/>
          <a:p>
            <a:pPr algn="ctr"/>
            <a:r>
              <a:rPr lang="zh-CN" altLang="en-US" dirty="0">
                <a:solidFill>
                  <a:srgbClr val="191919"/>
                </a:solidFill>
                <a:latin typeface="微软雅黑"/>
                <a:ea typeface="微软雅黑"/>
                <a:cs typeface="微软雅黑"/>
              </a:rPr>
              <a:t>目的</a:t>
            </a:r>
          </a:p>
        </p:txBody>
      </p:sp>
      <p:grpSp>
        <p:nvGrpSpPr>
          <p:cNvPr id="21" name="组合 20">
            <a:extLst>
              <a:ext uri="{FF2B5EF4-FFF2-40B4-BE49-F238E27FC236}">
                <a16:creationId xmlns:a16="http://schemas.microsoft.com/office/drawing/2014/main" id="{8E54D9F0-51CA-26BF-DDF5-BDFDC7A9373F}"/>
              </a:ext>
            </a:extLst>
          </p:cNvPr>
          <p:cNvGrpSpPr/>
          <p:nvPr/>
        </p:nvGrpSpPr>
        <p:grpSpPr>
          <a:xfrm>
            <a:off x="7033929" y="2531526"/>
            <a:ext cx="1337060" cy="1352799"/>
            <a:chOff x="3325597" y="-8613199"/>
            <a:chExt cx="1337060" cy="1352799"/>
          </a:xfrm>
        </p:grpSpPr>
        <p:sp>
          <p:nvSpPr>
            <p:cNvPr id="22" name="正方形">
              <a:extLst>
                <a:ext uri="{FF2B5EF4-FFF2-40B4-BE49-F238E27FC236}">
                  <a16:creationId xmlns:a16="http://schemas.microsoft.com/office/drawing/2014/main" id="{1897ACD0-4055-018D-0A98-34BF62D2BD76}"/>
                </a:ext>
              </a:extLst>
            </p:cNvPr>
            <p:cNvSpPr/>
            <p:nvPr/>
          </p:nvSpPr>
          <p:spPr>
            <a:xfrm>
              <a:off x="3336784" y="-8592136"/>
              <a:ext cx="1325873" cy="1325873"/>
            </a:xfrm>
            <a:custGeom>
              <a:avLst/>
              <a:gdLst>
                <a:gd name="connsiteX0" fmla="*/ 0 w 1325873"/>
                <a:gd name="connsiteY0" fmla="*/ 662937 h 1325873"/>
                <a:gd name="connsiteX1" fmla="*/ 662937 w 1325873"/>
                <a:gd name="connsiteY1" fmla="*/ 0 h 1325873"/>
                <a:gd name="connsiteX2" fmla="*/ 1325873 w 1325873"/>
                <a:gd name="connsiteY2" fmla="*/ 662937 h 1325873"/>
                <a:gd name="connsiteX3" fmla="*/ 662937 w 1325873"/>
                <a:gd name="connsiteY3" fmla="*/ 1325873 h 1325873"/>
              </a:gdLst>
              <a:ahLst/>
              <a:cxnLst>
                <a:cxn ang="10800000">
                  <a:pos x="connsiteX0" y="connsiteY0"/>
                </a:cxn>
                <a:cxn ang="16200000">
                  <a:pos x="connsiteX1" y="connsiteY1"/>
                </a:cxn>
                <a:cxn ang="0">
                  <a:pos x="connsiteX2" y="connsiteY2"/>
                </a:cxn>
                <a:cxn ang="5400000">
                  <a:pos x="connsiteX3" y="connsiteY3"/>
                </a:cxn>
              </a:cxnLst>
              <a:rect l="l" t="t" r="r" b="b"/>
              <a:pathLst>
                <a:path w="1325873" h="1325873" stroke="0">
                  <a:moveTo>
                    <a:pt x="1325873" y="1325873"/>
                  </a:moveTo>
                  <a:lnTo>
                    <a:pt x="1325873" y="0"/>
                  </a:lnTo>
                  <a:lnTo>
                    <a:pt x="0" y="0"/>
                  </a:lnTo>
                  <a:lnTo>
                    <a:pt x="0" y="1325873"/>
                  </a:lnTo>
                  <a:lnTo>
                    <a:pt x="1325873" y="1325873"/>
                  </a:lnTo>
                  <a:close/>
                </a:path>
                <a:path w="1325873" h="1325873" fill="none">
                  <a:moveTo>
                    <a:pt x="1325873" y="1325873"/>
                  </a:moveTo>
                  <a:lnTo>
                    <a:pt x="1325873" y="0"/>
                  </a:lnTo>
                  <a:lnTo>
                    <a:pt x="0" y="0"/>
                  </a:lnTo>
                  <a:lnTo>
                    <a:pt x="0" y="1325873"/>
                  </a:lnTo>
                  <a:lnTo>
                    <a:pt x="1325873" y="1325873"/>
                  </a:lnTo>
                  <a:close/>
                </a:path>
              </a:pathLst>
            </a:custGeom>
            <a:solidFill>
              <a:srgbClr val="FFFFFF"/>
            </a:solidFill>
            <a:ln w="20267" cap="flat">
              <a:solidFill>
                <a:srgbClr val="323232"/>
              </a:solidFill>
              <a:miter/>
            </a:ln>
          </p:spPr>
          <p:txBody>
            <a:bodyPr/>
            <a:lstStyle/>
            <a:p>
              <a:endParaRPr lang="zh-CN" altLang="en-US" sz="4800"/>
            </a:p>
          </p:txBody>
        </p:sp>
        <p:sp>
          <p:nvSpPr>
            <p:cNvPr id="23" name="Line">
              <a:extLst>
                <a:ext uri="{FF2B5EF4-FFF2-40B4-BE49-F238E27FC236}">
                  <a16:creationId xmlns:a16="http://schemas.microsoft.com/office/drawing/2014/main" id="{75AEB3D4-3575-9B21-204A-E316B31BAD84}"/>
                </a:ext>
              </a:extLst>
            </p:cNvPr>
            <p:cNvSpPr/>
            <p:nvPr/>
          </p:nvSpPr>
          <p:spPr>
            <a:xfrm rot="5400000">
              <a:off x="3340797" y="-7929200"/>
              <a:ext cx="1330000" cy="7600"/>
            </a:xfrm>
            <a:custGeom>
              <a:avLst/>
              <a:gdLst/>
              <a:ahLst/>
              <a:cxnLst/>
              <a:rect l="l" t="t" r="r" b="b"/>
              <a:pathLst>
                <a:path w="1330000" h="7600" fill="none">
                  <a:moveTo>
                    <a:pt x="0" y="0"/>
                  </a:moveTo>
                  <a:lnTo>
                    <a:pt x="1330000" y="0"/>
                  </a:lnTo>
                </a:path>
              </a:pathLst>
            </a:custGeom>
            <a:noFill/>
            <a:ln w="7600" cap="flat">
              <a:solidFill>
                <a:srgbClr val="191919"/>
              </a:solidFill>
              <a:custDash>
                <a:ds d="200000" sp="500000"/>
              </a:custDash>
              <a:miter/>
            </a:ln>
          </p:spPr>
          <p:txBody>
            <a:bodyPr/>
            <a:lstStyle/>
            <a:p>
              <a:endParaRPr lang="zh-CN" altLang="en-US" sz="4800"/>
            </a:p>
          </p:txBody>
        </p:sp>
        <p:sp>
          <p:nvSpPr>
            <p:cNvPr id="24" name="Line">
              <a:extLst>
                <a:ext uri="{FF2B5EF4-FFF2-40B4-BE49-F238E27FC236}">
                  <a16:creationId xmlns:a16="http://schemas.microsoft.com/office/drawing/2014/main" id="{0F8ECA44-2B7A-B339-3B44-4479032C4E92}"/>
                </a:ext>
              </a:extLst>
            </p:cNvPr>
            <p:cNvSpPr/>
            <p:nvPr/>
          </p:nvSpPr>
          <p:spPr>
            <a:xfrm>
              <a:off x="3325597" y="-7929200"/>
              <a:ext cx="1330000" cy="7600"/>
            </a:xfrm>
            <a:custGeom>
              <a:avLst/>
              <a:gdLst/>
              <a:ahLst/>
              <a:cxnLst/>
              <a:rect l="l" t="t" r="r" b="b"/>
              <a:pathLst>
                <a:path w="1330000" h="7600" fill="none">
                  <a:moveTo>
                    <a:pt x="0" y="0"/>
                  </a:moveTo>
                  <a:lnTo>
                    <a:pt x="1330000" y="0"/>
                  </a:lnTo>
                </a:path>
              </a:pathLst>
            </a:custGeom>
            <a:noFill/>
            <a:ln w="7600" cap="flat">
              <a:solidFill>
                <a:srgbClr val="191919"/>
              </a:solidFill>
              <a:custDash>
                <a:ds d="200000" sp="500000"/>
              </a:custDash>
              <a:miter/>
            </a:ln>
          </p:spPr>
          <p:txBody>
            <a:bodyPr/>
            <a:lstStyle/>
            <a:p>
              <a:endParaRPr lang="zh-CN" altLang="en-US" sz="4800"/>
            </a:p>
          </p:txBody>
        </p:sp>
        <p:sp>
          <p:nvSpPr>
            <p:cNvPr id="25" name="Line">
              <a:extLst>
                <a:ext uri="{FF2B5EF4-FFF2-40B4-BE49-F238E27FC236}">
                  <a16:creationId xmlns:a16="http://schemas.microsoft.com/office/drawing/2014/main" id="{25133E05-A466-D3C1-F692-959C1E358038}"/>
                </a:ext>
              </a:extLst>
            </p:cNvPr>
            <p:cNvSpPr/>
            <p:nvPr/>
          </p:nvSpPr>
          <p:spPr>
            <a:xfrm rot="-2700000">
              <a:off x="3186623" y="-8272313"/>
              <a:ext cx="967321" cy="7600"/>
            </a:xfrm>
            <a:custGeom>
              <a:avLst/>
              <a:gdLst/>
              <a:ahLst/>
              <a:cxnLst/>
              <a:rect l="l" t="t" r="r" b="b"/>
              <a:pathLst>
                <a:path w="967321" h="7600" fill="none">
                  <a:moveTo>
                    <a:pt x="0" y="0"/>
                  </a:moveTo>
                  <a:lnTo>
                    <a:pt x="967321" y="0"/>
                  </a:lnTo>
                </a:path>
              </a:pathLst>
            </a:custGeom>
            <a:noFill/>
            <a:ln w="7600" cap="flat">
              <a:solidFill>
                <a:srgbClr val="191919"/>
              </a:solidFill>
              <a:custDash>
                <a:ds d="250000" sp="250000"/>
              </a:custDash>
              <a:miter/>
            </a:ln>
          </p:spPr>
          <p:txBody>
            <a:bodyPr/>
            <a:lstStyle/>
            <a:p>
              <a:endParaRPr lang="zh-CN" altLang="en-US" sz="4800"/>
            </a:p>
          </p:txBody>
        </p:sp>
      </p:grpSp>
      <p:sp>
        <p:nvSpPr>
          <p:cNvPr id="26" name="Rectangle">
            <a:extLst>
              <a:ext uri="{FF2B5EF4-FFF2-40B4-BE49-F238E27FC236}">
                <a16:creationId xmlns:a16="http://schemas.microsoft.com/office/drawing/2014/main" id="{81575D72-2621-8926-C21A-305C87631EB8}"/>
              </a:ext>
            </a:extLst>
          </p:cNvPr>
          <p:cNvSpPr/>
          <p:nvPr/>
        </p:nvSpPr>
        <p:spPr>
          <a:xfrm>
            <a:off x="7760437" y="2744238"/>
            <a:ext cx="600398" cy="269800"/>
          </a:xfrm>
          <a:custGeom>
            <a:avLst/>
            <a:gdLst/>
            <a:ahLst/>
            <a:cxnLst/>
            <a:rect l="l" t="t" r="r" b="b"/>
            <a:pathLst>
              <a:path w="934800" h="269800" stroke="0">
                <a:moveTo>
                  <a:pt x="0" y="0"/>
                </a:moveTo>
                <a:lnTo>
                  <a:pt x="934800" y="0"/>
                </a:lnTo>
                <a:lnTo>
                  <a:pt x="934800" y="269800"/>
                </a:lnTo>
                <a:lnTo>
                  <a:pt x="0" y="269800"/>
                </a:lnTo>
                <a:lnTo>
                  <a:pt x="0" y="0"/>
                </a:lnTo>
                <a:close/>
              </a:path>
              <a:path w="934800" h="269800" fill="none">
                <a:moveTo>
                  <a:pt x="0" y="0"/>
                </a:moveTo>
                <a:lnTo>
                  <a:pt x="934800" y="0"/>
                </a:lnTo>
                <a:lnTo>
                  <a:pt x="934800" y="269800"/>
                </a:lnTo>
                <a:lnTo>
                  <a:pt x="0" y="269800"/>
                </a:lnTo>
                <a:lnTo>
                  <a:pt x="0" y="0"/>
                </a:lnTo>
                <a:close/>
              </a:path>
            </a:pathLst>
          </a:custGeom>
          <a:noFill/>
          <a:ln w="7600" cap="flat">
            <a:noFill/>
            <a:miter/>
          </a:ln>
        </p:spPr>
        <p:txBody>
          <a:bodyPr wrap="square" lIns="38100" tIns="38100" rIns="38100" bIns="38100" rtlCol="0" anchor="ctr"/>
          <a:lstStyle/>
          <a:p>
            <a:pPr algn="ctr"/>
            <a:r>
              <a:rPr lang="zh-CN" altLang="en-US" sz="1200" dirty="0">
                <a:solidFill>
                  <a:srgbClr val="191919"/>
                </a:solidFill>
                <a:latin typeface="微软雅黑"/>
                <a:ea typeface="微软雅黑"/>
                <a:cs typeface="微软雅黑"/>
              </a:rPr>
              <a:t>追求理想型</a:t>
            </a:r>
          </a:p>
        </p:txBody>
      </p:sp>
      <p:sp>
        <p:nvSpPr>
          <p:cNvPr id="27" name="Rectangle">
            <a:extLst>
              <a:ext uri="{FF2B5EF4-FFF2-40B4-BE49-F238E27FC236}">
                <a16:creationId xmlns:a16="http://schemas.microsoft.com/office/drawing/2014/main" id="{1CDCA86B-A56F-3F1F-F657-5211994A5505}"/>
              </a:ext>
            </a:extLst>
          </p:cNvPr>
          <p:cNvSpPr/>
          <p:nvPr/>
        </p:nvSpPr>
        <p:spPr>
          <a:xfrm>
            <a:off x="7664070" y="3404909"/>
            <a:ext cx="658864" cy="260944"/>
          </a:xfrm>
          <a:custGeom>
            <a:avLst/>
            <a:gdLst/>
            <a:ahLst/>
            <a:cxnLst/>
            <a:rect l="l" t="t" r="r" b="b"/>
            <a:pathLst>
              <a:path w="934800" h="269800" stroke="0">
                <a:moveTo>
                  <a:pt x="0" y="0"/>
                </a:moveTo>
                <a:lnTo>
                  <a:pt x="934800" y="0"/>
                </a:lnTo>
                <a:lnTo>
                  <a:pt x="934800" y="269800"/>
                </a:lnTo>
                <a:lnTo>
                  <a:pt x="0" y="269800"/>
                </a:lnTo>
                <a:lnTo>
                  <a:pt x="0" y="0"/>
                </a:lnTo>
                <a:close/>
              </a:path>
              <a:path w="934800" h="269800" fill="none">
                <a:moveTo>
                  <a:pt x="0" y="0"/>
                </a:moveTo>
                <a:lnTo>
                  <a:pt x="934800" y="0"/>
                </a:lnTo>
                <a:lnTo>
                  <a:pt x="934800" y="269800"/>
                </a:lnTo>
                <a:lnTo>
                  <a:pt x="0" y="269800"/>
                </a:lnTo>
                <a:lnTo>
                  <a:pt x="0" y="0"/>
                </a:lnTo>
                <a:close/>
              </a:path>
            </a:pathLst>
          </a:custGeom>
          <a:noFill/>
          <a:ln w="7600" cap="flat">
            <a:noFill/>
            <a:miter/>
          </a:ln>
        </p:spPr>
        <p:txBody>
          <a:bodyPr wrap="square" lIns="38100" tIns="38100" rIns="38100" bIns="38100" rtlCol="0" anchor="ctr"/>
          <a:lstStyle/>
          <a:p>
            <a:pPr algn="ctr"/>
            <a:r>
              <a:rPr lang="zh-CN" altLang="en-US" sz="1200" dirty="0">
                <a:solidFill>
                  <a:srgbClr val="191919"/>
                </a:solidFill>
                <a:latin typeface="微软雅黑"/>
                <a:ea typeface="微软雅黑"/>
                <a:cs typeface="微软雅黑"/>
              </a:rPr>
              <a:t>防范潜在型</a:t>
            </a:r>
          </a:p>
        </p:txBody>
      </p:sp>
      <p:sp>
        <p:nvSpPr>
          <p:cNvPr id="28" name="Rectangle">
            <a:extLst>
              <a:ext uri="{FF2B5EF4-FFF2-40B4-BE49-F238E27FC236}">
                <a16:creationId xmlns:a16="http://schemas.microsoft.com/office/drawing/2014/main" id="{7B1F1C8B-21F3-E849-2D12-49556E88328D}"/>
              </a:ext>
            </a:extLst>
          </p:cNvPr>
          <p:cNvSpPr/>
          <p:nvPr/>
        </p:nvSpPr>
        <p:spPr>
          <a:xfrm>
            <a:off x="7102142" y="3381470"/>
            <a:ext cx="602132" cy="265836"/>
          </a:xfrm>
          <a:custGeom>
            <a:avLst/>
            <a:gdLst/>
            <a:ahLst/>
            <a:cxnLst/>
            <a:rect l="l" t="t" r="r" b="b"/>
            <a:pathLst>
              <a:path w="934800" h="269800" stroke="0">
                <a:moveTo>
                  <a:pt x="0" y="0"/>
                </a:moveTo>
                <a:lnTo>
                  <a:pt x="934800" y="0"/>
                </a:lnTo>
                <a:lnTo>
                  <a:pt x="934800" y="269800"/>
                </a:lnTo>
                <a:lnTo>
                  <a:pt x="0" y="269800"/>
                </a:lnTo>
                <a:lnTo>
                  <a:pt x="0" y="0"/>
                </a:lnTo>
                <a:close/>
              </a:path>
              <a:path w="934800" h="269800" fill="none">
                <a:moveTo>
                  <a:pt x="0" y="0"/>
                </a:moveTo>
                <a:lnTo>
                  <a:pt x="934800" y="0"/>
                </a:lnTo>
                <a:lnTo>
                  <a:pt x="934800" y="269800"/>
                </a:lnTo>
                <a:lnTo>
                  <a:pt x="0" y="269800"/>
                </a:lnTo>
                <a:lnTo>
                  <a:pt x="0" y="0"/>
                </a:lnTo>
                <a:close/>
              </a:path>
            </a:pathLst>
          </a:custGeom>
          <a:noFill/>
          <a:ln w="7600" cap="flat">
            <a:noFill/>
            <a:miter/>
          </a:ln>
        </p:spPr>
        <p:txBody>
          <a:bodyPr wrap="square" lIns="38100" tIns="38100" rIns="38100" bIns="38100" rtlCol="0" anchor="ctr"/>
          <a:lstStyle/>
          <a:p>
            <a:pPr algn="ctr"/>
            <a:r>
              <a:rPr lang="zh-CN" altLang="en-US" sz="1200" dirty="0">
                <a:solidFill>
                  <a:srgbClr val="191919"/>
                </a:solidFill>
                <a:latin typeface="微软雅黑"/>
                <a:ea typeface="微软雅黑"/>
                <a:cs typeface="微软雅黑"/>
              </a:rPr>
              <a:t>恢复原状型</a:t>
            </a:r>
          </a:p>
        </p:txBody>
      </p:sp>
      <p:sp>
        <p:nvSpPr>
          <p:cNvPr id="29" name="Rectangle">
            <a:extLst>
              <a:ext uri="{FF2B5EF4-FFF2-40B4-BE49-F238E27FC236}">
                <a16:creationId xmlns:a16="http://schemas.microsoft.com/office/drawing/2014/main" id="{832FA1C2-7DD4-4EC6-36AD-F05A98275B9E}"/>
              </a:ext>
            </a:extLst>
          </p:cNvPr>
          <p:cNvSpPr/>
          <p:nvPr/>
        </p:nvSpPr>
        <p:spPr>
          <a:xfrm>
            <a:off x="6960781" y="3937524"/>
            <a:ext cx="580943" cy="199337"/>
          </a:xfrm>
          <a:custGeom>
            <a:avLst/>
            <a:gdLst/>
            <a:ahLst/>
            <a:cxnLst/>
            <a:rect l="l" t="t" r="r" b="b"/>
            <a:pathLst>
              <a:path w="300529" h="190000" stroke="0">
                <a:moveTo>
                  <a:pt x="0" y="0"/>
                </a:moveTo>
                <a:lnTo>
                  <a:pt x="300529" y="0"/>
                </a:lnTo>
                <a:lnTo>
                  <a:pt x="300529" y="190000"/>
                </a:lnTo>
                <a:lnTo>
                  <a:pt x="0" y="190000"/>
                </a:lnTo>
                <a:lnTo>
                  <a:pt x="0" y="0"/>
                </a:lnTo>
                <a:close/>
              </a:path>
              <a:path w="300529" h="190000" fill="none">
                <a:moveTo>
                  <a:pt x="0" y="0"/>
                </a:moveTo>
                <a:lnTo>
                  <a:pt x="300529" y="0"/>
                </a:lnTo>
                <a:lnTo>
                  <a:pt x="300529" y="190000"/>
                </a:lnTo>
                <a:lnTo>
                  <a:pt x="0" y="190000"/>
                </a:lnTo>
                <a:lnTo>
                  <a:pt x="0" y="0"/>
                </a:lnTo>
                <a:close/>
              </a:path>
            </a:pathLst>
          </a:custGeom>
          <a:noFill/>
          <a:ln w="7600" cap="flat">
            <a:noFill/>
            <a:miter/>
          </a:ln>
        </p:spPr>
        <p:txBody>
          <a:bodyPr wrap="square" lIns="38100" tIns="38100" rIns="38100" bIns="38100" rtlCol="0" anchor="ctr"/>
          <a:lstStyle/>
          <a:p>
            <a:pPr algn="ctr"/>
            <a:r>
              <a:rPr lang="zh-CN" altLang="en-US" sz="1600" dirty="0">
                <a:solidFill>
                  <a:srgbClr val="191919"/>
                </a:solidFill>
                <a:latin typeface="微软雅黑"/>
                <a:ea typeface="微软雅黑"/>
                <a:cs typeface="微软雅黑"/>
              </a:rPr>
              <a:t>现在</a:t>
            </a:r>
          </a:p>
        </p:txBody>
      </p:sp>
      <p:sp>
        <p:nvSpPr>
          <p:cNvPr id="30" name="Rectangle">
            <a:extLst>
              <a:ext uri="{FF2B5EF4-FFF2-40B4-BE49-F238E27FC236}">
                <a16:creationId xmlns:a16="http://schemas.microsoft.com/office/drawing/2014/main" id="{4DB80AA4-F97C-3D08-F2E3-5DCC63901DFD}"/>
              </a:ext>
            </a:extLst>
          </p:cNvPr>
          <p:cNvSpPr/>
          <p:nvPr/>
        </p:nvSpPr>
        <p:spPr>
          <a:xfrm>
            <a:off x="7881001" y="3937525"/>
            <a:ext cx="580943" cy="190000"/>
          </a:xfrm>
          <a:custGeom>
            <a:avLst/>
            <a:gdLst/>
            <a:ahLst/>
            <a:cxnLst/>
            <a:rect l="l" t="t" r="r" b="b"/>
            <a:pathLst>
              <a:path w="300529" h="190000" stroke="0">
                <a:moveTo>
                  <a:pt x="0" y="0"/>
                </a:moveTo>
                <a:lnTo>
                  <a:pt x="300529" y="0"/>
                </a:lnTo>
                <a:lnTo>
                  <a:pt x="300529" y="190000"/>
                </a:lnTo>
                <a:lnTo>
                  <a:pt x="0" y="190000"/>
                </a:lnTo>
                <a:lnTo>
                  <a:pt x="0" y="0"/>
                </a:lnTo>
                <a:close/>
              </a:path>
              <a:path w="300529" h="190000" fill="none">
                <a:moveTo>
                  <a:pt x="0" y="0"/>
                </a:moveTo>
                <a:lnTo>
                  <a:pt x="300529" y="0"/>
                </a:lnTo>
                <a:lnTo>
                  <a:pt x="300529" y="190000"/>
                </a:lnTo>
                <a:lnTo>
                  <a:pt x="0" y="190000"/>
                </a:lnTo>
                <a:lnTo>
                  <a:pt x="0" y="0"/>
                </a:lnTo>
                <a:close/>
              </a:path>
            </a:pathLst>
          </a:custGeom>
          <a:noFill/>
          <a:ln w="7600" cap="flat">
            <a:noFill/>
            <a:miter/>
          </a:ln>
        </p:spPr>
        <p:txBody>
          <a:bodyPr wrap="square" lIns="38100" tIns="38100" rIns="38100" bIns="38100" rtlCol="0" anchor="ctr"/>
          <a:lstStyle/>
          <a:p>
            <a:pPr algn="ctr"/>
            <a:r>
              <a:rPr lang="zh-CN" altLang="en-US" sz="1600" dirty="0">
                <a:solidFill>
                  <a:srgbClr val="191919"/>
                </a:solidFill>
                <a:latin typeface="微软雅黑"/>
                <a:ea typeface="微软雅黑"/>
                <a:cs typeface="微软雅黑"/>
              </a:rPr>
              <a:t>未来</a:t>
            </a:r>
          </a:p>
        </p:txBody>
      </p:sp>
      <p:sp>
        <p:nvSpPr>
          <p:cNvPr id="31" name="长方形">
            <a:extLst>
              <a:ext uri="{FF2B5EF4-FFF2-40B4-BE49-F238E27FC236}">
                <a16:creationId xmlns:a16="http://schemas.microsoft.com/office/drawing/2014/main" id="{389AB23D-97DC-01FF-7F94-04F0C896454C}"/>
              </a:ext>
            </a:extLst>
          </p:cNvPr>
          <p:cNvSpPr/>
          <p:nvPr/>
        </p:nvSpPr>
        <p:spPr>
          <a:xfrm>
            <a:off x="7230500" y="4272372"/>
            <a:ext cx="1059873" cy="190000"/>
          </a:xfrm>
          <a:custGeom>
            <a:avLst/>
            <a:gdLst>
              <a:gd name="connsiteX0" fmla="*/ 0 w 1059873"/>
              <a:gd name="connsiteY0" fmla="*/ 95000 h 190000"/>
              <a:gd name="connsiteX1" fmla="*/ 529937 w 1059873"/>
              <a:gd name="connsiteY1" fmla="*/ 0 h 190000"/>
              <a:gd name="connsiteX2" fmla="*/ 1059873 w 1059873"/>
              <a:gd name="connsiteY2" fmla="*/ 95000 h 190000"/>
              <a:gd name="connsiteX3" fmla="*/ 529937 w 1059873"/>
              <a:gd name="connsiteY3" fmla="*/ 190000 h 190000"/>
            </a:gdLst>
            <a:ahLst/>
            <a:cxnLst>
              <a:cxn ang="10800000">
                <a:pos x="connsiteX0" y="connsiteY0"/>
              </a:cxn>
              <a:cxn ang="16200000">
                <a:pos x="connsiteX1" y="connsiteY1"/>
              </a:cxn>
              <a:cxn ang="0">
                <a:pos x="connsiteX2" y="connsiteY2"/>
              </a:cxn>
              <a:cxn ang="5400000">
                <a:pos x="connsiteX3" y="connsiteY3"/>
              </a:cxn>
            </a:cxnLst>
            <a:rect l="l" t="t" r="r" b="b"/>
            <a:pathLst>
              <a:path w="1059873" h="190000" stroke="0">
                <a:moveTo>
                  <a:pt x="1059873" y="190000"/>
                </a:moveTo>
                <a:lnTo>
                  <a:pt x="1059873" y="0"/>
                </a:lnTo>
                <a:lnTo>
                  <a:pt x="0" y="0"/>
                </a:lnTo>
                <a:lnTo>
                  <a:pt x="0" y="190000"/>
                </a:lnTo>
                <a:lnTo>
                  <a:pt x="1059873" y="190000"/>
                </a:lnTo>
                <a:close/>
              </a:path>
              <a:path w="1059873" h="190000" fill="none">
                <a:moveTo>
                  <a:pt x="1059873" y="190000"/>
                </a:moveTo>
                <a:lnTo>
                  <a:pt x="1059873" y="0"/>
                </a:lnTo>
                <a:lnTo>
                  <a:pt x="0" y="0"/>
                </a:lnTo>
                <a:lnTo>
                  <a:pt x="0" y="190000"/>
                </a:lnTo>
                <a:lnTo>
                  <a:pt x="1059873" y="190000"/>
                </a:lnTo>
                <a:close/>
              </a:path>
            </a:pathLst>
          </a:custGeom>
          <a:solidFill>
            <a:srgbClr val="FFF582"/>
          </a:solidFill>
          <a:ln w="7600" cap="flat">
            <a:noFill/>
            <a:miter/>
          </a:ln>
        </p:spPr>
        <p:txBody>
          <a:bodyPr wrap="square" lIns="38100" tIns="38100" rIns="38100" bIns="38100" rtlCol="0" anchor="ctr"/>
          <a:lstStyle/>
          <a:p>
            <a:pPr algn="ctr"/>
            <a:r>
              <a:rPr lang="zh-CN" altLang="en-US" dirty="0">
                <a:solidFill>
                  <a:srgbClr val="191919"/>
                </a:solidFill>
                <a:latin typeface="微软雅黑"/>
                <a:ea typeface="微软雅黑"/>
                <a:cs typeface="微软雅黑"/>
              </a:rPr>
              <a:t>发生时间</a:t>
            </a:r>
          </a:p>
        </p:txBody>
      </p:sp>
      <p:sp>
        <p:nvSpPr>
          <p:cNvPr id="32" name="Rectangle">
            <a:extLst>
              <a:ext uri="{FF2B5EF4-FFF2-40B4-BE49-F238E27FC236}">
                <a16:creationId xmlns:a16="http://schemas.microsoft.com/office/drawing/2014/main" id="{2A02F406-693F-75FF-389D-F20EBBFDBA3F}"/>
              </a:ext>
            </a:extLst>
          </p:cNvPr>
          <p:cNvSpPr/>
          <p:nvPr/>
        </p:nvSpPr>
        <p:spPr>
          <a:xfrm>
            <a:off x="8534545" y="2773723"/>
            <a:ext cx="2892340" cy="623200"/>
          </a:xfrm>
          <a:custGeom>
            <a:avLst/>
            <a:gdLst/>
            <a:ahLst/>
            <a:cxnLst/>
            <a:rect l="l" t="t" r="r" b="b"/>
            <a:pathLst>
              <a:path w="1436400" h="623200" stroke="0">
                <a:moveTo>
                  <a:pt x="0" y="0"/>
                </a:moveTo>
                <a:lnTo>
                  <a:pt x="1436400" y="0"/>
                </a:lnTo>
                <a:lnTo>
                  <a:pt x="1436400" y="623200"/>
                </a:lnTo>
                <a:lnTo>
                  <a:pt x="0" y="623200"/>
                </a:lnTo>
                <a:lnTo>
                  <a:pt x="0" y="0"/>
                </a:lnTo>
                <a:close/>
              </a:path>
              <a:path w="1436400" h="623200" fill="none">
                <a:moveTo>
                  <a:pt x="0" y="0"/>
                </a:moveTo>
                <a:lnTo>
                  <a:pt x="1436400" y="0"/>
                </a:lnTo>
                <a:lnTo>
                  <a:pt x="1436400" y="623200"/>
                </a:lnTo>
                <a:lnTo>
                  <a:pt x="0" y="623200"/>
                </a:lnTo>
                <a:lnTo>
                  <a:pt x="0" y="0"/>
                </a:lnTo>
                <a:close/>
              </a:path>
            </a:pathLst>
          </a:custGeom>
          <a:noFill/>
          <a:ln w="7600" cap="flat">
            <a:noFill/>
            <a:miter/>
          </a:ln>
        </p:spPr>
        <p:txBody>
          <a:bodyPr wrap="square" lIns="38100" tIns="38100" rIns="38100" bIns="38100" rtlCol="0" anchor="ctr"/>
          <a:lstStyle/>
          <a:p>
            <a:pPr marL="150000" indent="-150000" algn="l">
              <a:buFont typeface="Wingdings" pitchFamily="2" charset="2"/>
              <a:buChar char="l"/>
            </a:pPr>
            <a:r>
              <a:rPr lang="zh-CN" altLang="en-US" sz="2000" b="1" dirty="0">
                <a:solidFill>
                  <a:srgbClr val="191919"/>
                </a:solidFill>
                <a:latin typeface="微软雅黑"/>
                <a:ea typeface="微软雅黑"/>
                <a:cs typeface="微软雅黑"/>
              </a:rPr>
              <a:t>恢复原装型</a:t>
            </a:r>
          </a:p>
          <a:p>
            <a:pPr algn="l"/>
            <a:r>
              <a:rPr lang="zh-CN" altLang="en-US" sz="2000" dirty="0">
                <a:solidFill>
                  <a:srgbClr val="191919"/>
                </a:solidFill>
                <a:latin typeface="微软雅黑"/>
                <a:ea typeface="微软雅黑"/>
                <a:cs typeface="微软雅黑"/>
              </a:rPr>
              <a:t>不良状态已经发生。解决方法为恢复原状</a:t>
            </a:r>
          </a:p>
        </p:txBody>
      </p:sp>
      <p:sp>
        <p:nvSpPr>
          <p:cNvPr id="33" name="Rectangle">
            <a:extLst>
              <a:ext uri="{FF2B5EF4-FFF2-40B4-BE49-F238E27FC236}">
                <a16:creationId xmlns:a16="http://schemas.microsoft.com/office/drawing/2014/main" id="{F8B9C6FC-7CB8-D3F6-8F49-EB0D147F5D59}"/>
              </a:ext>
            </a:extLst>
          </p:cNvPr>
          <p:cNvSpPr/>
          <p:nvPr/>
        </p:nvSpPr>
        <p:spPr>
          <a:xfrm>
            <a:off x="8555127" y="3867131"/>
            <a:ext cx="3085217" cy="623200"/>
          </a:xfrm>
          <a:custGeom>
            <a:avLst/>
            <a:gdLst/>
            <a:ahLst/>
            <a:cxnLst/>
            <a:rect l="l" t="t" r="r" b="b"/>
            <a:pathLst>
              <a:path w="1436400" h="623200" stroke="0">
                <a:moveTo>
                  <a:pt x="0" y="0"/>
                </a:moveTo>
                <a:lnTo>
                  <a:pt x="1436400" y="0"/>
                </a:lnTo>
                <a:lnTo>
                  <a:pt x="1436400" y="623200"/>
                </a:lnTo>
                <a:lnTo>
                  <a:pt x="0" y="623200"/>
                </a:lnTo>
                <a:lnTo>
                  <a:pt x="0" y="0"/>
                </a:lnTo>
                <a:close/>
              </a:path>
              <a:path w="1436400" h="623200" fill="none">
                <a:moveTo>
                  <a:pt x="0" y="0"/>
                </a:moveTo>
                <a:lnTo>
                  <a:pt x="1436400" y="0"/>
                </a:lnTo>
                <a:lnTo>
                  <a:pt x="1436400" y="623200"/>
                </a:lnTo>
                <a:lnTo>
                  <a:pt x="0" y="623200"/>
                </a:lnTo>
                <a:lnTo>
                  <a:pt x="0" y="0"/>
                </a:lnTo>
                <a:close/>
              </a:path>
            </a:pathLst>
          </a:custGeom>
          <a:noFill/>
          <a:ln w="7600" cap="flat">
            <a:noFill/>
            <a:miter/>
          </a:ln>
        </p:spPr>
        <p:txBody>
          <a:bodyPr wrap="square" lIns="38100" tIns="38100" rIns="38100" bIns="38100" rtlCol="0" anchor="ctr"/>
          <a:lstStyle/>
          <a:p>
            <a:pPr marL="150000" indent="-150000" algn="l">
              <a:buFont typeface="Wingdings" pitchFamily="2" charset="2"/>
              <a:buChar char="l"/>
            </a:pPr>
            <a:r>
              <a:rPr lang="zh-CN" altLang="en-US" sz="2000" b="1" dirty="0">
                <a:solidFill>
                  <a:srgbClr val="191919"/>
                </a:solidFill>
                <a:latin typeface="微软雅黑"/>
                <a:ea typeface="微软雅黑"/>
                <a:cs typeface="微软雅黑"/>
              </a:rPr>
              <a:t>防范潜在型</a:t>
            </a:r>
          </a:p>
          <a:p>
            <a:pPr algn="l"/>
            <a:r>
              <a:rPr lang="zh-CN" altLang="en-US" sz="2000" dirty="0">
                <a:solidFill>
                  <a:srgbClr val="191919"/>
                </a:solidFill>
                <a:latin typeface="微软雅黑"/>
                <a:ea typeface="微软雅黑"/>
                <a:cs typeface="微软雅黑"/>
              </a:rPr>
              <a:t>目前并无大碍，但将来会发生问题</a:t>
            </a:r>
          </a:p>
        </p:txBody>
      </p:sp>
      <p:sp>
        <p:nvSpPr>
          <p:cNvPr id="34" name="Rectangle">
            <a:extLst>
              <a:ext uri="{FF2B5EF4-FFF2-40B4-BE49-F238E27FC236}">
                <a16:creationId xmlns:a16="http://schemas.microsoft.com/office/drawing/2014/main" id="{19795092-9BC3-A961-5424-13682703A2C1}"/>
              </a:ext>
            </a:extLst>
          </p:cNvPr>
          <p:cNvSpPr/>
          <p:nvPr/>
        </p:nvSpPr>
        <p:spPr>
          <a:xfrm>
            <a:off x="8650161" y="4807548"/>
            <a:ext cx="3300834" cy="516800"/>
          </a:xfrm>
          <a:custGeom>
            <a:avLst/>
            <a:gdLst/>
            <a:ahLst/>
            <a:cxnLst/>
            <a:rect l="l" t="t" r="r" b="b"/>
            <a:pathLst>
              <a:path w="1436400" h="516800" stroke="0">
                <a:moveTo>
                  <a:pt x="0" y="0"/>
                </a:moveTo>
                <a:lnTo>
                  <a:pt x="1436400" y="0"/>
                </a:lnTo>
                <a:lnTo>
                  <a:pt x="1436400" y="516800"/>
                </a:lnTo>
                <a:lnTo>
                  <a:pt x="0" y="516800"/>
                </a:lnTo>
                <a:lnTo>
                  <a:pt x="0" y="0"/>
                </a:lnTo>
                <a:close/>
              </a:path>
              <a:path w="1436400" h="516800" fill="none">
                <a:moveTo>
                  <a:pt x="0" y="0"/>
                </a:moveTo>
                <a:lnTo>
                  <a:pt x="1436400" y="0"/>
                </a:lnTo>
                <a:lnTo>
                  <a:pt x="1436400" y="516800"/>
                </a:lnTo>
                <a:lnTo>
                  <a:pt x="0" y="516800"/>
                </a:lnTo>
                <a:lnTo>
                  <a:pt x="0" y="0"/>
                </a:lnTo>
                <a:close/>
              </a:path>
            </a:pathLst>
          </a:custGeom>
          <a:noFill/>
          <a:ln w="7600" cap="flat">
            <a:noFill/>
            <a:miter/>
          </a:ln>
        </p:spPr>
        <p:txBody>
          <a:bodyPr wrap="square" lIns="38100" tIns="38100" rIns="38100" bIns="38100" rtlCol="0" anchor="ctr"/>
          <a:lstStyle/>
          <a:p>
            <a:pPr marL="150000" indent="-150000" algn="l">
              <a:buFont typeface="Wingdings" pitchFamily="2" charset="2"/>
              <a:buChar char="l"/>
            </a:pPr>
            <a:r>
              <a:rPr lang="zh-CN" altLang="en-US" sz="2000" b="1" dirty="0">
                <a:solidFill>
                  <a:srgbClr val="191919"/>
                </a:solidFill>
                <a:latin typeface="微软雅黑"/>
                <a:ea typeface="微软雅黑"/>
                <a:cs typeface="微软雅黑"/>
              </a:rPr>
              <a:t>追求理想型</a:t>
            </a:r>
          </a:p>
          <a:p>
            <a:pPr algn="l"/>
            <a:r>
              <a:rPr lang="zh-CN" altLang="en-US" sz="2000" dirty="0">
                <a:solidFill>
                  <a:srgbClr val="191919"/>
                </a:solidFill>
                <a:latin typeface="微软雅黑"/>
                <a:ea typeface="微软雅黑"/>
                <a:cs typeface="微软雅黑"/>
              </a:rPr>
              <a:t>提升现状达到理想为目的</a:t>
            </a:r>
          </a:p>
        </p:txBody>
      </p:sp>
      <p:sp>
        <p:nvSpPr>
          <p:cNvPr id="35" name="标题 1">
            <a:extLst>
              <a:ext uri="{FF2B5EF4-FFF2-40B4-BE49-F238E27FC236}">
                <a16:creationId xmlns:a16="http://schemas.microsoft.com/office/drawing/2014/main" id="{46C3877C-F1DC-8EC4-8D03-824E5D07EBDA}"/>
              </a:ext>
            </a:extLst>
          </p:cNvPr>
          <p:cNvSpPr txBox="1">
            <a:spLocks/>
          </p:cNvSpPr>
          <p:nvPr/>
        </p:nvSpPr>
        <p:spPr bwMode="auto">
          <a:xfrm>
            <a:off x="776817" y="396875"/>
            <a:ext cx="931121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145" algn="l" rtl="0" fontAlgn="base">
              <a:lnSpc>
                <a:spcPct val="110000"/>
              </a:lnSpc>
              <a:spcBef>
                <a:spcPct val="0"/>
              </a:spcBef>
              <a:spcAft>
                <a:spcPct val="0"/>
              </a:spcAft>
              <a:defRPr sz="2400" b="1">
                <a:solidFill>
                  <a:schemeClr val="tx1"/>
                </a:solidFill>
                <a:latin typeface="Arial" charset="0"/>
              </a:defRPr>
            </a:lvl6pPr>
            <a:lvl7pPr marL="914290" algn="l" rtl="0" fontAlgn="base">
              <a:lnSpc>
                <a:spcPct val="110000"/>
              </a:lnSpc>
              <a:spcBef>
                <a:spcPct val="0"/>
              </a:spcBef>
              <a:spcAft>
                <a:spcPct val="0"/>
              </a:spcAft>
              <a:defRPr sz="2400" b="1">
                <a:solidFill>
                  <a:schemeClr val="tx1"/>
                </a:solidFill>
                <a:latin typeface="Arial" charset="0"/>
              </a:defRPr>
            </a:lvl7pPr>
            <a:lvl8pPr marL="1371435" algn="l" rtl="0" fontAlgn="base">
              <a:lnSpc>
                <a:spcPct val="110000"/>
              </a:lnSpc>
              <a:spcBef>
                <a:spcPct val="0"/>
              </a:spcBef>
              <a:spcAft>
                <a:spcPct val="0"/>
              </a:spcAft>
              <a:defRPr sz="2400" b="1">
                <a:solidFill>
                  <a:schemeClr val="tx1"/>
                </a:solidFill>
                <a:latin typeface="Arial" charset="0"/>
              </a:defRPr>
            </a:lvl8pPr>
            <a:lvl9pPr marL="1828581" algn="l" rtl="0" fontAlgn="base">
              <a:lnSpc>
                <a:spcPct val="110000"/>
              </a:lnSpc>
              <a:spcBef>
                <a:spcPct val="0"/>
              </a:spcBef>
              <a:spcAft>
                <a:spcPct val="0"/>
              </a:spcAft>
              <a:defRPr sz="2400" b="1">
                <a:solidFill>
                  <a:schemeClr val="tx1"/>
                </a:solidFill>
                <a:latin typeface="Arial" charset="0"/>
              </a:defRPr>
            </a:lvl9pPr>
          </a:lstStyle>
          <a:p>
            <a:r>
              <a:rPr lang="zh-CN" altLang="en-US" kern="0"/>
              <a:t>什么是问题？</a:t>
            </a:r>
            <a:endParaRPr lang="zh-CN" altLang="en-US" kern="0" dirty="0"/>
          </a:p>
        </p:txBody>
      </p:sp>
    </p:spTree>
    <p:extLst>
      <p:ext uri="{BB962C8B-B14F-4D97-AF65-F5344CB8AC3E}">
        <p14:creationId xmlns:p14="http://schemas.microsoft.com/office/powerpoint/2010/main" val="1668078428"/>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69D50-68FA-51F1-D3C9-8AB2EC0B85B8}"/>
              </a:ext>
            </a:extLst>
          </p:cNvPr>
          <p:cNvSpPr>
            <a:spLocks noGrp="1"/>
          </p:cNvSpPr>
          <p:nvPr>
            <p:ph type="title"/>
          </p:nvPr>
        </p:nvSpPr>
        <p:spPr/>
        <p:txBody>
          <a:bodyPr/>
          <a:lstStyle/>
          <a:p>
            <a:r>
              <a:rPr lang="zh-CN" altLang="en-US" dirty="0"/>
              <a:t>什么是问题？</a:t>
            </a:r>
          </a:p>
        </p:txBody>
      </p:sp>
      <p:sp>
        <p:nvSpPr>
          <p:cNvPr id="4" name="页脚占位符 3">
            <a:extLst>
              <a:ext uri="{FF2B5EF4-FFF2-40B4-BE49-F238E27FC236}">
                <a16:creationId xmlns:a16="http://schemas.microsoft.com/office/drawing/2014/main" id="{053DB774-12B8-07CA-A7DC-1F3FBF63938A}"/>
              </a:ext>
            </a:extLst>
          </p:cNvPr>
          <p:cNvSpPr>
            <a:spLocks noGrp="1"/>
          </p:cNvSpPr>
          <p:nvPr>
            <p:ph type="ftr" sz="quarter" idx="13"/>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92272F49-5BBC-4653-D800-5723C17BBBB9}"/>
              </a:ext>
            </a:extLst>
          </p:cNvPr>
          <p:cNvSpPr>
            <a:spLocks noGrp="1"/>
          </p:cNvSpPr>
          <p:nvPr>
            <p:ph type="sldNum" sz="quarter" idx="14"/>
          </p:nvPr>
        </p:nvSpPr>
        <p:spPr/>
        <p:txBody>
          <a:bodyPr/>
          <a:lstStyle/>
          <a:p>
            <a:pPr>
              <a:defRPr/>
            </a:pPr>
            <a:fld id="{388C7E40-5DD8-41F4-BDEA-EDA00605A11C}" type="slidenum">
              <a:rPr lang="de-DE" altLang="zh-CN" smtClean="0"/>
              <a:pPr>
                <a:defRPr/>
              </a:pPr>
              <a:t>20</a:t>
            </a:fld>
            <a:endParaRPr lang="de-DE" altLang="zh-CN"/>
          </a:p>
        </p:txBody>
      </p:sp>
      <p:sp>
        <p:nvSpPr>
          <p:cNvPr id="6" name="Oval 22">
            <a:extLst>
              <a:ext uri="{FF2B5EF4-FFF2-40B4-BE49-F238E27FC236}">
                <a16:creationId xmlns:a16="http://schemas.microsoft.com/office/drawing/2014/main" id="{EB90A3AB-044D-00B5-BA4B-F181E44E3BCA}"/>
              </a:ext>
            </a:extLst>
          </p:cNvPr>
          <p:cNvSpPr>
            <a:spLocks noChangeArrowheads="1"/>
          </p:cNvSpPr>
          <p:nvPr/>
        </p:nvSpPr>
        <p:spPr bwMode="auto">
          <a:xfrm>
            <a:off x="3753420" y="5410200"/>
            <a:ext cx="1776413" cy="617538"/>
          </a:xfrm>
          <a:prstGeom prst="ellipse">
            <a:avLst/>
          </a:prstGeom>
          <a:solidFill>
            <a:srgbClr val="FFCC99"/>
          </a:solidFill>
          <a:ln w="38100" cmpd="dbl">
            <a:solidFill>
              <a:srgbClr val="FF6600"/>
            </a:solidFill>
            <a:round/>
            <a:headEnd/>
            <a:tailEnd/>
          </a:ln>
          <a:effectLst/>
          <a:extLs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现</a:t>
            </a:r>
            <a:r>
              <a:rPr kumimoji="0" lang="zh-CN" altLang="zh-CN" sz="16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   </a:t>
            </a:r>
            <a:r>
              <a:rPr kumimoji="0" lang="zh-CN" altLang="zh-CN" sz="16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状</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7" name="AutoShape 21">
            <a:extLst>
              <a:ext uri="{FF2B5EF4-FFF2-40B4-BE49-F238E27FC236}">
                <a16:creationId xmlns:a16="http://schemas.microsoft.com/office/drawing/2014/main" id="{68047C5D-66EC-6CCE-440D-0095F91D38B9}"/>
              </a:ext>
            </a:extLst>
          </p:cNvPr>
          <p:cNvSpPr>
            <a:spLocks noChangeArrowheads="1"/>
          </p:cNvSpPr>
          <p:nvPr/>
        </p:nvSpPr>
        <p:spPr bwMode="auto">
          <a:xfrm>
            <a:off x="4553520" y="4022725"/>
            <a:ext cx="114300" cy="1387475"/>
          </a:xfrm>
          <a:prstGeom prst="upDownArrow">
            <a:avLst>
              <a:gd name="adj1" fmla="val 50000"/>
              <a:gd name="adj2" fmla="val 242778"/>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8" name="Rectangle 20">
            <a:extLst>
              <a:ext uri="{FF2B5EF4-FFF2-40B4-BE49-F238E27FC236}">
                <a16:creationId xmlns:a16="http://schemas.microsoft.com/office/drawing/2014/main" id="{56CD2D06-78A6-1396-92E6-1A6A0FCAC59B}"/>
              </a:ext>
            </a:extLst>
          </p:cNvPr>
          <p:cNvSpPr>
            <a:spLocks noChangeArrowheads="1"/>
          </p:cNvSpPr>
          <p:nvPr/>
        </p:nvSpPr>
        <p:spPr bwMode="auto">
          <a:xfrm>
            <a:off x="3340670" y="3429000"/>
            <a:ext cx="2171700" cy="563563"/>
          </a:xfrm>
          <a:prstGeom prst="rect">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目前的</a:t>
            </a:r>
            <a:r>
              <a:rPr kumimoji="0" lang="zh-CN" altLang="zh-CN" sz="1600" b="0" i="0" u="none" strike="noStrike" cap="none" normalizeH="0" baseline="0" dirty="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600" b="0" i="0" u="none" strike="noStrike" cap="none" normalizeH="0" baseline="0" dirty="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理想状态</a:t>
            </a:r>
            <a:r>
              <a:rPr kumimoji="0" lang="zh-CN" altLang="zh-CN" sz="1600" b="0" i="0" u="none" strike="noStrike" cap="none" normalizeH="0" baseline="0" dirty="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9" name="AutoShape 19">
            <a:extLst>
              <a:ext uri="{FF2B5EF4-FFF2-40B4-BE49-F238E27FC236}">
                <a16:creationId xmlns:a16="http://schemas.microsoft.com/office/drawing/2014/main" id="{6AACE22D-DC0C-CA9A-D038-D768A45122EC}"/>
              </a:ext>
            </a:extLst>
          </p:cNvPr>
          <p:cNvSpPr>
            <a:spLocks noChangeArrowheads="1"/>
          </p:cNvSpPr>
          <p:nvPr/>
        </p:nvSpPr>
        <p:spPr bwMode="auto">
          <a:xfrm>
            <a:off x="4782120" y="4419600"/>
            <a:ext cx="838200" cy="792163"/>
          </a:xfrm>
          <a:prstGeom prst="rightArrow">
            <a:avLst>
              <a:gd name="adj1" fmla="val 50000"/>
              <a:gd name="adj2" fmla="val 26453"/>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差距</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0" name="AutoShape 18">
            <a:extLst>
              <a:ext uri="{FF2B5EF4-FFF2-40B4-BE49-F238E27FC236}">
                <a16:creationId xmlns:a16="http://schemas.microsoft.com/office/drawing/2014/main" id="{E4707471-6967-4DE2-3AFE-13E571A58A39}"/>
              </a:ext>
            </a:extLst>
          </p:cNvPr>
          <p:cNvSpPr>
            <a:spLocks noChangeArrowheads="1"/>
          </p:cNvSpPr>
          <p:nvPr/>
        </p:nvSpPr>
        <p:spPr bwMode="auto">
          <a:xfrm>
            <a:off x="5582220" y="4221163"/>
            <a:ext cx="2171700" cy="1273175"/>
          </a:xfrm>
          <a:prstGeom prst="roundRect">
            <a:avLst>
              <a:gd name="adj" fmla="val 16667"/>
            </a:avLst>
          </a:prstGeom>
          <a:solidFill>
            <a:srgbClr val="FFFFCC"/>
          </a:solidFill>
          <a:ln w="57150" cmpd="thinThick">
            <a:solidFill>
              <a:srgbClr val="FF6600"/>
            </a:solidFill>
            <a:round/>
            <a:headEnd/>
            <a:tailEnd/>
          </a:ln>
          <a:effectLst/>
          <a:extLs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发生型问题</a:t>
            </a:r>
            <a:endParaRPr kumimoji="0" lang="zh-CN" altLang="zh-CN" sz="5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已明确了的理想状态</a:t>
            </a: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基准</a:t>
            </a:r>
            <a:endParaRPr kumimoji="0" lang="zh-CN" altLang="zh-CN" sz="5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值</a:t>
            </a: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目标</a:t>
            </a: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0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与现状之间的差距</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2" name="Oval 16">
            <a:extLst>
              <a:ext uri="{FF2B5EF4-FFF2-40B4-BE49-F238E27FC236}">
                <a16:creationId xmlns:a16="http://schemas.microsoft.com/office/drawing/2014/main" id="{56DC2593-4453-F2BC-34C0-F57C3989BDD0}"/>
              </a:ext>
            </a:extLst>
          </p:cNvPr>
          <p:cNvSpPr>
            <a:spLocks noChangeArrowheads="1"/>
          </p:cNvSpPr>
          <p:nvPr/>
        </p:nvSpPr>
        <p:spPr bwMode="auto">
          <a:xfrm>
            <a:off x="7868220" y="4618038"/>
            <a:ext cx="1582405" cy="361950"/>
          </a:xfrm>
          <a:prstGeom prst="ellipse">
            <a:avLst/>
          </a:prstGeom>
          <a:noFill/>
          <a:ln w="9525">
            <a:solidFill>
              <a:srgbClr val="FF6600"/>
            </a:solidFill>
            <a:round/>
            <a:headEnd/>
            <a:tailEnd/>
          </a:ln>
          <a:effectLst/>
          <a:extLst>
            <a:ext uri="{909E8E84-426E-40DD-AFC4-6F175D3DCCD1}">
              <a14:hiddenFill xmlns:a14="http://schemas.microsoft.com/office/drawing/2010/main">
                <a:solidFill>
                  <a:srgbClr val="767676"/>
                </a:soli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每天仓库找货时间超过</a:t>
            </a:r>
            <a:r>
              <a:rPr kumimoji="0" lang="en-US" altLang="zh-CN"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小时</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3" name="AutoShape 15">
            <a:extLst>
              <a:ext uri="{FF2B5EF4-FFF2-40B4-BE49-F238E27FC236}">
                <a16:creationId xmlns:a16="http://schemas.microsoft.com/office/drawing/2014/main" id="{5E23C089-ECF6-2FB3-B126-54AE635CB6FA}"/>
              </a:ext>
            </a:extLst>
          </p:cNvPr>
          <p:cNvSpPr>
            <a:spLocks noChangeArrowheads="1"/>
          </p:cNvSpPr>
          <p:nvPr/>
        </p:nvSpPr>
        <p:spPr bwMode="auto">
          <a:xfrm>
            <a:off x="8439720" y="4321175"/>
            <a:ext cx="79375" cy="228600"/>
          </a:xfrm>
          <a:prstGeom prst="upDownArrow">
            <a:avLst>
              <a:gd name="adj1" fmla="val 50000"/>
              <a:gd name="adj2" fmla="val 57600"/>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4" name="Rectangle 14">
            <a:extLst>
              <a:ext uri="{FF2B5EF4-FFF2-40B4-BE49-F238E27FC236}">
                <a16:creationId xmlns:a16="http://schemas.microsoft.com/office/drawing/2014/main" id="{2BADC84B-4DBD-7163-6EA6-B3FF5A630ECC}"/>
              </a:ext>
            </a:extLst>
          </p:cNvPr>
          <p:cNvSpPr>
            <a:spLocks noChangeArrowheads="1"/>
          </p:cNvSpPr>
          <p:nvPr/>
        </p:nvSpPr>
        <p:spPr bwMode="auto">
          <a:xfrm>
            <a:off x="7857498" y="3919328"/>
            <a:ext cx="1371600" cy="301625"/>
          </a:xfrm>
          <a:prstGeom prst="rect">
            <a:avLst/>
          </a:prstGeom>
          <a:noFill/>
          <a:ln w="12700">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仓库找货时间控制在</a:t>
            </a:r>
            <a:r>
              <a:rPr kumimoji="0" lang="en-US" altLang="zh-CN"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30</a:t>
            </a:r>
            <a:r>
              <a:rPr kumimoji="0" lang="zh-CN" altLang="en-US"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分钟</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5" name="AutoShape 13">
            <a:extLst>
              <a:ext uri="{FF2B5EF4-FFF2-40B4-BE49-F238E27FC236}">
                <a16:creationId xmlns:a16="http://schemas.microsoft.com/office/drawing/2014/main" id="{150BE869-2CF8-1EB6-F70F-A13AF406B385}"/>
              </a:ext>
            </a:extLst>
          </p:cNvPr>
          <p:cNvSpPr>
            <a:spLocks noChangeArrowheads="1"/>
          </p:cNvSpPr>
          <p:nvPr/>
        </p:nvSpPr>
        <p:spPr bwMode="auto">
          <a:xfrm>
            <a:off x="8554020" y="4419600"/>
            <a:ext cx="685800" cy="76200"/>
          </a:xfrm>
          <a:prstGeom prst="rightArrow">
            <a:avLst>
              <a:gd name="adj1" fmla="val 50000"/>
              <a:gd name="adj2" fmla="val 225000"/>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16" name="Rectangle 24">
            <a:extLst>
              <a:ext uri="{FF2B5EF4-FFF2-40B4-BE49-F238E27FC236}">
                <a16:creationId xmlns:a16="http://schemas.microsoft.com/office/drawing/2014/main" id="{D8F9793E-6468-AD29-D2C0-E073FBB03646}"/>
              </a:ext>
            </a:extLst>
          </p:cNvPr>
          <p:cNvSpPr>
            <a:spLocks noChangeArrowheads="1"/>
          </p:cNvSpPr>
          <p:nvPr/>
        </p:nvSpPr>
        <p:spPr bwMode="auto">
          <a:xfrm>
            <a:off x="5658420" y="7356475"/>
            <a:ext cx="914400" cy="914400"/>
          </a:xfrm>
          <a:prstGeom prst="rect">
            <a:avLst/>
          </a:prstGeom>
          <a:noFill/>
          <a:ln>
            <a:noFill/>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91240B29-F687-4F45-9708-019B960494DF}">
              <a14:hiddenLine xmlns:a14="http://schemas.microsoft.com/office/drawing/2010/main" w="38100" cmpd="dbl">
                <a:solidFill>
                  <a:srgbClr val="969696"/>
                </a:solidFill>
                <a:miter lim="800000"/>
                <a:headEnd/>
                <a:tailEnd/>
              </a14:hiddenLine>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p>
        </p:txBody>
      </p:sp>
      <p:sp>
        <p:nvSpPr>
          <p:cNvPr id="17" name="AutoShape 12">
            <a:extLst>
              <a:ext uri="{FF2B5EF4-FFF2-40B4-BE49-F238E27FC236}">
                <a16:creationId xmlns:a16="http://schemas.microsoft.com/office/drawing/2014/main" id="{2A206745-2FA1-4DA1-E393-88B4E63D1533}"/>
              </a:ext>
            </a:extLst>
          </p:cNvPr>
          <p:cNvSpPr>
            <a:spLocks noChangeArrowheads="1"/>
          </p:cNvSpPr>
          <p:nvPr/>
        </p:nvSpPr>
        <p:spPr bwMode="auto">
          <a:xfrm>
            <a:off x="9411270" y="4291012"/>
            <a:ext cx="1257299" cy="320675"/>
          </a:xfrm>
          <a:prstGeom prst="roundRect">
            <a:avLst>
              <a:gd name="adj" fmla="val 16667"/>
            </a:avLst>
          </a:prstGeom>
          <a:noFill/>
          <a:ln w="12700">
            <a:solidFill>
              <a:srgbClr val="FF6600"/>
            </a:solidFill>
            <a:round/>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仓库找货时间长</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8" name="Oval 11">
            <a:extLst>
              <a:ext uri="{FF2B5EF4-FFF2-40B4-BE49-F238E27FC236}">
                <a16:creationId xmlns:a16="http://schemas.microsoft.com/office/drawing/2014/main" id="{CC74E73D-AA93-9821-5C6D-1710247246A3}"/>
              </a:ext>
            </a:extLst>
          </p:cNvPr>
          <p:cNvSpPr>
            <a:spLocks noChangeArrowheads="1"/>
          </p:cNvSpPr>
          <p:nvPr/>
        </p:nvSpPr>
        <p:spPr bwMode="auto">
          <a:xfrm>
            <a:off x="5582220" y="3222625"/>
            <a:ext cx="2171700" cy="544513"/>
          </a:xfrm>
          <a:prstGeom prst="ellipse">
            <a:avLst/>
          </a:prstGeom>
          <a:solidFill>
            <a:srgbClr val="FFCC99"/>
          </a:solidFill>
          <a:ln w="19050">
            <a:solidFill>
              <a:srgbClr val="FF6600"/>
            </a:solidFill>
            <a:prstDash val="sysDot"/>
            <a:round/>
            <a:headEnd/>
            <a:tailEnd/>
          </a:ln>
          <a:effectLst/>
          <a:extLs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正常状态</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9" name="Line 10">
            <a:extLst>
              <a:ext uri="{FF2B5EF4-FFF2-40B4-BE49-F238E27FC236}">
                <a16:creationId xmlns:a16="http://schemas.microsoft.com/office/drawing/2014/main" id="{6A8694CB-7312-6A9A-68CE-9C8726E743C2}"/>
              </a:ext>
            </a:extLst>
          </p:cNvPr>
          <p:cNvSpPr>
            <a:spLocks noChangeShapeType="1"/>
          </p:cNvSpPr>
          <p:nvPr/>
        </p:nvSpPr>
        <p:spPr bwMode="auto">
          <a:xfrm flipV="1">
            <a:off x="6610920" y="3825875"/>
            <a:ext cx="0" cy="381000"/>
          </a:xfrm>
          <a:prstGeom prst="line">
            <a:avLst/>
          </a:prstGeom>
          <a:noFill/>
          <a:ln w="38100">
            <a:solidFill>
              <a:srgbClr val="FF6600"/>
            </a:solidFill>
            <a:prstDash val="sysDot"/>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0" name="AutoShape 9">
            <a:extLst>
              <a:ext uri="{FF2B5EF4-FFF2-40B4-BE49-F238E27FC236}">
                <a16:creationId xmlns:a16="http://schemas.microsoft.com/office/drawing/2014/main" id="{BFD6FE6A-D939-66F9-61AC-0439E621896D}"/>
              </a:ext>
            </a:extLst>
          </p:cNvPr>
          <p:cNvSpPr>
            <a:spLocks noChangeArrowheads="1"/>
          </p:cNvSpPr>
          <p:nvPr/>
        </p:nvSpPr>
        <p:spPr bwMode="auto">
          <a:xfrm>
            <a:off x="6610920" y="2041525"/>
            <a:ext cx="76200" cy="1143000"/>
          </a:xfrm>
          <a:prstGeom prst="upDownArrow">
            <a:avLst>
              <a:gd name="adj1" fmla="val 50000"/>
              <a:gd name="adj2" fmla="val 300000"/>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1" name="Rectangle 8">
            <a:extLst>
              <a:ext uri="{FF2B5EF4-FFF2-40B4-BE49-F238E27FC236}">
                <a16:creationId xmlns:a16="http://schemas.microsoft.com/office/drawing/2014/main" id="{746336E9-89FB-E46E-9DAF-D3ECC4498A1A}"/>
              </a:ext>
            </a:extLst>
          </p:cNvPr>
          <p:cNvSpPr>
            <a:spLocks noChangeArrowheads="1"/>
          </p:cNvSpPr>
          <p:nvPr/>
        </p:nvSpPr>
        <p:spPr bwMode="auto">
          <a:xfrm>
            <a:off x="5245480" y="1546225"/>
            <a:ext cx="2400490" cy="449263"/>
          </a:xfrm>
          <a:prstGeom prst="rect">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更高的</a:t>
            </a:r>
            <a:r>
              <a:rPr kumimoji="0" lang="zh-CN" altLang="zh-CN" sz="18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8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理想状态</a:t>
            </a:r>
            <a:r>
              <a:rPr kumimoji="0" lang="zh-CN" altLang="zh-CN" sz="18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2" name="AutoShape 7">
            <a:extLst>
              <a:ext uri="{FF2B5EF4-FFF2-40B4-BE49-F238E27FC236}">
                <a16:creationId xmlns:a16="http://schemas.microsoft.com/office/drawing/2014/main" id="{B427032E-D92F-745B-FC52-69BCAE6EF95F}"/>
              </a:ext>
            </a:extLst>
          </p:cNvPr>
          <p:cNvSpPr>
            <a:spLocks noChangeArrowheads="1"/>
          </p:cNvSpPr>
          <p:nvPr/>
        </p:nvSpPr>
        <p:spPr bwMode="auto">
          <a:xfrm>
            <a:off x="6725220" y="2339975"/>
            <a:ext cx="800100" cy="663575"/>
          </a:xfrm>
          <a:prstGeom prst="rightArrow">
            <a:avLst>
              <a:gd name="adj1" fmla="val 50000"/>
              <a:gd name="adj2" fmla="val 30144"/>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差距</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3" name="AutoShape 6">
            <a:extLst>
              <a:ext uri="{FF2B5EF4-FFF2-40B4-BE49-F238E27FC236}">
                <a16:creationId xmlns:a16="http://schemas.microsoft.com/office/drawing/2014/main" id="{94CCB1CA-6AFE-F96C-4475-F8EBEFB53117}"/>
              </a:ext>
            </a:extLst>
          </p:cNvPr>
          <p:cNvSpPr>
            <a:spLocks noChangeArrowheads="1"/>
          </p:cNvSpPr>
          <p:nvPr/>
        </p:nvSpPr>
        <p:spPr bwMode="auto">
          <a:xfrm>
            <a:off x="7525320" y="2041525"/>
            <a:ext cx="2514600" cy="1241425"/>
          </a:xfrm>
          <a:prstGeom prst="roundRect">
            <a:avLst>
              <a:gd name="adj" fmla="val 16667"/>
            </a:avLst>
          </a:prstGeom>
          <a:solidFill>
            <a:srgbClr val="FFFFCC"/>
          </a:solidFill>
          <a:ln w="57150" cmpd="thinThick">
            <a:solidFill>
              <a:srgbClr val="FF6600"/>
            </a:solidFill>
            <a:round/>
            <a:headEnd/>
            <a:tailEnd/>
          </a:ln>
          <a:effectLst/>
          <a:extLs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设定型问题</a:t>
            </a:r>
            <a:endParaRPr kumimoji="0" lang="zh-CN" altLang="zh-CN" sz="5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设定更高的理想状态</a:t>
            </a: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基准</a:t>
            </a:r>
            <a:endParaRPr kumimoji="0" lang="zh-CN" altLang="zh-CN" sz="5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值</a:t>
            </a: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目标</a:t>
            </a: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zh-CN" sz="1200" b="0" i="0" u="none" strike="noStrike" cap="none" normalizeH="0" baseline="0">
                <a:ln>
                  <a:noFill/>
                </a:ln>
                <a:solidFill>
                  <a:srgbClr val="990000"/>
                </a:solidFill>
                <a:effectLst/>
                <a:latin typeface="微软雅黑" panose="020B0503020204020204" pitchFamily="34" charset="-122"/>
                <a:ea typeface="微软雅黑" panose="020B0503020204020204" pitchFamily="34" charset="-122"/>
                <a:cs typeface="Times New Roman" panose="02020603050405020304" pitchFamily="18" charset="0"/>
              </a:rPr>
              <a:t>有意识地创造出差距</a:t>
            </a: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4" name="Oval 5">
            <a:extLst>
              <a:ext uri="{FF2B5EF4-FFF2-40B4-BE49-F238E27FC236}">
                <a16:creationId xmlns:a16="http://schemas.microsoft.com/office/drawing/2014/main" id="{33FABB94-795E-8D69-8457-E23971515C4A}"/>
              </a:ext>
            </a:extLst>
          </p:cNvPr>
          <p:cNvSpPr>
            <a:spLocks noChangeArrowheads="1"/>
          </p:cNvSpPr>
          <p:nvPr/>
        </p:nvSpPr>
        <p:spPr bwMode="auto">
          <a:xfrm>
            <a:off x="7782171" y="1625154"/>
            <a:ext cx="1828800" cy="361950"/>
          </a:xfrm>
          <a:prstGeom prst="ellipse">
            <a:avLst/>
          </a:prstGeom>
          <a:noFill/>
          <a:ln w="9525">
            <a:solidFill>
              <a:srgbClr val="FF6600"/>
            </a:solidFill>
            <a:round/>
            <a:headEnd/>
            <a:tailEnd/>
          </a:ln>
          <a:effectLst/>
          <a:extLst>
            <a:ext uri="{909E8E84-426E-40DD-AFC4-6F175D3DCCD1}">
              <a14:hiddenFill xmlns:a14="http://schemas.microsoft.com/office/drawing/2010/main">
                <a:solidFill>
                  <a:srgbClr val="767676"/>
                </a:soli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05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标准找货时间</a:t>
            </a:r>
            <a:r>
              <a:rPr kumimoji="0" lang="en-US" altLang="zh-CN" sz="105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30</a:t>
            </a:r>
            <a:r>
              <a:rPr kumimoji="0" lang="zh-CN" altLang="en-US" sz="105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分钟</a:t>
            </a:r>
            <a:endParaRPr kumimoji="0" lang="zh-CN" altLang="zh-CN" sz="105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5" name="AutoShape 4">
            <a:extLst>
              <a:ext uri="{FF2B5EF4-FFF2-40B4-BE49-F238E27FC236}">
                <a16:creationId xmlns:a16="http://schemas.microsoft.com/office/drawing/2014/main" id="{0802E4F0-D50C-C189-A802-C5B2E35F2987}"/>
              </a:ext>
            </a:extLst>
          </p:cNvPr>
          <p:cNvSpPr>
            <a:spLocks noChangeArrowheads="1"/>
          </p:cNvSpPr>
          <p:nvPr/>
        </p:nvSpPr>
        <p:spPr bwMode="auto">
          <a:xfrm>
            <a:off x="8554020" y="1311275"/>
            <a:ext cx="79375" cy="228600"/>
          </a:xfrm>
          <a:prstGeom prst="upDownArrow">
            <a:avLst>
              <a:gd name="adj1" fmla="val 50000"/>
              <a:gd name="adj2" fmla="val 57600"/>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6" name="Rectangle 3">
            <a:extLst>
              <a:ext uri="{FF2B5EF4-FFF2-40B4-BE49-F238E27FC236}">
                <a16:creationId xmlns:a16="http://schemas.microsoft.com/office/drawing/2014/main" id="{2FD2C025-6018-C24A-41E4-59AC6D140E33}"/>
              </a:ext>
            </a:extLst>
          </p:cNvPr>
          <p:cNvSpPr>
            <a:spLocks noChangeArrowheads="1"/>
          </p:cNvSpPr>
          <p:nvPr/>
        </p:nvSpPr>
        <p:spPr bwMode="auto">
          <a:xfrm>
            <a:off x="7925370" y="967010"/>
            <a:ext cx="1257300" cy="301625"/>
          </a:xfrm>
          <a:prstGeom prst="rect">
            <a:avLst/>
          </a:prstGeom>
          <a:noFill/>
          <a:ln w="12700">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CN" altLang="en-US" sz="1000" dirty="0">
                <a:latin typeface="微软雅黑" panose="020B0503020204020204" pitchFamily="34" charset="-122"/>
                <a:ea typeface="微软雅黑" panose="020B0503020204020204" pitchFamily="34" charset="-122"/>
              </a:rPr>
              <a:t>可视化找货</a:t>
            </a:r>
            <a:endParaRPr kumimoji="0" lang="zh-CN" altLang="zh-CN" sz="1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7" name="AutoShape 2">
            <a:extLst>
              <a:ext uri="{FF2B5EF4-FFF2-40B4-BE49-F238E27FC236}">
                <a16:creationId xmlns:a16="http://schemas.microsoft.com/office/drawing/2014/main" id="{4712E38C-2288-5831-539C-71BEF4E08B3E}"/>
              </a:ext>
            </a:extLst>
          </p:cNvPr>
          <p:cNvSpPr>
            <a:spLocks noChangeArrowheads="1"/>
          </p:cNvSpPr>
          <p:nvPr/>
        </p:nvSpPr>
        <p:spPr bwMode="auto">
          <a:xfrm>
            <a:off x="8668320" y="1467282"/>
            <a:ext cx="875388" cy="55131"/>
          </a:xfrm>
          <a:prstGeom prst="rightArrow">
            <a:avLst>
              <a:gd name="adj1" fmla="val 50000"/>
              <a:gd name="adj2" fmla="val 77143"/>
            </a:avLst>
          </a:prstGeom>
          <a:noFill/>
          <a:ln w="38100" cmpd="dbl">
            <a:solidFill>
              <a:srgbClr val="FF6600"/>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8" name="AutoShape 1">
            <a:extLst>
              <a:ext uri="{FF2B5EF4-FFF2-40B4-BE49-F238E27FC236}">
                <a16:creationId xmlns:a16="http://schemas.microsoft.com/office/drawing/2014/main" id="{109ACAEA-80BA-7637-E806-5A9EFA5E1B38}"/>
              </a:ext>
            </a:extLst>
          </p:cNvPr>
          <p:cNvSpPr>
            <a:spLocks noChangeArrowheads="1"/>
          </p:cNvSpPr>
          <p:nvPr/>
        </p:nvSpPr>
        <p:spPr bwMode="auto">
          <a:xfrm>
            <a:off x="9677970" y="1349374"/>
            <a:ext cx="1257300" cy="320675"/>
          </a:xfrm>
          <a:prstGeom prst="roundRect">
            <a:avLst>
              <a:gd name="adj" fmla="val 16667"/>
            </a:avLst>
          </a:prstGeom>
          <a:noFill/>
          <a:ln w="12700">
            <a:solidFill>
              <a:srgbClr val="FF6600"/>
            </a:solidFill>
            <a:round/>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05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数据牵引找货</a:t>
            </a:r>
            <a:endParaRPr kumimoji="0" lang="zh-CN" altLang="zh-CN" sz="105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9" name="Text Box 23">
            <a:extLst>
              <a:ext uri="{FF2B5EF4-FFF2-40B4-BE49-F238E27FC236}">
                <a16:creationId xmlns:a16="http://schemas.microsoft.com/office/drawing/2014/main" id="{51D20A05-D1B7-CDA6-7C73-2E559D63A794}"/>
              </a:ext>
            </a:extLst>
          </p:cNvPr>
          <p:cNvSpPr txBox="1">
            <a:spLocks noChangeArrowheads="1"/>
          </p:cNvSpPr>
          <p:nvPr/>
        </p:nvSpPr>
        <p:spPr bwMode="auto">
          <a:xfrm>
            <a:off x="2839020" y="6713538"/>
            <a:ext cx="914400" cy="331787"/>
          </a:xfrm>
          <a:prstGeom prst="rect">
            <a:avLst/>
          </a:prstGeom>
          <a:noFill/>
          <a:ln w="12700">
            <a:solidFill>
              <a:srgbClr val="868686"/>
            </a:solidFill>
            <a:miter lim="800000"/>
            <a:headEnd/>
            <a:tailEnd/>
          </a:ln>
          <a:effectLst/>
          <a:extLst>
            <a:ext uri="{909E8E84-426E-40DD-AFC4-6F175D3DCCD1}">
              <a14:hiddenFill xmlns:a14="http://schemas.microsoft.com/office/drawing/2010/main">
                <a:gradFill rotWithShape="0">
                  <a:gsLst>
                    <a:gs pos="0">
                      <a:srgbClr val="00FFFF">
                        <a:gamma/>
                        <a:shade val="76078"/>
                        <a:invGamma/>
                      </a:srgbClr>
                    </a:gs>
                    <a:gs pos="50000">
                      <a:srgbClr val="00FFFF"/>
                    </a:gs>
                    <a:gs pos="100000">
                      <a:srgbClr val="00FFFF">
                        <a:gamma/>
                        <a:shade val="76078"/>
                        <a:invGamma/>
                      </a:srgbClr>
                    </a:gs>
                  </a:gsLst>
                  <a:lin ang="5400000" scaled="1"/>
                </a:gradFill>
              </a14:hiddenFill>
            </a:ext>
            <a:ext uri="{AF507438-7753-43E0-B8FC-AC1667EBCBE1}">
              <a14:hiddenEffects xmlns:a14="http://schemas.microsoft.com/office/drawing/2010/main">
                <a:effectLst>
                  <a:outerShdw dist="107763" dir="2700000" algn="ctr" rotWithShape="0">
                    <a:srgbClr val="6699FF"/>
                  </a:outerShdw>
                </a:effectLst>
              </a14:hiddenEffects>
            </a:ext>
          </a:extLst>
        </p:spPr>
        <p:txBody>
          <a:bodyPr vert="horz" wrap="square" lIns="137160" tIns="68580" rIns="137160" bIns="6858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内部使用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25">
            <a:extLst>
              <a:ext uri="{FF2B5EF4-FFF2-40B4-BE49-F238E27FC236}">
                <a16:creationId xmlns:a16="http://schemas.microsoft.com/office/drawing/2014/main" id="{50D9FAC4-CF03-A6C4-03C4-D58642D176C7}"/>
              </a:ext>
            </a:extLst>
          </p:cNvPr>
          <p:cNvSpPr>
            <a:spLocks noChangeArrowheads="1"/>
          </p:cNvSpPr>
          <p:nvPr/>
        </p:nvSpPr>
        <p:spPr bwMode="auto">
          <a:xfrm>
            <a:off x="4210620" y="5207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41">
            <a:extLst>
              <a:ext uri="{FF2B5EF4-FFF2-40B4-BE49-F238E27FC236}">
                <a16:creationId xmlns:a16="http://schemas.microsoft.com/office/drawing/2014/main" id="{D72F1102-8554-452C-1ACB-58DFAD8D9277}"/>
              </a:ext>
            </a:extLst>
          </p:cNvPr>
          <p:cNvSpPr>
            <a:spLocks noChangeArrowheads="1"/>
          </p:cNvSpPr>
          <p:nvPr/>
        </p:nvSpPr>
        <p:spPr bwMode="auto">
          <a:xfrm>
            <a:off x="4210620" y="97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548110280"/>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35D34-F9BB-F137-58BF-2F80CFB32A82}"/>
              </a:ext>
            </a:extLst>
          </p:cNvPr>
          <p:cNvSpPr>
            <a:spLocks noGrp="1"/>
          </p:cNvSpPr>
          <p:nvPr>
            <p:ph type="title"/>
          </p:nvPr>
        </p:nvSpPr>
        <p:spPr/>
        <p:txBody>
          <a:bodyPr/>
          <a:lstStyle/>
          <a:p>
            <a:r>
              <a:rPr lang="zh-CN" altLang="en-US" dirty="0"/>
              <a:t>恢复原状问题的形态</a:t>
            </a:r>
          </a:p>
        </p:txBody>
      </p:sp>
      <p:sp>
        <p:nvSpPr>
          <p:cNvPr id="4" name="页脚占位符 3">
            <a:extLst>
              <a:ext uri="{FF2B5EF4-FFF2-40B4-BE49-F238E27FC236}">
                <a16:creationId xmlns:a16="http://schemas.microsoft.com/office/drawing/2014/main" id="{A2238A8F-8BB2-BDDB-9F4A-AF6B870BAD97}"/>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0E7CFAFA-87D5-032D-92FF-7D75F31DB6ED}"/>
              </a:ext>
            </a:extLst>
          </p:cNvPr>
          <p:cNvSpPr>
            <a:spLocks noGrp="1"/>
          </p:cNvSpPr>
          <p:nvPr>
            <p:ph type="sldNum" sz="quarter" idx="11"/>
          </p:nvPr>
        </p:nvSpPr>
        <p:spPr/>
        <p:txBody>
          <a:bodyPr/>
          <a:lstStyle/>
          <a:p>
            <a:pPr>
              <a:defRPr/>
            </a:pPr>
            <a:fld id="{504E9415-CE62-41B1-A98C-C68172D739F2}" type="slidenum">
              <a:rPr lang="de-DE" altLang="zh-CN" smtClean="0"/>
              <a:pPr>
                <a:defRPr/>
              </a:pPr>
              <a:t>21</a:t>
            </a:fld>
            <a:endParaRPr lang="de-DE" altLang="zh-CN"/>
          </a:p>
        </p:txBody>
      </p:sp>
      <p:sp>
        <p:nvSpPr>
          <p:cNvPr id="6" name="Rectangle 5">
            <a:extLst>
              <a:ext uri="{FF2B5EF4-FFF2-40B4-BE49-F238E27FC236}">
                <a16:creationId xmlns:a16="http://schemas.microsoft.com/office/drawing/2014/main" id="{2D042526-9D2C-8B35-247B-38DDF3FBAEF8}"/>
              </a:ext>
            </a:extLst>
          </p:cNvPr>
          <p:cNvSpPr>
            <a:spLocks noChangeArrowheads="1"/>
          </p:cNvSpPr>
          <p:nvPr/>
        </p:nvSpPr>
        <p:spPr bwMode="auto">
          <a:xfrm>
            <a:off x="1956794" y="1723611"/>
            <a:ext cx="2425700" cy="1062038"/>
          </a:xfrm>
          <a:prstGeom prst="rect">
            <a:avLst/>
          </a:prstGeom>
          <a:solidFill>
            <a:schemeClr val="bg1"/>
          </a:solidFill>
          <a:ln w="9525" algn="ctr">
            <a:solidFill>
              <a:srgbClr val="4D4D4D"/>
            </a:solidFill>
            <a:miter lim="800000"/>
            <a:headEnd/>
            <a:tailEnd/>
          </a:ln>
        </p:spPr>
        <p:txBody>
          <a:bodyPr tIns="137160"/>
          <a:lstStyle/>
          <a:p>
            <a:r>
              <a:rPr lang="zh-CN" altLang="en-US" sz="1400">
                <a:latin typeface="微软雅黑" panose="020B0503020204020204" pitchFamily="34" charset="-122"/>
                <a:ea typeface="微软雅黑" panose="020B0503020204020204" pitchFamily="34" charset="-122"/>
              </a:rPr>
              <a:t>突然转变的水平</a:t>
            </a:r>
          </a:p>
        </p:txBody>
      </p:sp>
      <p:sp>
        <p:nvSpPr>
          <p:cNvPr id="7" name="Rectangle 6">
            <a:extLst>
              <a:ext uri="{FF2B5EF4-FFF2-40B4-BE49-F238E27FC236}">
                <a16:creationId xmlns:a16="http://schemas.microsoft.com/office/drawing/2014/main" id="{266F5873-DFFA-2544-C747-0DF4D03BFCEF}"/>
              </a:ext>
            </a:extLst>
          </p:cNvPr>
          <p:cNvSpPr>
            <a:spLocks noChangeArrowheads="1"/>
          </p:cNvSpPr>
          <p:nvPr/>
        </p:nvSpPr>
        <p:spPr bwMode="auto">
          <a:xfrm>
            <a:off x="1928219" y="3139661"/>
            <a:ext cx="2454275" cy="1062038"/>
          </a:xfrm>
          <a:prstGeom prst="rect">
            <a:avLst/>
          </a:prstGeom>
          <a:solidFill>
            <a:schemeClr val="bg1"/>
          </a:solidFill>
          <a:ln w="9525" algn="ctr">
            <a:solidFill>
              <a:srgbClr val="4D4D4D"/>
            </a:solidFill>
            <a:miter lim="800000"/>
            <a:headEnd/>
            <a:tailEnd/>
          </a:ln>
        </p:spPr>
        <p:txBody>
          <a:bodyPr tIns="137160"/>
          <a:lstStyle/>
          <a:p>
            <a:r>
              <a:rPr lang="zh-CN" altLang="en-US" sz="1400">
                <a:latin typeface="微软雅黑" panose="020B0503020204020204" pitchFamily="34" charset="-122"/>
                <a:ea typeface="微软雅黑" panose="020B0503020204020204" pitchFamily="34" charset="-122"/>
              </a:rPr>
              <a:t>逐步变化或趋向的</a:t>
            </a:r>
          </a:p>
        </p:txBody>
      </p:sp>
      <p:sp>
        <p:nvSpPr>
          <p:cNvPr id="8" name="Rectangle 7">
            <a:extLst>
              <a:ext uri="{FF2B5EF4-FFF2-40B4-BE49-F238E27FC236}">
                <a16:creationId xmlns:a16="http://schemas.microsoft.com/office/drawing/2014/main" id="{5DA31DC6-0621-8D5F-6AF3-5896BA23B98B}"/>
              </a:ext>
            </a:extLst>
          </p:cNvPr>
          <p:cNvSpPr>
            <a:spLocks noChangeArrowheads="1"/>
          </p:cNvSpPr>
          <p:nvPr/>
        </p:nvSpPr>
        <p:spPr bwMode="auto">
          <a:xfrm>
            <a:off x="1942507" y="4555711"/>
            <a:ext cx="2505075" cy="1062038"/>
          </a:xfrm>
          <a:prstGeom prst="rect">
            <a:avLst/>
          </a:prstGeom>
          <a:solidFill>
            <a:schemeClr val="bg1"/>
          </a:solidFill>
          <a:ln w="9525" algn="ctr">
            <a:solidFill>
              <a:srgbClr val="4D4D4D"/>
            </a:solidFill>
            <a:miter lim="800000"/>
            <a:headEnd/>
            <a:tailEnd/>
          </a:ln>
        </p:spPr>
        <p:txBody>
          <a:bodyPr tIns="137160"/>
          <a:lstStyle/>
          <a:p>
            <a:r>
              <a:rPr lang="zh-CN" altLang="en-US" sz="1400">
                <a:latin typeface="微软雅黑" panose="020B0503020204020204" pitchFamily="34" charset="-122"/>
                <a:ea typeface="微软雅黑" panose="020B0503020204020204" pitchFamily="34" charset="-122"/>
              </a:rPr>
              <a:t>重复发生</a:t>
            </a:r>
            <a:r>
              <a:rPr lang="en-US" altLang="zh-CN" sz="140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rPr>
              <a:t>间歇的</a:t>
            </a:r>
            <a:r>
              <a:rPr lang="en-US" altLang="zh-CN" sz="1400">
                <a:latin typeface="微软雅黑" panose="020B0503020204020204" pitchFamily="34" charset="-122"/>
                <a:ea typeface="微软雅黑" panose="020B0503020204020204" pitchFamily="34" charset="-122"/>
              </a:rPr>
              <a:t>)</a:t>
            </a:r>
          </a:p>
        </p:txBody>
      </p:sp>
      <p:sp>
        <p:nvSpPr>
          <p:cNvPr id="9" name="Line 7">
            <a:extLst>
              <a:ext uri="{FF2B5EF4-FFF2-40B4-BE49-F238E27FC236}">
                <a16:creationId xmlns:a16="http://schemas.microsoft.com/office/drawing/2014/main" id="{478DCEF3-5188-3708-3E73-1477576786A5}"/>
              </a:ext>
            </a:extLst>
          </p:cNvPr>
          <p:cNvSpPr>
            <a:spLocks noChangeShapeType="1"/>
          </p:cNvSpPr>
          <p:nvPr/>
        </p:nvSpPr>
        <p:spPr bwMode="auto">
          <a:xfrm>
            <a:off x="2766419" y="2117311"/>
            <a:ext cx="0" cy="5334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id="{04587DD9-FC7C-EA27-8DDF-E9AC0A5DBD12}"/>
              </a:ext>
            </a:extLst>
          </p:cNvPr>
          <p:cNvSpPr>
            <a:spLocks noChangeShapeType="1"/>
          </p:cNvSpPr>
          <p:nvPr/>
        </p:nvSpPr>
        <p:spPr bwMode="auto">
          <a:xfrm>
            <a:off x="2766419" y="2655474"/>
            <a:ext cx="1371600"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9">
            <a:extLst>
              <a:ext uri="{FF2B5EF4-FFF2-40B4-BE49-F238E27FC236}">
                <a16:creationId xmlns:a16="http://schemas.microsoft.com/office/drawing/2014/main" id="{29FAF9C7-2936-D68D-A288-7AF5A9ECDFB0}"/>
              </a:ext>
            </a:extLst>
          </p:cNvPr>
          <p:cNvSpPr>
            <a:spLocks noChangeShapeType="1"/>
          </p:cNvSpPr>
          <p:nvPr/>
        </p:nvSpPr>
        <p:spPr bwMode="auto">
          <a:xfrm>
            <a:off x="2156819" y="2117311"/>
            <a:ext cx="1981200"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10">
            <a:extLst>
              <a:ext uri="{FF2B5EF4-FFF2-40B4-BE49-F238E27FC236}">
                <a16:creationId xmlns:a16="http://schemas.microsoft.com/office/drawing/2014/main" id="{F573FEA4-1BE8-AE07-BEF4-B14878D3EB95}"/>
              </a:ext>
            </a:extLst>
          </p:cNvPr>
          <p:cNvSpPr txBox="1">
            <a:spLocks noChangeArrowheads="1"/>
          </p:cNvSpPr>
          <p:nvPr/>
        </p:nvSpPr>
        <p:spPr bwMode="auto">
          <a:xfrm>
            <a:off x="3241082" y="1804574"/>
            <a:ext cx="896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a:solidFill>
                  <a:srgbClr val="000099"/>
                </a:solidFill>
                <a:latin typeface="微软雅黑" panose="020B0503020204020204" pitchFamily="34" charset="-122"/>
                <a:ea typeface="微软雅黑" panose="020B0503020204020204" pitchFamily="34" charset="-122"/>
              </a:rPr>
              <a:t>Should</a:t>
            </a:r>
          </a:p>
        </p:txBody>
      </p:sp>
      <p:sp>
        <p:nvSpPr>
          <p:cNvPr id="13" name="Rectangle 12">
            <a:extLst>
              <a:ext uri="{FF2B5EF4-FFF2-40B4-BE49-F238E27FC236}">
                <a16:creationId xmlns:a16="http://schemas.microsoft.com/office/drawing/2014/main" id="{66587E32-1256-D0BA-F416-D5FAA511FC1E}"/>
              </a:ext>
            </a:extLst>
          </p:cNvPr>
          <p:cNvSpPr>
            <a:spLocks noChangeArrowheads="1"/>
          </p:cNvSpPr>
          <p:nvPr/>
        </p:nvSpPr>
        <p:spPr bwMode="auto">
          <a:xfrm>
            <a:off x="2490194" y="2393536"/>
            <a:ext cx="750888"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1600">
                <a:solidFill>
                  <a:srgbClr val="000099"/>
                </a:solidFill>
                <a:latin typeface="微软雅黑" panose="020B0503020204020204" pitchFamily="34" charset="-122"/>
                <a:ea typeface="微软雅黑" panose="020B0503020204020204" pitchFamily="34" charset="-122"/>
              </a:rPr>
              <a:t>Actual</a:t>
            </a:r>
          </a:p>
        </p:txBody>
      </p:sp>
      <p:sp>
        <p:nvSpPr>
          <p:cNvPr id="14" name="Line 12">
            <a:extLst>
              <a:ext uri="{FF2B5EF4-FFF2-40B4-BE49-F238E27FC236}">
                <a16:creationId xmlns:a16="http://schemas.microsoft.com/office/drawing/2014/main" id="{8F96C3EB-2B79-A271-A4BD-6B310E78C222}"/>
              </a:ext>
            </a:extLst>
          </p:cNvPr>
          <p:cNvSpPr>
            <a:spLocks noChangeShapeType="1"/>
          </p:cNvSpPr>
          <p:nvPr/>
        </p:nvSpPr>
        <p:spPr bwMode="auto">
          <a:xfrm>
            <a:off x="2006007" y="3596861"/>
            <a:ext cx="1905000"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13">
            <a:extLst>
              <a:ext uri="{FF2B5EF4-FFF2-40B4-BE49-F238E27FC236}">
                <a16:creationId xmlns:a16="http://schemas.microsoft.com/office/drawing/2014/main" id="{43059176-75B9-9305-82F1-113FAD684BE1}"/>
              </a:ext>
            </a:extLst>
          </p:cNvPr>
          <p:cNvSpPr>
            <a:spLocks noChangeShapeType="1"/>
          </p:cNvSpPr>
          <p:nvPr/>
        </p:nvSpPr>
        <p:spPr bwMode="auto">
          <a:xfrm>
            <a:off x="2463207" y="3596861"/>
            <a:ext cx="1447800" cy="38100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4">
            <a:extLst>
              <a:ext uri="{FF2B5EF4-FFF2-40B4-BE49-F238E27FC236}">
                <a16:creationId xmlns:a16="http://schemas.microsoft.com/office/drawing/2014/main" id="{32AD70C7-CEDF-5221-3F64-F8DCDC18DC0A}"/>
              </a:ext>
            </a:extLst>
          </p:cNvPr>
          <p:cNvSpPr>
            <a:spLocks noChangeShapeType="1"/>
          </p:cNvSpPr>
          <p:nvPr/>
        </p:nvSpPr>
        <p:spPr bwMode="auto">
          <a:xfrm flipV="1">
            <a:off x="2012357" y="5055774"/>
            <a:ext cx="2206625"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5">
            <a:extLst>
              <a:ext uri="{FF2B5EF4-FFF2-40B4-BE49-F238E27FC236}">
                <a16:creationId xmlns:a16="http://schemas.microsoft.com/office/drawing/2014/main" id="{09F91C72-EEE5-1B45-0914-F568153750EA}"/>
              </a:ext>
            </a:extLst>
          </p:cNvPr>
          <p:cNvSpPr>
            <a:spLocks noChangeShapeType="1"/>
          </p:cNvSpPr>
          <p:nvPr/>
        </p:nvSpPr>
        <p:spPr bwMode="auto">
          <a:xfrm flipH="1">
            <a:off x="2393357" y="5055774"/>
            <a:ext cx="0" cy="3810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6">
            <a:extLst>
              <a:ext uri="{FF2B5EF4-FFF2-40B4-BE49-F238E27FC236}">
                <a16:creationId xmlns:a16="http://schemas.microsoft.com/office/drawing/2014/main" id="{35ACE95B-428A-B3B7-F689-21B695D20437}"/>
              </a:ext>
            </a:extLst>
          </p:cNvPr>
          <p:cNvSpPr>
            <a:spLocks noChangeShapeType="1"/>
          </p:cNvSpPr>
          <p:nvPr/>
        </p:nvSpPr>
        <p:spPr bwMode="auto">
          <a:xfrm>
            <a:off x="2393357" y="5436774"/>
            <a:ext cx="45720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7">
            <a:extLst>
              <a:ext uri="{FF2B5EF4-FFF2-40B4-BE49-F238E27FC236}">
                <a16:creationId xmlns:a16="http://schemas.microsoft.com/office/drawing/2014/main" id="{125CD23A-FC0B-64E3-BB87-CEC37FA68ABE}"/>
              </a:ext>
            </a:extLst>
          </p:cNvPr>
          <p:cNvSpPr>
            <a:spLocks noChangeShapeType="1"/>
          </p:cNvSpPr>
          <p:nvPr/>
        </p:nvSpPr>
        <p:spPr bwMode="auto">
          <a:xfrm flipV="1">
            <a:off x="2850557" y="5055774"/>
            <a:ext cx="0" cy="3810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8">
            <a:extLst>
              <a:ext uri="{FF2B5EF4-FFF2-40B4-BE49-F238E27FC236}">
                <a16:creationId xmlns:a16="http://schemas.microsoft.com/office/drawing/2014/main" id="{319E398A-2CB2-116A-68DA-097CC818B6A5}"/>
              </a:ext>
            </a:extLst>
          </p:cNvPr>
          <p:cNvSpPr>
            <a:spLocks noChangeShapeType="1"/>
          </p:cNvSpPr>
          <p:nvPr/>
        </p:nvSpPr>
        <p:spPr bwMode="auto">
          <a:xfrm flipH="1">
            <a:off x="3383957" y="5055774"/>
            <a:ext cx="0" cy="3810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9">
            <a:extLst>
              <a:ext uri="{FF2B5EF4-FFF2-40B4-BE49-F238E27FC236}">
                <a16:creationId xmlns:a16="http://schemas.microsoft.com/office/drawing/2014/main" id="{5828E1D8-A09C-A74D-C8B3-9506D33AD4F3}"/>
              </a:ext>
            </a:extLst>
          </p:cNvPr>
          <p:cNvSpPr>
            <a:spLocks noChangeShapeType="1"/>
          </p:cNvSpPr>
          <p:nvPr/>
        </p:nvSpPr>
        <p:spPr bwMode="auto">
          <a:xfrm flipH="1">
            <a:off x="3841157" y="5055774"/>
            <a:ext cx="0" cy="3810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0">
            <a:extLst>
              <a:ext uri="{FF2B5EF4-FFF2-40B4-BE49-F238E27FC236}">
                <a16:creationId xmlns:a16="http://schemas.microsoft.com/office/drawing/2014/main" id="{772637C6-98A6-AD07-22FB-D37EC20AA142}"/>
              </a:ext>
            </a:extLst>
          </p:cNvPr>
          <p:cNvSpPr>
            <a:spLocks noChangeShapeType="1"/>
          </p:cNvSpPr>
          <p:nvPr/>
        </p:nvSpPr>
        <p:spPr bwMode="auto">
          <a:xfrm>
            <a:off x="3383957" y="5436774"/>
            <a:ext cx="45720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4" name="Picture 23">
            <a:extLst>
              <a:ext uri="{FF2B5EF4-FFF2-40B4-BE49-F238E27FC236}">
                <a16:creationId xmlns:a16="http://schemas.microsoft.com/office/drawing/2014/main" id="{21D328D5-7AD3-1222-270E-FC229EE40F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49419" y="4577936"/>
            <a:ext cx="2744788" cy="109696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5EF60D60-3A04-F696-E9C9-10AFA85CEA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49432" y="1718849"/>
            <a:ext cx="2632075" cy="10985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515438EB-1678-1F9F-0296-2856E0BFE2A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14507" y="3149186"/>
            <a:ext cx="2652712" cy="109696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7" name="Right Arrow 33">
            <a:extLst>
              <a:ext uri="{FF2B5EF4-FFF2-40B4-BE49-F238E27FC236}">
                <a16:creationId xmlns:a16="http://schemas.microsoft.com/office/drawing/2014/main" id="{7B0FC373-3303-31E9-C92B-4BB86F05F45D}"/>
              </a:ext>
            </a:extLst>
          </p:cNvPr>
          <p:cNvSpPr/>
          <p:nvPr/>
        </p:nvSpPr>
        <p:spPr>
          <a:xfrm>
            <a:off x="4761907" y="3323811"/>
            <a:ext cx="1295400" cy="654050"/>
          </a:xfrm>
          <a:prstGeom prst="rightArrow">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0714635"/>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in-title">
            <a:extLst>
              <a:ext uri="{FF2B5EF4-FFF2-40B4-BE49-F238E27FC236}">
                <a16:creationId xmlns:a16="http://schemas.microsoft.com/office/drawing/2014/main" id="{9ED5B12C-D775-4E6A-8280-E062730F7AA3}"/>
              </a:ext>
            </a:extLst>
          </p:cNvPr>
          <p:cNvSpPr>
            <a:spLocks noGrp="1"/>
          </p:cNvSpPr>
          <p:nvPr/>
        </p:nvSpPr>
        <p:spPr>
          <a:xfrm>
            <a:off x="658957" y="309562"/>
            <a:ext cx="7143750" cy="581025"/>
          </a:xfrm>
          <a:prstGeom prst="rect">
            <a:avLst/>
          </a:prstGeom>
          <a:noFill/>
          <a:ln w="0">
            <a:noFill/>
            <a:prstDash val="solid"/>
          </a:ln>
        </p:spPr>
        <p:txBody>
          <a:bodyPr/>
          <a:lstStyle/>
          <a:p>
            <a:pPr algn="l">
              <a:defRPr sz="3225" b="1">
                <a:solidFill>
                  <a:srgbClr val="092B5A"/>
                </a:solidFill>
              </a:defRPr>
            </a:pPr>
            <a:r>
              <a:rPr sz="3225" b="1" dirty="0" err="1">
                <a:solidFill>
                  <a:srgbClr val="092B5A"/>
                </a:solidFill>
                <a:latin typeface="微软雅黑" panose="020B0503020204020204" pitchFamily="34" charset="-122"/>
                <a:ea typeface="微软雅黑" panose="020B0503020204020204" pitchFamily="34" charset="-122"/>
              </a:rPr>
              <a:t>问题事实化｜差距陈述</a:t>
            </a:r>
            <a:endParaRPr sz="3225" b="1" dirty="0">
              <a:solidFill>
                <a:srgbClr val="092B5A"/>
              </a:solidFill>
              <a:latin typeface="微软雅黑" panose="020B0503020204020204" pitchFamily="34" charset="-122"/>
              <a:ea typeface="微软雅黑" panose="020B0503020204020204" pitchFamily="34" charset="-122"/>
            </a:endParaRPr>
          </a:p>
        </p:txBody>
      </p:sp>
      <p:sp>
        <p:nvSpPr>
          <p:cNvPr id="5" name="subtitle">
            <a:extLst>
              <a:ext uri="{FF2B5EF4-FFF2-40B4-BE49-F238E27FC236}">
                <a16:creationId xmlns:a16="http://schemas.microsoft.com/office/drawing/2014/main" id="{EB8E0702-FC95-4BCA-A725-DCF3C7D9EA43}"/>
              </a:ext>
            </a:extLst>
          </p:cNvPr>
          <p:cNvSpPr>
            <a:spLocks noGrp="1"/>
          </p:cNvSpPr>
          <p:nvPr/>
        </p:nvSpPr>
        <p:spPr>
          <a:xfrm>
            <a:off x="428625" y="1160748"/>
            <a:ext cx="6191250" cy="333375"/>
          </a:xfrm>
          <a:prstGeom prst="rect">
            <a:avLst/>
          </a:prstGeom>
          <a:noFill/>
          <a:ln w="0">
            <a:noFill/>
            <a:prstDash val="solid"/>
          </a:ln>
        </p:spPr>
        <p:txBody>
          <a:bodyPr/>
          <a:lstStyle/>
          <a:p>
            <a:pPr algn="l">
              <a:defRPr sz="1725" b="1">
                <a:solidFill>
                  <a:srgbClr val="092B5A"/>
                </a:solidFill>
              </a:defRPr>
            </a:pPr>
            <a:r>
              <a:rPr sz="1725" b="1">
                <a:solidFill>
                  <a:srgbClr val="092B5A"/>
                </a:solidFill>
                <a:latin typeface="微软雅黑" panose="020B0503020204020204" pitchFamily="34" charset="-122"/>
                <a:ea typeface="微软雅黑" panose="020B0503020204020204" pitchFamily="34" charset="-122"/>
              </a:rPr>
              <a:t>先描述事实，不急着解释原因</a:t>
            </a:r>
          </a:p>
        </p:txBody>
      </p:sp>
      <p:sp>
        <p:nvSpPr>
          <p:cNvPr id="6" name="subtitle-rule">
            <a:extLst>
              <a:ext uri="{FF2B5EF4-FFF2-40B4-BE49-F238E27FC236}">
                <a16:creationId xmlns:a16="http://schemas.microsoft.com/office/drawing/2014/main" id="{575B95D4-1483-4DA5-A40B-A7AE4AF168DE}"/>
              </a:ext>
            </a:extLst>
          </p:cNvPr>
          <p:cNvSpPr>
            <a:spLocks noGrp="1"/>
          </p:cNvSpPr>
          <p:nvPr/>
        </p:nvSpPr>
        <p:spPr>
          <a:xfrm>
            <a:off x="428625" y="1532223"/>
            <a:ext cx="666750" cy="38100"/>
          </a:xfrm>
          <a:prstGeom prst="rect">
            <a:avLst/>
          </a:prstGeom>
          <a:solidFill>
            <a:srgbClr val="C78618"/>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left-top-panel">
            <a:extLst>
              <a:ext uri="{FF2B5EF4-FFF2-40B4-BE49-F238E27FC236}">
                <a16:creationId xmlns:a16="http://schemas.microsoft.com/office/drawing/2014/main" id="{B58416EA-9457-460C-9ABD-AAF5AA1E16EA}"/>
              </a:ext>
            </a:extLst>
          </p:cNvPr>
          <p:cNvSpPr>
            <a:spLocks noGrp="1"/>
          </p:cNvSpPr>
          <p:nvPr/>
        </p:nvSpPr>
        <p:spPr>
          <a:xfrm>
            <a:off x="400050" y="1751298"/>
            <a:ext cx="3429000" cy="1438275"/>
          </a:xfrm>
          <a:prstGeom prst="roundRect">
            <a:avLst>
              <a:gd name="adj" fmla="val 7947"/>
            </a:avLst>
          </a:prstGeom>
          <a:solidFill>
            <a:srgbClr val="FFFFFF"/>
          </a:solidFill>
          <a:ln w="14288">
            <a:solidFill>
              <a:srgbClr val="092B5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what-tab">
            <a:extLst>
              <a:ext uri="{FF2B5EF4-FFF2-40B4-BE49-F238E27FC236}">
                <a16:creationId xmlns:a16="http://schemas.microsoft.com/office/drawing/2014/main" id="{E9F88F8F-C5AD-48AD-AD13-12FDA2C369AB}"/>
              </a:ext>
            </a:extLst>
          </p:cNvPr>
          <p:cNvSpPr>
            <a:spLocks noGrp="1"/>
          </p:cNvSpPr>
          <p:nvPr/>
        </p:nvSpPr>
        <p:spPr>
          <a:xfrm>
            <a:off x="400050" y="1703673"/>
            <a:ext cx="1533525" cy="361950"/>
          </a:xfrm>
          <a:prstGeom prst="roundRect">
            <a:avLst>
              <a:gd name="adj" fmla="val 21053"/>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what-label">
            <a:extLst>
              <a:ext uri="{FF2B5EF4-FFF2-40B4-BE49-F238E27FC236}">
                <a16:creationId xmlns:a16="http://schemas.microsoft.com/office/drawing/2014/main" id="{90BCF089-51B9-4750-9F68-82EB851E44A5}"/>
              </a:ext>
            </a:extLst>
          </p:cNvPr>
          <p:cNvSpPr>
            <a:spLocks noGrp="1"/>
          </p:cNvSpPr>
          <p:nvPr/>
        </p:nvSpPr>
        <p:spPr>
          <a:xfrm>
            <a:off x="514350" y="1760823"/>
            <a:ext cx="1304925" cy="257175"/>
          </a:xfrm>
          <a:prstGeom prst="rect">
            <a:avLst/>
          </a:prstGeom>
          <a:noFill/>
          <a:ln w="0">
            <a:noFill/>
            <a:prstDash val="solid"/>
          </a:ln>
        </p:spPr>
        <p:txBody>
          <a:bodyPr/>
          <a:lstStyle/>
          <a:p>
            <a:pPr algn="l">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1  是什么</a:t>
            </a:r>
          </a:p>
        </p:txBody>
      </p:sp>
      <p:sp>
        <p:nvSpPr>
          <p:cNvPr id="14" name="what-body">
            <a:extLst>
              <a:ext uri="{FF2B5EF4-FFF2-40B4-BE49-F238E27FC236}">
                <a16:creationId xmlns:a16="http://schemas.microsoft.com/office/drawing/2014/main" id="{9D37BF57-DD3E-42ED-AC9C-EB0340E2BF8C}"/>
              </a:ext>
            </a:extLst>
          </p:cNvPr>
          <p:cNvSpPr>
            <a:spLocks noGrp="1"/>
          </p:cNvSpPr>
          <p:nvPr/>
        </p:nvSpPr>
        <p:spPr>
          <a:xfrm>
            <a:off x="600075" y="2227548"/>
            <a:ext cx="3000375" cy="752475"/>
          </a:xfrm>
          <a:prstGeom prst="rect">
            <a:avLst/>
          </a:prstGeom>
          <a:noFill/>
          <a:ln w="0">
            <a:noFill/>
            <a:prstDash val="solid"/>
          </a:ln>
        </p:spPr>
        <p:txBody>
          <a:bodyPr/>
          <a:lstStyle/>
          <a:p>
            <a:pPr algn="l">
              <a:defRPr sz="1425" b="1">
                <a:solidFill>
                  <a:srgbClr val="14233A"/>
                </a:solidFill>
              </a:defRPr>
            </a:pPr>
            <a:r>
              <a:rPr sz="1425" b="1" dirty="0" err="1">
                <a:solidFill>
                  <a:srgbClr val="14233A"/>
                </a:solidFill>
                <a:latin typeface="微软雅黑" panose="020B0503020204020204" pitchFamily="34" charset="-122"/>
                <a:ea typeface="微软雅黑" panose="020B0503020204020204" pitchFamily="34" charset="-122"/>
              </a:rPr>
              <a:t>把评价性语言还原为可观察的现状、期望、差距、对象、时间与影响</a:t>
            </a:r>
            <a:r>
              <a:rPr sz="1425" b="1" dirty="0">
                <a:solidFill>
                  <a:srgbClr val="14233A"/>
                </a:solidFill>
                <a:latin typeface="微软雅黑" panose="020B0503020204020204" pitchFamily="34" charset="-122"/>
                <a:ea typeface="微软雅黑" panose="020B0503020204020204" pitchFamily="34" charset="-122"/>
              </a:rPr>
              <a:t>。</a:t>
            </a:r>
          </a:p>
        </p:txBody>
      </p:sp>
      <p:sp>
        <p:nvSpPr>
          <p:cNvPr id="15" name="left-bottom-panel">
            <a:extLst>
              <a:ext uri="{FF2B5EF4-FFF2-40B4-BE49-F238E27FC236}">
                <a16:creationId xmlns:a16="http://schemas.microsoft.com/office/drawing/2014/main" id="{31B781AA-A32A-4D18-8D97-95D662317955}"/>
              </a:ext>
            </a:extLst>
          </p:cNvPr>
          <p:cNvSpPr>
            <a:spLocks noGrp="1"/>
          </p:cNvSpPr>
          <p:nvPr/>
        </p:nvSpPr>
        <p:spPr>
          <a:xfrm>
            <a:off x="400050" y="3380073"/>
            <a:ext cx="3429000" cy="2305050"/>
          </a:xfrm>
          <a:prstGeom prst="roundRect">
            <a:avLst>
              <a:gd name="adj" fmla="val 4959"/>
            </a:avLst>
          </a:prstGeom>
          <a:solidFill>
            <a:srgbClr val="FFFFFF"/>
          </a:solidFill>
          <a:ln w="14288">
            <a:solidFill>
              <a:srgbClr val="092B5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how-tab">
            <a:extLst>
              <a:ext uri="{FF2B5EF4-FFF2-40B4-BE49-F238E27FC236}">
                <a16:creationId xmlns:a16="http://schemas.microsoft.com/office/drawing/2014/main" id="{92009A08-9D2D-4F55-932D-34FEBEFF5852}"/>
              </a:ext>
            </a:extLst>
          </p:cNvPr>
          <p:cNvSpPr>
            <a:spLocks noGrp="1"/>
          </p:cNvSpPr>
          <p:nvPr/>
        </p:nvSpPr>
        <p:spPr>
          <a:xfrm>
            <a:off x="400050" y="3332448"/>
            <a:ext cx="1533525" cy="361950"/>
          </a:xfrm>
          <a:prstGeom prst="roundRect">
            <a:avLst>
              <a:gd name="adj" fmla="val 21053"/>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how-label">
            <a:extLst>
              <a:ext uri="{FF2B5EF4-FFF2-40B4-BE49-F238E27FC236}">
                <a16:creationId xmlns:a16="http://schemas.microsoft.com/office/drawing/2014/main" id="{BA147659-FEC3-4CAA-8360-44D15722EA6B}"/>
              </a:ext>
            </a:extLst>
          </p:cNvPr>
          <p:cNvSpPr>
            <a:spLocks noGrp="1"/>
          </p:cNvSpPr>
          <p:nvPr/>
        </p:nvSpPr>
        <p:spPr>
          <a:xfrm>
            <a:off x="514350" y="3389598"/>
            <a:ext cx="1304925" cy="257175"/>
          </a:xfrm>
          <a:prstGeom prst="rect">
            <a:avLst/>
          </a:prstGeom>
          <a:noFill/>
          <a:ln w="0">
            <a:noFill/>
            <a:prstDash val="solid"/>
          </a:ln>
        </p:spPr>
        <p:txBody>
          <a:bodyPr/>
          <a:lstStyle/>
          <a:p>
            <a:pPr algn="l">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3  怎么用</a:t>
            </a:r>
          </a:p>
        </p:txBody>
      </p:sp>
      <p:sp>
        <p:nvSpPr>
          <p:cNvPr id="18" name="step-1">
            <a:extLst>
              <a:ext uri="{FF2B5EF4-FFF2-40B4-BE49-F238E27FC236}">
                <a16:creationId xmlns:a16="http://schemas.microsoft.com/office/drawing/2014/main" id="{BB90B0C5-8E0C-4B02-B1DB-95B630E4E059}"/>
              </a:ext>
            </a:extLst>
          </p:cNvPr>
          <p:cNvSpPr>
            <a:spLocks noGrp="1"/>
          </p:cNvSpPr>
          <p:nvPr/>
        </p:nvSpPr>
        <p:spPr>
          <a:xfrm>
            <a:off x="590550" y="3837273"/>
            <a:ext cx="3028950" cy="295275"/>
          </a:xfrm>
          <a:prstGeom prst="rect">
            <a:avLst/>
          </a:prstGeom>
          <a:noFill/>
          <a:ln w="0">
            <a:noFill/>
            <a:prstDash val="solid"/>
          </a:ln>
        </p:spPr>
        <p:txBody>
          <a:bodyPr/>
          <a:lstStyle/>
          <a:p>
            <a:pPr algn="l">
              <a:defRPr sz="1350" b="1">
                <a:solidFill>
                  <a:srgbClr val="14233A"/>
                </a:solidFill>
              </a:defRPr>
            </a:pPr>
            <a:r>
              <a:rPr sz="1350" b="1" dirty="0">
                <a:solidFill>
                  <a:srgbClr val="14233A"/>
                </a:solidFill>
                <a:latin typeface="微软雅黑" panose="020B0503020204020204" pitchFamily="34" charset="-122"/>
                <a:ea typeface="微软雅黑" panose="020B0503020204020204" pitchFamily="34" charset="-122"/>
              </a:rPr>
              <a:t>① 用5W2H收集证据</a:t>
            </a:r>
          </a:p>
        </p:txBody>
      </p:sp>
      <p:sp>
        <p:nvSpPr>
          <p:cNvPr id="19" name="step-2">
            <a:extLst>
              <a:ext uri="{FF2B5EF4-FFF2-40B4-BE49-F238E27FC236}">
                <a16:creationId xmlns:a16="http://schemas.microsoft.com/office/drawing/2014/main" id="{C1CC1AFE-EC31-46A2-8902-998CF4B03F90}"/>
              </a:ext>
            </a:extLst>
          </p:cNvPr>
          <p:cNvSpPr>
            <a:spLocks noGrp="1"/>
          </p:cNvSpPr>
          <p:nvPr/>
        </p:nvSpPr>
        <p:spPr>
          <a:xfrm>
            <a:off x="590550" y="4180173"/>
            <a:ext cx="3028950" cy="295275"/>
          </a:xfrm>
          <a:prstGeom prst="rect">
            <a:avLst/>
          </a:prstGeom>
          <a:noFill/>
          <a:ln w="0">
            <a:noFill/>
            <a:prstDash val="solid"/>
          </a:ln>
        </p:spPr>
        <p:txBody>
          <a:bodyPr/>
          <a:lstStyle/>
          <a:p>
            <a:pPr algn="l">
              <a:defRPr sz="1350" b="1">
                <a:solidFill>
                  <a:srgbClr val="14233A"/>
                </a:solidFill>
              </a:defRPr>
            </a:pPr>
            <a:r>
              <a:rPr sz="1350" b="1">
                <a:solidFill>
                  <a:srgbClr val="14233A"/>
                </a:solidFill>
                <a:latin typeface="微软雅黑" panose="020B0503020204020204" pitchFamily="34" charset="-122"/>
                <a:ea typeface="微软雅黑" panose="020B0503020204020204" pitchFamily="34" charset="-122"/>
              </a:rPr>
              <a:t>② 用数据或行为描述A与B</a:t>
            </a:r>
          </a:p>
        </p:txBody>
      </p:sp>
      <p:sp>
        <p:nvSpPr>
          <p:cNvPr id="20" name="step-3">
            <a:extLst>
              <a:ext uri="{FF2B5EF4-FFF2-40B4-BE49-F238E27FC236}">
                <a16:creationId xmlns:a16="http://schemas.microsoft.com/office/drawing/2014/main" id="{CFBBDCC8-0E1E-4C2F-9360-B25E5392079F}"/>
              </a:ext>
            </a:extLst>
          </p:cNvPr>
          <p:cNvSpPr>
            <a:spLocks noGrp="1"/>
          </p:cNvSpPr>
          <p:nvPr/>
        </p:nvSpPr>
        <p:spPr>
          <a:xfrm>
            <a:off x="590550" y="4523073"/>
            <a:ext cx="3238500" cy="295275"/>
          </a:xfrm>
          <a:prstGeom prst="rect">
            <a:avLst/>
          </a:prstGeom>
          <a:noFill/>
          <a:ln w="0">
            <a:noFill/>
            <a:prstDash val="solid"/>
          </a:ln>
        </p:spPr>
        <p:txBody>
          <a:bodyPr/>
          <a:lstStyle/>
          <a:p>
            <a:pPr algn="l">
              <a:defRPr sz="1350" b="1">
                <a:solidFill>
                  <a:srgbClr val="14233A"/>
                </a:solidFill>
              </a:defRPr>
            </a:pPr>
            <a:r>
              <a:rPr sz="1350" b="1" dirty="0">
                <a:solidFill>
                  <a:srgbClr val="14233A"/>
                </a:solidFill>
                <a:latin typeface="微软雅黑" panose="020B0503020204020204" pitchFamily="34" charset="-122"/>
                <a:ea typeface="微软雅黑" panose="020B0503020204020204" pitchFamily="34" charset="-122"/>
              </a:rPr>
              <a:t>③ </a:t>
            </a:r>
            <a:r>
              <a:rPr sz="1350" b="1" dirty="0" err="1">
                <a:solidFill>
                  <a:srgbClr val="14233A"/>
                </a:solidFill>
                <a:latin typeface="微软雅黑" panose="020B0503020204020204" pitchFamily="34" charset="-122"/>
                <a:ea typeface="微软雅黑" panose="020B0503020204020204" pitchFamily="34" charset="-122"/>
              </a:rPr>
              <a:t>标注证据状态，分开事实与</a:t>
            </a:r>
            <a:r>
              <a:rPr lang="zh-CN" altLang="en-US" sz="1350" b="1" dirty="0">
                <a:solidFill>
                  <a:srgbClr val="14233A"/>
                </a:solidFill>
                <a:latin typeface="微软雅黑" panose="020B0503020204020204" pitchFamily="34" charset="-122"/>
                <a:ea typeface="微软雅黑" panose="020B0503020204020204" pitchFamily="34" charset="-122"/>
              </a:rPr>
              <a:t>解释</a:t>
            </a:r>
            <a:r>
              <a:rPr sz="1350" b="1" dirty="0" err="1">
                <a:solidFill>
                  <a:srgbClr val="14233A"/>
                </a:solidFill>
                <a:latin typeface="微软雅黑" panose="020B0503020204020204" pitchFamily="34" charset="-122"/>
                <a:ea typeface="微软雅黑" panose="020B0503020204020204" pitchFamily="34" charset="-122"/>
              </a:rPr>
              <a:t>推测</a:t>
            </a:r>
            <a:endParaRPr sz="1350" b="1" dirty="0">
              <a:solidFill>
                <a:srgbClr val="14233A"/>
              </a:solidFill>
              <a:latin typeface="微软雅黑" panose="020B0503020204020204" pitchFamily="34" charset="-122"/>
              <a:ea typeface="微软雅黑" panose="020B0503020204020204" pitchFamily="34" charset="-122"/>
            </a:endParaRPr>
          </a:p>
        </p:txBody>
      </p:sp>
      <p:sp>
        <p:nvSpPr>
          <p:cNvPr id="21" name="status-0">
            <a:extLst>
              <a:ext uri="{FF2B5EF4-FFF2-40B4-BE49-F238E27FC236}">
                <a16:creationId xmlns:a16="http://schemas.microsoft.com/office/drawing/2014/main" id="{31393D91-A20E-4913-B427-879C3463B091}"/>
              </a:ext>
            </a:extLst>
          </p:cNvPr>
          <p:cNvSpPr>
            <a:spLocks noGrp="1"/>
          </p:cNvSpPr>
          <p:nvPr/>
        </p:nvSpPr>
        <p:spPr>
          <a:xfrm>
            <a:off x="533400" y="4989798"/>
            <a:ext cx="933450" cy="561975"/>
          </a:xfrm>
          <a:prstGeom prst="roundRect">
            <a:avLst>
              <a:gd name="adj" fmla="val 13559"/>
            </a:avLst>
          </a:prstGeom>
          <a:solidFill>
            <a:srgbClr val="EAF6ED"/>
          </a:solidFill>
          <a:ln w="14288">
            <a:solidFill>
              <a:srgbClr val="23834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status-icon-0">
            <a:extLst>
              <a:ext uri="{FF2B5EF4-FFF2-40B4-BE49-F238E27FC236}">
                <a16:creationId xmlns:a16="http://schemas.microsoft.com/office/drawing/2014/main" id="{95BFFA2E-AB50-4447-91BF-C9715940E67C}"/>
              </a:ext>
            </a:extLst>
          </p:cNvPr>
          <p:cNvSpPr>
            <a:spLocks noGrp="1"/>
          </p:cNvSpPr>
          <p:nvPr/>
        </p:nvSpPr>
        <p:spPr>
          <a:xfrm>
            <a:off x="609600" y="5085048"/>
            <a:ext cx="257175" cy="257175"/>
          </a:xfrm>
          <a:prstGeom prst="ellipse">
            <a:avLst/>
          </a:prstGeom>
          <a:solidFill>
            <a:srgbClr val="238347"/>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status-symbol-0">
            <a:extLst>
              <a:ext uri="{FF2B5EF4-FFF2-40B4-BE49-F238E27FC236}">
                <a16:creationId xmlns:a16="http://schemas.microsoft.com/office/drawing/2014/main" id="{60133935-F54F-44C5-A396-EBE6FF7E5ED1}"/>
              </a:ext>
            </a:extLst>
          </p:cNvPr>
          <p:cNvSpPr>
            <a:spLocks noGrp="1"/>
          </p:cNvSpPr>
          <p:nvPr/>
        </p:nvSpPr>
        <p:spPr>
          <a:xfrm>
            <a:off x="609600" y="5094573"/>
            <a:ext cx="257175" cy="209550"/>
          </a:xfrm>
          <a:prstGeom prst="rect">
            <a:avLst/>
          </a:prstGeom>
          <a:noFill/>
          <a:ln w="0">
            <a:noFill/>
            <a:prstDash val="solid"/>
          </a:ln>
        </p:spPr>
        <p:txBody>
          <a:bodyPr/>
          <a:lstStyle/>
          <a:p>
            <a:pPr algn="ctr">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a:t>
            </a:r>
          </a:p>
        </p:txBody>
      </p:sp>
      <p:sp>
        <p:nvSpPr>
          <p:cNvPr id="24" name="status-head-0">
            <a:extLst>
              <a:ext uri="{FF2B5EF4-FFF2-40B4-BE49-F238E27FC236}">
                <a16:creationId xmlns:a16="http://schemas.microsoft.com/office/drawing/2014/main" id="{C2471ECF-3C4D-4A54-9287-8F22DCD3F51B}"/>
              </a:ext>
            </a:extLst>
          </p:cNvPr>
          <p:cNvSpPr>
            <a:spLocks noGrp="1"/>
          </p:cNvSpPr>
          <p:nvPr/>
        </p:nvSpPr>
        <p:spPr>
          <a:xfrm>
            <a:off x="904875" y="5037423"/>
            <a:ext cx="514350" cy="219075"/>
          </a:xfrm>
          <a:prstGeom prst="rect">
            <a:avLst/>
          </a:prstGeom>
          <a:noFill/>
          <a:ln w="0">
            <a:noFill/>
            <a:prstDash val="solid"/>
          </a:ln>
        </p:spPr>
        <p:txBody>
          <a:bodyPr/>
          <a:lstStyle/>
          <a:p>
            <a:pPr algn="l">
              <a:defRPr sz="1125" b="1">
                <a:solidFill>
                  <a:srgbClr val="238347"/>
                </a:solidFill>
              </a:defRPr>
            </a:pPr>
            <a:r>
              <a:rPr sz="1125" b="1">
                <a:solidFill>
                  <a:srgbClr val="238347"/>
                </a:solidFill>
                <a:latin typeface="微软雅黑" panose="020B0503020204020204" pitchFamily="34" charset="-122"/>
                <a:ea typeface="微软雅黑" panose="020B0503020204020204" pitchFamily="34" charset="-122"/>
              </a:rPr>
              <a:t>已知</a:t>
            </a:r>
          </a:p>
        </p:txBody>
      </p:sp>
      <p:sp>
        <p:nvSpPr>
          <p:cNvPr id="25" name="status-sub-0">
            <a:extLst>
              <a:ext uri="{FF2B5EF4-FFF2-40B4-BE49-F238E27FC236}">
                <a16:creationId xmlns:a16="http://schemas.microsoft.com/office/drawing/2014/main" id="{9FCC7ADF-66D2-4AD0-9B5C-F3901DD485EE}"/>
              </a:ext>
            </a:extLst>
          </p:cNvPr>
          <p:cNvSpPr>
            <a:spLocks noGrp="1"/>
          </p:cNvSpPr>
          <p:nvPr/>
        </p:nvSpPr>
        <p:spPr>
          <a:xfrm>
            <a:off x="609600" y="5294598"/>
            <a:ext cx="781050" cy="190500"/>
          </a:xfrm>
          <a:prstGeom prst="rect">
            <a:avLst/>
          </a:prstGeom>
          <a:noFill/>
          <a:ln w="0">
            <a:noFill/>
            <a:prstDash val="solid"/>
          </a:ln>
        </p:spPr>
        <p:txBody>
          <a:bodyPr/>
          <a:lstStyle/>
          <a:p>
            <a:pPr algn="ctr">
              <a:defRPr sz="900" b="1">
                <a:solidFill>
                  <a:srgbClr val="238347"/>
                </a:solidFill>
              </a:defRPr>
            </a:pPr>
            <a:r>
              <a:rPr sz="900" b="1">
                <a:solidFill>
                  <a:srgbClr val="238347"/>
                </a:solidFill>
                <a:latin typeface="微软雅黑" panose="020B0503020204020204" pitchFamily="34" charset="-122"/>
                <a:ea typeface="微软雅黑" panose="020B0503020204020204" pitchFamily="34" charset="-122"/>
              </a:rPr>
              <a:t>有证据支持</a:t>
            </a:r>
          </a:p>
        </p:txBody>
      </p:sp>
      <p:sp>
        <p:nvSpPr>
          <p:cNvPr id="26" name="status-1">
            <a:extLst>
              <a:ext uri="{FF2B5EF4-FFF2-40B4-BE49-F238E27FC236}">
                <a16:creationId xmlns:a16="http://schemas.microsoft.com/office/drawing/2014/main" id="{EAE2B20D-4FBB-40CB-B313-DDB2A5E5D10A}"/>
              </a:ext>
            </a:extLst>
          </p:cNvPr>
          <p:cNvSpPr>
            <a:spLocks noGrp="1"/>
          </p:cNvSpPr>
          <p:nvPr/>
        </p:nvSpPr>
        <p:spPr>
          <a:xfrm>
            <a:off x="1571625" y="4989798"/>
            <a:ext cx="1000125" cy="561975"/>
          </a:xfrm>
          <a:prstGeom prst="roundRect">
            <a:avLst>
              <a:gd name="adj" fmla="val 13559"/>
            </a:avLst>
          </a:prstGeom>
          <a:solidFill>
            <a:srgbClr val="EAF2FC"/>
          </a:solidFill>
          <a:ln w="14288">
            <a:solidFill>
              <a:srgbClr val="2F6FCE"/>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status-icon-1">
            <a:extLst>
              <a:ext uri="{FF2B5EF4-FFF2-40B4-BE49-F238E27FC236}">
                <a16:creationId xmlns:a16="http://schemas.microsoft.com/office/drawing/2014/main" id="{C9D1E083-C885-499A-B139-F5604C1A2F45}"/>
              </a:ext>
            </a:extLst>
          </p:cNvPr>
          <p:cNvSpPr>
            <a:spLocks noGrp="1"/>
          </p:cNvSpPr>
          <p:nvPr/>
        </p:nvSpPr>
        <p:spPr>
          <a:xfrm>
            <a:off x="1647825" y="5085048"/>
            <a:ext cx="257175" cy="257175"/>
          </a:xfrm>
          <a:prstGeom prst="ellipse">
            <a:avLst/>
          </a:prstGeom>
          <a:solidFill>
            <a:srgbClr val="2F6FCE"/>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status-symbol-1">
            <a:extLst>
              <a:ext uri="{FF2B5EF4-FFF2-40B4-BE49-F238E27FC236}">
                <a16:creationId xmlns:a16="http://schemas.microsoft.com/office/drawing/2014/main" id="{51F566AA-C0C7-47D5-BA0F-A5CBE5CA02C9}"/>
              </a:ext>
            </a:extLst>
          </p:cNvPr>
          <p:cNvSpPr>
            <a:spLocks noGrp="1"/>
          </p:cNvSpPr>
          <p:nvPr/>
        </p:nvSpPr>
        <p:spPr>
          <a:xfrm>
            <a:off x="1647825" y="5094573"/>
            <a:ext cx="257175" cy="209550"/>
          </a:xfrm>
          <a:prstGeom prst="rect">
            <a:avLst/>
          </a:prstGeom>
          <a:noFill/>
          <a:ln w="0">
            <a:noFill/>
            <a:prstDash val="solid"/>
          </a:ln>
        </p:spPr>
        <p:txBody>
          <a:bodyPr/>
          <a:lstStyle/>
          <a:p>
            <a:pPr algn="ctr">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a:t>
            </a:r>
          </a:p>
        </p:txBody>
      </p:sp>
      <p:sp>
        <p:nvSpPr>
          <p:cNvPr id="29" name="status-head-1">
            <a:extLst>
              <a:ext uri="{FF2B5EF4-FFF2-40B4-BE49-F238E27FC236}">
                <a16:creationId xmlns:a16="http://schemas.microsoft.com/office/drawing/2014/main" id="{0019C9DE-BA05-4C77-A5B1-69EE98E44A49}"/>
              </a:ext>
            </a:extLst>
          </p:cNvPr>
          <p:cNvSpPr>
            <a:spLocks noGrp="1"/>
          </p:cNvSpPr>
          <p:nvPr/>
        </p:nvSpPr>
        <p:spPr>
          <a:xfrm>
            <a:off x="1943100" y="5037423"/>
            <a:ext cx="581025" cy="219075"/>
          </a:xfrm>
          <a:prstGeom prst="rect">
            <a:avLst/>
          </a:prstGeom>
          <a:noFill/>
          <a:ln w="0">
            <a:noFill/>
            <a:prstDash val="solid"/>
          </a:ln>
        </p:spPr>
        <p:txBody>
          <a:bodyPr/>
          <a:lstStyle/>
          <a:p>
            <a:pPr algn="l">
              <a:defRPr sz="1125" b="1">
                <a:solidFill>
                  <a:srgbClr val="2F6FCE"/>
                </a:solidFill>
              </a:defRPr>
            </a:pPr>
            <a:r>
              <a:rPr sz="1125" b="1">
                <a:solidFill>
                  <a:srgbClr val="2F6FCE"/>
                </a:solidFill>
                <a:latin typeface="微软雅黑" panose="020B0503020204020204" pitchFamily="34" charset="-122"/>
                <a:ea typeface="微软雅黑" panose="020B0503020204020204" pitchFamily="34" charset="-122"/>
              </a:rPr>
              <a:t>未知</a:t>
            </a:r>
          </a:p>
        </p:txBody>
      </p:sp>
      <p:sp>
        <p:nvSpPr>
          <p:cNvPr id="30" name="status-sub-1">
            <a:extLst>
              <a:ext uri="{FF2B5EF4-FFF2-40B4-BE49-F238E27FC236}">
                <a16:creationId xmlns:a16="http://schemas.microsoft.com/office/drawing/2014/main" id="{4D47CEBF-3E1B-4FB8-AF50-140601BD5724}"/>
              </a:ext>
            </a:extLst>
          </p:cNvPr>
          <p:cNvSpPr>
            <a:spLocks noGrp="1"/>
          </p:cNvSpPr>
          <p:nvPr/>
        </p:nvSpPr>
        <p:spPr>
          <a:xfrm>
            <a:off x="1647825" y="5294598"/>
            <a:ext cx="885825" cy="171450"/>
          </a:xfrm>
          <a:prstGeom prst="rect">
            <a:avLst/>
          </a:prstGeom>
          <a:noFill/>
          <a:ln w="0">
            <a:noFill/>
            <a:prstDash val="solid"/>
          </a:ln>
        </p:spPr>
        <p:txBody>
          <a:bodyPr/>
          <a:lstStyle/>
          <a:p>
            <a:pPr algn="ctr">
              <a:defRPr sz="900" b="1">
                <a:solidFill>
                  <a:srgbClr val="2F6FCE"/>
                </a:solidFill>
              </a:defRPr>
            </a:pPr>
            <a:r>
              <a:rPr sz="900" b="1" dirty="0" err="1">
                <a:solidFill>
                  <a:srgbClr val="2F6FCE"/>
                </a:solidFill>
                <a:latin typeface="微软雅黑" panose="020B0503020204020204" pitchFamily="34" charset="-122"/>
                <a:ea typeface="微软雅黑" panose="020B0503020204020204" pitchFamily="34" charset="-122"/>
              </a:rPr>
              <a:t>仍需补充信息</a:t>
            </a:r>
            <a:endParaRPr sz="900" b="1" dirty="0">
              <a:solidFill>
                <a:srgbClr val="2F6FCE"/>
              </a:solidFill>
              <a:latin typeface="微软雅黑" panose="020B0503020204020204" pitchFamily="34" charset="-122"/>
              <a:ea typeface="微软雅黑" panose="020B0503020204020204" pitchFamily="34" charset="-122"/>
            </a:endParaRPr>
          </a:p>
        </p:txBody>
      </p:sp>
      <p:sp>
        <p:nvSpPr>
          <p:cNvPr id="31" name="status-2">
            <a:extLst>
              <a:ext uri="{FF2B5EF4-FFF2-40B4-BE49-F238E27FC236}">
                <a16:creationId xmlns:a16="http://schemas.microsoft.com/office/drawing/2014/main" id="{89D8C59F-6D27-4F8F-B4CC-F101123C2E5A}"/>
              </a:ext>
            </a:extLst>
          </p:cNvPr>
          <p:cNvSpPr>
            <a:spLocks noGrp="1"/>
          </p:cNvSpPr>
          <p:nvPr/>
        </p:nvSpPr>
        <p:spPr>
          <a:xfrm>
            <a:off x="2676525" y="4989798"/>
            <a:ext cx="1000125" cy="561975"/>
          </a:xfrm>
          <a:prstGeom prst="roundRect">
            <a:avLst>
              <a:gd name="adj" fmla="val 13559"/>
            </a:avLst>
          </a:prstGeom>
          <a:solidFill>
            <a:srgbClr val="FFF3D7"/>
          </a:solidFill>
          <a:ln w="14288">
            <a:solidFill>
              <a:srgbClr val="C7861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status-icon-2">
            <a:extLst>
              <a:ext uri="{FF2B5EF4-FFF2-40B4-BE49-F238E27FC236}">
                <a16:creationId xmlns:a16="http://schemas.microsoft.com/office/drawing/2014/main" id="{FA12B4D5-94A8-488F-B488-01E5F5E61A89}"/>
              </a:ext>
            </a:extLst>
          </p:cNvPr>
          <p:cNvSpPr>
            <a:spLocks noGrp="1"/>
          </p:cNvSpPr>
          <p:nvPr/>
        </p:nvSpPr>
        <p:spPr>
          <a:xfrm>
            <a:off x="2752725" y="5085048"/>
            <a:ext cx="257175" cy="257175"/>
          </a:xfrm>
          <a:prstGeom prst="ellipse">
            <a:avLst/>
          </a:prstGeom>
          <a:solidFill>
            <a:srgbClr val="C78618"/>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status-symbol-2">
            <a:extLst>
              <a:ext uri="{FF2B5EF4-FFF2-40B4-BE49-F238E27FC236}">
                <a16:creationId xmlns:a16="http://schemas.microsoft.com/office/drawing/2014/main" id="{BCAF5043-BF67-4EF9-9C36-BB3344572575}"/>
              </a:ext>
            </a:extLst>
          </p:cNvPr>
          <p:cNvSpPr>
            <a:spLocks noGrp="1"/>
          </p:cNvSpPr>
          <p:nvPr/>
        </p:nvSpPr>
        <p:spPr>
          <a:xfrm>
            <a:off x="2752725" y="5094573"/>
            <a:ext cx="257175" cy="209550"/>
          </a:xfrm>
          <a:prstGeom prst="rect">
            <a:avLst/>
          </a:prstGeom>
          <a:noFill/>
          <a:ln w="0">
            <a:noFill/>
            <a:prstDash val="solid"/>
          </a:ln>
        </p:spPr>
        <p:txBody>
          <a:bodyPr/>
          <a:lstStyle/>
          <a:p>
            <a:pPr algn="ctr">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a:t>
            </a:r>
          </a:p>
        </p:txBody>
      </p:sp>
      <p:sp>
        <p:nvSpPr>
          <p:cNvPr id="34" name="status-head-2">
            <a:extLst>
              <a:ext uri="{FF2B5EF4-FFF2-40B4-BE49-F238E27FC236}">
                <a16:creationId xmlns:a16="http://schemas.microsoft.com/office/drawing/2014/main" id="{8EC08A6D-6B85-446C-B37F-6C3DAC38F549}"/>
              </a:ext>
            </a:extLst>
          </p:cNvPr>
          <p:cNvSpPr>
            <a:spLocks noGrp="1"/>
          </p:cNvSpPr>
          <p:nvPr/>
        </p:nvSpPr>
        <p:spPr>
          <a:xfrm>
            <a:off x="3048000" y="5037423"/>
            <a:ext cx="581025" cy="219075"/>
          </a:xfrm>
          <a:prstGeom prst="rect">
            <a:avLst/>
          </a:prstGeom>
          <a:noFill/>
          <a:ln w="0">
            <a:noFill/>
            <a:prstDash val="solid"/>
          </a:ln>
        </p:spPr>
        <p:txBody>
          <a:bodyPr/>
          <a:lstStyle/>
          <a:p>
            <a:pPr algn="l">
              <a:defRPr sz="1125" b="1">
                <a:solidFill>
                  <a:srgbClr val="C78618"/>
                </a:solidFill>
              </a:defRPr>
            </a:pPr>
            <a:r>
              <a:rPr sz="1125" b="1">
                <a:solidFill>
                  <a:srgbClr val="C78618"/>
                </a:solidFill>
                <a:latin typeface="微软雅黑" panose="020B0503020204020204" pitchFamily="34" charset="-122"/>
                <a:ea typeface="微软雅黑" panose="020B0503020204020204" pitchFamily="34" charset="-122"/>
              </a:rPr>
              <a:t>假设</a:t>
            </a:r>
          </a:p>
        </p:txBody>
      </p:sp>
      <p:sp>
        <p:nvSpPr>
          <p:cNvPr id="35" name="status-sub-2">
            <a:extLst>
              <a:ext uri="{FF2B5EF4-FFF2-40B4-BE49-F238E27FC236}">
                <a16:creationId xmlns:a16="http://schemas.microsoft.com/office/drawing/2014/main" id="{A2F5A50E-9152-4E22-A49D-2F8FB6C88F04}"/>
              </a:ext>
            </a:extLst>
          </p:cNvPr>
          <p:cNvSpPr>
            <a:spLocks noGrp="1"/>
          </p:cNvSpPr>
          <p:nvPr/>
        </p:nvSpPr>
        <p:spPr>
          <a:xfrm>
            <a:off x="2752725" y="5294598"/>
            <a:ext cx="847725" cy="190500"/>
          </a:xfrm>
          <a:prstGeom prst="rect">
            <a:avLst/>
          </a:prstGeom>
          <a:noFill/>
          <a:ln w="0">
            <a:noFill/>
            <a:prstDash val="solid"/>
          </a:ln>
        </p:spPr>
        <p:txBody>
          <a:bodyPr/>
          <a:lstStyle/>
          <a:p>
            <a:pPr algn="ctr">
              <a:defRPr sz="900" b="1">
                <a:solidFill>
                  <a:srgbClr val="C78618"/>
                </a:solidFill>
              </a:defRPr>
            </a:pPr>
            <a:r>
              <a:rPr sz="900" b="1">
                <a:solidFill>
                  <a:srgbClr val="C78618"/>
                </a:solidFill>
                <a:latin typeface="微软雅黑" panose="020B0503020204020204" pitchFamily="34" charset="-122"/>
                <a:ea typeface="微软雅黑" panose="020B0503020204020204" pitchFamily="34" charset="-122"/>
              </a:rPr>
              <a:t>尚待验证</a:t>
            </a:r>
          </a:p>
        </p:txBody>
      </p:sp>
      <p:sp>
        <p:nvSpPr>
          <p:cNvPr id="36" name="formula-panel">
            <a:extLst>
              <a:ext uri="{FF2B5EF4-FFF2-40B4-BE49-F238E27FC236}">
                <a16:creationId xmlns:a16="http://schemas.microsoft.com/office/drawing/2014/main" id="{38A10F2A-9B54-4381-94B6-8897ACDA5AE2}"/>
              </a:ext>
            </a:extLst>
          </p:cNvPr>
          <p:cNvSpPr>
            <a:spLocks noGrp="1"/>
          </p:cNvSpPr>
          <p:nvPr/>
        </p:nvSpPr>
        <p:spPr>
          <a:xfrm>
            <a:off x="4019550" y="1751298"/>
            <a:ext cx="7924800" cy="2390775"/>
          </a:xfrm>
          <a:prstGeom prst="roundRect">
            <a:avLst>
              <a:gd name="adj" fmla="val 4781"/>
            </a:avLst>
          </a:prstGeom>
          <a:solidFill>
            <a:srgbClr val="FFFFFF"/>
          </a:solidFill>
          <a:ln w="14288">
            <a:solidFill>
              <a:srgbClr val="092B5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formula-tab">
            <a:extLst>
              <a:ext uri="{FF2B5EF4-FFF2-40B4-BE49-F238E27FC236}">
                <a16:creationId xmlns:a16="http://schemas.microsoft.com/office/drawing/2014/main" id="{7F786FBB-FA94-47E3-AA08-6E8C52EAC283}"/>
              </a:ext>
            </a:extLst>
          </p:cNvPr>
          <p:cNvSpPr>
            <a:spLocks noGrp="1"/>
          </p:cNvSpPr>
          <p:nvPr/>
        </p:nvSpPr>
        <p:spPr>
          <a:xfrm>
            <a:off x="4019550" y="1703673"/>
            <a:ext cx="2381250" cy="361950"/>
          </a:xfrm>
          <a:prstGeom prst="roundRect">
            <a:avLst>
              <a:gd name="adj" fmla="val 21053"/>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formula-label">
            <a:extLst>
              <a:ext uri="{FF2B5EF4-FFF2-40B4-BE49-F238E27FC236}">
                <a16:creationId xmlns:a16="http://schemas.microsoft.com/office/drawing/2014/main" id="{031C2416-FA0C-4D9A-9532-2C6C1D5CDEAD}"/>
              </a:ext>
            </a:extLst>
          </p:cNvPr>
          <p:cNvSpPr>
            <a:spLocks noGrp="1"/>
          </p:cNvSpPr>
          <p:nvPr/>
        </p:nvSpPr>
        <p:spPr>
          <a:xfrm>
            <a:off x="4133850" y="1760823"/>
            <a:ext cx="2152650" cy="257175"/>
          </a:xfrm>
          <a:prstGeom prst="rect">
            <a:avLst/>
          </a:prstGeom>
          <a:noFill/>
          <a:ln w="0">
            <a:noFill/>
            <a:prstDash val="solid"/>
          </a:ln>
        </p:spPr>
        <p:txBody>
          <a:bodyPr/>
          <a:lstStyle/>
          <a:p>
            <a:pPr algn="l">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2  差距陈述公式</a:t>
            </a:r>
          </a:p>
        </p:txBody>
      </p:sp>
      <p:sp>
        <p:nvSpPr>
          <p:cNvPr id="39" name="formula-field-0">
            <a:extLst>
              <a:ext uri="{FF2B5EF4-FFF2-40B4-BE49-F238E27FC236}">
                <a16:creationId xmlns:a16="http://schemas.microsoft.com/office/drawing/2014/main" id="{D43E3C7F-753D-417F-A2E0-8BA41F333FF5}"/>
              </a:ext>
            </a:extLst>
          </p:cNvPr>
          <p:cNvSpPr>
            <a:spLocks noGrp="1"/>
          </p:cNvSpPr>
          <p:nvPr/>
        </p:nvSpPr>
        <p:spPr>
          <a:xfrm>
            <a:off x="4191000" y="2389473"/>
            <a:ext cx="1123950" cy="962025"/>
          </a:xfrm>
          <a:prstGeom prst="roundRect">
            <a:avLst>
              <a:gd name="adj" fmla="val 7921"/>
            </a:avLst>
          </a:prstGeom>
          <a:solidFill>
            <a:srgbClr val="E7F6F3"/>
          </a:solidFill>
          <a:ln w="14288">
            <a:solidFill>
              <a:srgbClr val="078C91"/>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0" name="formula-field-text-0">
            <a:extLst>
              <a:ext uri="{FF2B5EF4-FFF2-40B4-BE49-F238E27FC236}">
                <a16:creationId xmlns:a16="http://schemas.microsoft.com/office/drawing/2014/main" id="{28A02CBE-B3CD-422C-BB1B-B296FCE84FD2}"/>
              </a:ext>
            </a:extLst>
          </p:cNvPr>
          <p:cNvSpPr>
            <a:spLocks noGrp="1"/>
          </p:cNvSpPr>
          <p:nvPr/>
        </p:nvSpPr>
        <p:spPr>
          <a:xfrm>
            <a:off x="4248150" y="2770473"/>
            <a:ext cx="1009650" cy="333375"/>
          </a:xfrm>
          <a:prstGeom prst="rect">
            <a:avLst/>
          </a:prstGeom>
          <a:noFill/>
          <a:ln w="0">
            <a:noFill/>
            <a:prstDash val="solid"/>
          </a:ln>
        </p:spPr>
        <p:txBody>
          <a:bodyPr/>
          <a:lstStyle/>
          <a:p>
            <a:pPr algn="ctr">
              <a:defRPr sz="1575" b="1">
                <a:solidFill>
                  <a:srgbClr val="078C91"/>
                </a:solidFill>
              </a:defRPr>
            </a:pPr>
            <a:r>
              <a:rPr sz="1575" b="1">
                <a:solidFill>
                  <a:srgbClr val="078C91"/>
                </a:solidFill>
                <a:latin typeface="微软雅黑" panose="020B0503020204020204" pitchFamily="34" charset="-122"/>
                <a:ea typeface="微软雅黑" panose="020B0503020204020204" pitchFamily="34" charset="-122"/>
              </a:rPr>
              <a:t>对象</a:t>
            </a:r>
          </a:p>
        </p:txBody>
      </p:sp>
      <p:sp>
        <p:nvSpPr>
          <p:cNvPr id="41" name="formula-arrow-0">
            <a:extLst>
              <a:ext uri="{FF2B5EF4-FFF2-40B4-BE49-F238E27FC236}">
                <a16:creationId xmlns:a16="http://schemas.microsoft.com/office/drawing/2014/main" id="{DB2B1F55-7A1D-4073-B926-404743318B58}"/>
              </a:ext>
            </a:extLst>
          </p:cNvPr>
          <p:cNvSpPr>
            <a:spLocks noGrp="1"/>
          </p:cNvSpPr>
          <p:nvPr/>
        </p:nvSpPr>
        <p:spPr>
          <a:xfrm>
            <a:off x="5248275" y="2741898"/>
            <a:ext cx="190500" cy="266700"/>
          </a:xfrm>
          <a:prstGeom prst="chevron">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formula-field-1">
            <a:extLst>
              <a:ext uri="{FF2B5EF4-FFF2-40B4-BE49-F238E27FC236}">
                <a16:creationId xmlns:a16="http://schemas.microsoft.com/office/drawing/2014/main" id="{DB641EF6-765C-4A13-9CC3-82588C8E23C0}"/>
              </a:ext>
            </a:extLst>
          </p:cNvPr>
          <p:cNvSpPr>
            <a:spLocks noGrp="1"/>
          </p:cNvSpPr>
          <p:nvPr/>
        </p:nvSpPr>
        <p:spPr>
          <a:xfrm>
            <a:off x="5429250" y="2389473"/>
            <a:ext cx="1123950" cy="962025"/>
          </a:xfrm>
          <a:prstGeom prst="roundRect">
            <a:avLst>
              <a:gd name="adj" fmla="val 7921"/>
            </a:avLst>
          </a:prstGeom>
          <a:solidFill>
            <a:srgbClr val="E7F6F3"/>
          </a:solidFill>
          <a:ln w="14288">
            <a:solidFill>
              <a:srgbClr val="078C91"/>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3" name="formula-field-text-1">
            <a:extLst>
              <a:ext uri="{FF2B5EF4-FFF2-40B4-BE49-F238E27FC236}">
                <a16:creationId xmlns:a16="http://schemas.microsoft.com/office/drawing/2014/main" id="{D0707484-5655-4E7C-BC01-2921510D99AD}"/>
              </a:ext>
            </a:extLst>
          </p:cNvPr>
          <p:cNvSpPr>
            <a:spLocks noGrp="1"/>
          </p:cNvSpPr>
          <p:nvPr/>
        </p:nvSpPr>
        <p:spPr>
          <a:xfrm>
            <a:off x="5486400" y="2770473"/>
            <a:ext cx="1009650" cy="333375"/>
          </a:xfrm>
          <a:prstGeom prst="rect">
            <a:avLst/>
          </a:prstGeom>
          <a:noFill/>
          <a:ln w="0">
            <a:noFill/>
            <a:prstDash val="solid"/>
          </a:ln>
        </p:spPr>
        <p:txBody>
          <a:bodyPr/>
          <a:lstStyle/>
          <a:p>
            <a:pPr algn="ctr">
              <a:defRPr sz="1350" b="1">
                <a:solidFill>
                  <a:srgbClr val="078C91"/>
                </a:solidFill>
              </a:defRPr>
            </a:pPr>
            <a:r>
              <a:rPr sz="1350" b="1" dirty="0" err="1">
                <a:solidFill>
                  <a:srgbClr val="078C91"/>
                </a:solidFill>
                <a:latin typeface="微软雅黑" panose="020B0503020204020204" pitchFamily="34" charset="-122"/>
                <a:ea typeface="微软雅黑" panose="020B0503020204020204" pitchFamily="34" charset="-122"/>
              </a:rPr>
              <a:t>时间</a:t>
            </a:r>
            <a:r>
              <a:rPr sz="1350" b="1" dirty="0">
                <a:solidFill>
                  <a:srgbClr val="078C91"/>
                </a:solidFill>
                <a:latin typeface="微软雅黑" panose="020B0503020204020204" pitchFamily="34" charset="-122"/>
                <a:ea typeface="微软雅黑" panose="020B0503020204020204" pitchFamily="34" charset="-122"/>
              </a:rPr>
              <a:t> / </a:t>
            </a:r>
            <a:r>
              <a:rPr sz="1350" b="1" dirty="0" err="1">
                <a:solidFill>
                  <a:srgbClr val="078C91"/>
                </a:solidFill>
                <a:latin typeface="微软雅黑" panose="020B0503020204020204" pitchFamily="34" charset="-122"/>
                <a:ea typeface="微软雅黑" panose="020B0503020204020204" pitchFamily="34" charset="-122"/>
              </a:rPr>
              <a:t>地点</a:t>
            </a:r>
            <a:endParaRPr sz="1350" b="1" dirty="0">
              <a:solidFill>
                <a:srgbClr val="078C91"/>
              </a:solidFill>
              <a:latin typeface="微软雅黑" panose="020B0503020204020204" pitchFamily="34" charset="-122"/>
              <a:ea typeface="微软雅黑" panose="020B0503020204020204" pitchFamily="34" charset="-122"/>
            </a:endParaRPr>
          </a:p>
        </p:txBody>
      </p:sp>
      <p:sp>
        <p:nvSpPr>
          <p:cNvPr id="44" name="formula-arrow-1">
            <a:extLst>
              <a:ext uri="{FF2B5EF4-FFF2-40B4-BE49-F238E27FC236}">
                <a16:creationId xmlns:a16="http://schemas.microsoft.com/office/drawing/2014/main" id="{CECB2C53-B41C-4A18-87E9-5610A64D6D8E}"/>
              </a:ext>
            </a:extLst>
          </p:cNvPr>
          <p:cNvSpPr>
            <a:spLocks noGrp="1"/>
          </p:cNvSpPr>
          <p:nvPr/>
        </p:nvSpPr>
        <p:spPr>
          <a:xfrm>
            <a:off x="6486525" y="2741898"/>
            <a:ext cx="190500" cy="266700"/>
          </a:xfrm>
          <a:prstGeom prst="chevron">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formula-field-2">
            <a:extLst>
              <a:ext uri="{FF2B5EF4-FFF2-40B4-BE49-F238E27FC236}">
                <a16:creationId xmlns:a16="http://schemas.microsoft.com/office/drawing/2014/main" id="{F7797BAC-0850-4098-9BC9-C1F95FCD29EB}"/>
              </a:ext>
            </a:extLst>
          </p:cNvPr>
          <p:cNvSpPr>
            <a:spLocks noGrp="1"/>
          </p:cNvSpPr>
          <p:nvPr/>
        </p:nvSpPr>
        <p:spPr>
          <a:xfrm>
            <a:off x="6667500" y="2389473"/>
            <a:ext cx="1123950" cy="962025"/>
          </a:xfrm>
          <a:prstGeom prst="roundRect">
            <a:avLst>
              <a:gd name="adj" fmla="val 7921"/>
            </a:avLst>
          </a:prstGeom>
          <a:solidFill>
            <a:srgbClr val="EAF2FC"/>
          </a:solidFill>
          <a:ln w="14288">
            <a:solidFill>
              <a:srgbClr val="2F6FCE"/>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6" name="formula-field-text-2">
            <a:extLst>
              <a:ext uri="{FF2B5EF4-FFF2-40B4-BE49-F238E27FC236}">
                <a16:creationId xmlns:a16="http://schemas.microsoft.com/office/drawing/2014/main" id="{F4740A59-488F-430F-A234-2F408138F837}"/>
              </a:ext>
            </a:extLst>
          </p:cNvPr>
          <p:cNvSpPr>
            <a:spLocks noGrp="1"/>
          </p:cNvSpPr>
          <p:nvPr/>
        </p:nvSpPr>
        <p:spPr>
          <a:xfrm>
            <a:off x="6724650" y="2770473"/>
            <a:ext cx="1009650" cy="333375"/>
          </a:xfrm>
          <a:prstGeom prst="rect">
            <a:avLst/>
          </a:prstGeom>
          <a:noFill/>
          <a:ln w="0">
            <a:noFill/>
            <a:prstDash val="solid"/>
          </a:ln>
        </p:spPr>
        <p:txBody>
          <a:bodyPr/>
          <a:lstStyle/>
          <a:p>
            <a:pPr algn="ctr">
              <a:defRPr sz="1575" b="1">
                <a:solidFill>
                  <a:srgbClr val="092B5A"/>
                </a:solidFill>
              </a:defRPr>
            </a:pPr>
            <a:r>
              <a:rPr sz="1575" b="1">
                <a:solidFill>
                  <a:srgbClr val="092B5A"/>
                </a:solidFill>
                <a:latin typeface="微软雅黑" panose="020B0503020204020204" pitchFamily="34" charset="-122"/>
                <a:ea typeface="微软雅黑" panose="020B0503020204020204" pitchFamily="34" charset="-122"/>
              </a:rPr>
              <a:t>现状 A</a:t>
            </a:r>
          </a:p>
        </p:txBody>
      </p:sp>
      <p:sp>
        <p:nvSpPr>
          <p:cNvPr id="47" name="formula-arrow-2">
            <a:extLst>
              <a:ext uri="{FF2B5EF4-FFF2-40B4-BE49-F238E27FC236}">
                <a16:creationId xmlns:a16="http://schemas.microsoft.com/office/drawing/2014/main" id="{46ACBE4E-FCEC-4C89-9874-671F16E92A62}"/>
              </a:ext>
            </a:extLst>
          </p:cNvPr>
          <p:cNvSpPr>
            <a:spLocks noGrp="1"/>
          </p:cNvSpPr>
          <p:nvPr/>
        </p:nvSpPr>
        <p:spPr>
          <a:xfrm>
            <a:off x="7724775" y="2741898"/>
            <a:ext cx="190500" cy="266700"/>
          </a:xfrm>
          <a:prstGeom prst="chevron">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formula-field-3">
            <a:extLst>
              <a:ext uri="{FF2B5EF4-FFF2-40B4-BE49-F238E27FC236}">
                <a16:creationId xmlns:a16="http://schemas.microsoft.com/office/drawing/2014/main" id="{B042CDC6-7D72-4DB2-B45E-736E2937E27A}"/>
              </a:ext>
            </a:extLst>
          </p:cNvPr>
          <p:cNvSpPr>
            <a:spLocks noGrp="1"/>
          </p:cNvSpPr>
          <p:nvPr/>
        </p:nvSpPr>
        <p:spPr>
          <a:xfrm>
            <a:off x="7905750" y="2389473"/>
            <a:ext cx="1123950" cy="962025"/>
          </a:xfrm>
          <a:prstGeom prst="roundRect">
            <a:avLst>
              <a:gd name="adj" fmla="val 7921"/>
            </a:avLst>
          </a:prstGeom>
          <a:solidFill>
            <a:srgbClr val="EEEBFA"/>
          </a:solidFill>
          <a:ln w="14288">
            <a:solidFill>
              <a:srgbClr val="6554B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9" name="formula-field-text-3">
            <a:extLst>
              <a:ext uri="{FF2B5EF4-FFF2-40B4-BE49-F238E27FC236}">
                <a16:creationId xmlns:a16="http://schemas.microsoft.com/office/drawing/2014/main" id="{9CDB60D8-E8C4-4C48-B3A3-1039131B3825}"/>
              </a:ext>
            </a:extLst>
          </p:cNvPr>
          <p:cNvSpPr>
            <a:spLocks noGrp="1"/>
          </p:cNvSpPr>
          <p:nvPr/>
        </p:nvSpPr>
        <p:spPr>
          <a:xfrm>
            <a:off x="7962900" y="2770473"/>
            <a:ext cx="1009650" cy="333375"/>
          </a:xfrm>
          <a:prstGeom prst="rect">
            <a:avLst/>
          </a:prstGeom>
          <a:noFill/>
          <a:ln w="0">
            <a:noFill/>
            <a:prstDash val="solid"/>
          </a:ln>
        </p:spPr>
        <p:txBody>
          <a:bodyPr/>
          <a:lstStyle/>
          <a:p>
            <a:pPr algn="ctr">
              <a:defRPr sz="1575" b="1">
                <a:solidFill>
                  <a:srgbClr val="6554B3"/>
                </a:solidFill>
              </a:defRPr>
            </a:pPr>
            <a:r>
              <a:rPr sz="1575" b="1">
                <a:solidFill>
                  <a:srgbClr val="6554B3"/>
                </a:solidFill>
                <a:latin typeface="微软雅黑" panose="020B0503020204020204" pitchFamily="34" charset="-122"/>
                <a:ea typeface="微软雅黑" panose="020B0503020204020204" pitchFamily="34" charset="-122"/>
              </a:rPr>
              <a:t>期望 B</a:t>
            </a:r>
          </a:p>
        </p:txBody>
      </p:sp>
      <p:sp>
        <p:nvSpPr>
          <p:cNvPr id="50" name="formula-arrow-3">
            <a:extLst>
              <a:ext uri="{FF2B5EF4-FFF2-40B4-BE49-F238E27FC236}">
                <a16:creationId xmlns:a16="http://schemas.microsoft.com/office/drawing/2014/main" id="{46ACB480-64E8-4B7B-9560-15DC70E95DD4}"/>
              </a:ext>
            </a:extLst>
          </p:cNvPr>
          <p:cNvSpPr>
            <a:spLocks noGrp="1"/>
          </p:cNvSpPr>
          <p:nvPr/>
        </p:nvSpPr>
        <p:spPr>
          <a:xfrm>
            <a:off x="8963025" y="2741898"/>
            <a:ext cx="190500" cy="266700"/>
          </a:xfrm>
          <a:prstGeom prst="chevron">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1" name="formula-field-4">
            <a:extLst>
              <a:ext uri="{FF2B5EF4-FFF2-40B4-BE49-F238E27FC236}">
                <a16:creationId xmlns:a16="http://schemas.microsoft.com/office/drawing/2014/main" id="{E1975D77-C53E-4EA5-AE28-AFF1E359CE0D}"/>
              </a:ext>
            </a:extLst>
          </p:cNvPr>
          <p:cNvSpPr>
            <a:spLocks noGrp="1"/>
          </p:cNvSpPr>
          <p:nvPr/>
        </p:nvSpPr>
        <p:spPr>
          <a:xfrm>
            <a:off x="9144000" y="2389473"/>
            <a:ext cx="1123950" cy="962025"/>
          </a:xfrm>
          <a:prstGeom prst="roundRect">
            <a:avLst>
              <a:gd name="adj" fmla="val 7921"/>
            </a:avLst>
          </a:prstGeom>
          <a:solidFill>
            <a:srgbClr val="FFF3D7"/>
          </a:solidFill>
          <a:ln w="14288">
            <a:solidFill>
              <a:srgbClr val="C7861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2" name="formula-field-text-4">
            <a:extLst>
              <a:ext uri="{FF2B5EF4-FFF2-40B4-BE49-F238E27FC236}">
                <a16:creationId xmlns:a16="http://schemas.microsoft.com/office/drawing/2014/main" id="{99164722-E935-48D6-B735-34FB5057B4A6}"/>
              </a:ext>
            </a:extLst>
          </p:cNvPr>
          <p:cNvSpPr>
            <a:spLocks noGrp="1"/>
          </p:cNvSpPr>
          <p:nvPr/>
        </p:nvSpPr>
        <p:spPr>
          <a:xfrm>
            <a:off x="9201150" y="2770473"/>
            <a:ext cx="1009650" cy="333375"/>
          </a:xfrm>
          <a:prstGeom prst="rect">
            <a:avLst/>
          </a:prstGeom>
          <a:noFill/>
          <a:ln w="0">
            <a:noFill/>
            <a:prstDash val="solid"/>
          </a:ln>
        </p:spPr>
        <p:txBody>
          <a:bodyPr/>
          <a:lstStyle/>
          <a:p>
            <a:pPr algn="ctr">
              <a:defRPr sz="1575" b="1">
                <a:solidFill>
                  <a:srgbClr val="C78618"/>
                </a:solidFill>
              </a:defRPr>
            </a:pPr>
            <a:r>
              <a:rPr sz="1575" b="1">
                <a:solidFill>
                  <a:srgbClr val="C78618"/>
                </a:solidFill>
                <a:latin typeface="微软雅黑" panose="020B0503020204020204" pitchFamily="34" charset="-122"/>
                <a:ea typeface="微软雅黑" panose="020B0503020204020204" pitchFamily="34" charset="-122"/>
              </a:rPr>
              <a:t>差距</a:t>
            </a:r>
          </a:p>
        </p:txBody>
      </p:sp>
      <p:sp>
        <p:nvSpPr>
          <p:cNvPr id="53" name="formula-arrow-4">
            <a:extLst>
              <a:ext uri="{FF2B5EF4-FFF2-40B4-BE49-F238E27FC236}">
                <a16:creationId xmlns:a16="http://schemas.microsoft.com/office/drawing/2014/main" id="{089CD2FB-B415-44C3-8190-8D5AC5028A33}"/>
              </a:ext>
            </a:extLst>
          </p:cNvPr>
          <p:cNvSpPr>
            <a:spLocks noGrp="1"/>
          </p:cNvSpPr>
          <p:nvPr/>
        </p:nvSpPr>
        <p:spPr>
          <a:xfrm>
            <a:off x="10201275" y="2741898"/>
            <a:ext cx="190500" cy="266700"/>
          </a:xfrm>
          <a:prstGeom prst="chevron">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4" name="formula-field-5">
            <a:extLst>
              <a:ext uri="{FF2B5EF4-FFF2-40B4-BE49-F238E27FC236}">
                <a16:creationId xmlns:a16="http://schemas.microsoft.com/office/drawing/2014/main" id="{DD2398C1-13A1-4EA0-B3A3-05908B692AC5}"/>
              </a:ext>
            </a:extLst>
          </p:cNvPr>
          <p:cNvSpPr>
            <a:spLocks noGrp="1"/>
          </p:cNvSpPr>
          <p:nvPr/>
        </p:nvSpPr>
        <p:spPr>
          <a:xfrm>
            <a:off x="10382250" y="2389473"/>
            <a:ext cx="1371600" cy="962025"/>
          </a:xfrm>
          <a:prstGeom prst="roundRect">
            <a:avLst>
              <a:gd name="adj" fmla="val 7921"/>
            </a:avLst>
          </a:prstGeom>
          <a:solidFill>
            <a:srgbClr val="092B5A"/>
          </a:solidFill>
          <a:ln w="14288">
            <a:solidFill>
              <a:srgbClr val="092B5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5" name="formula-field-text-5">
            <a:extLst>
              <a:ext uri="{FF2B5EF4-FFF2-40B4-BE49-F238E27FC236}">
                <a16:creationId xmlns:a16="http://schemas.microsoft.com/office/drawing/2014/main" id="{36516F04-8125-40DC-BC3A-EE978BFEA8D9}"/>
              </a:ext>
            </a:extLst>
          </p:cNvPr>
          <p:cNvSpPr>
            <a:spLocks noGrp="1"/>
          </p:cNvSpPr>
          <p:nvPr/>
        </p:nvSpPr>
        <p:spPr>
          <a:xfrm>
            <a:off x="10439400" y="2770473"/>
            <a:ext cx="1257300" cy="333375"/>
          </a:xfrm>
          <a:prstGeom prst="rect">
            <a:avLst/>
          </a:prstGeom>
          <a:noFill/>
          <a:ln w="0">
            <a:noFill/>
            <a:prstDash val="solid"/>
          </a:ln>
        </p:spPr>
        <p:txBody>
          <a:bodyPr/>
          <a:lstStyle/>
          <a:p>
            <a:pPr algn="ctr">
              <a:defRPr sz="1350" b="1">
                <a:solidFill>
                  <a:srgbClr val="FFFFFF"/>
                </a:solidFill>
              </a:defRPr>
            </a:pPr>
            <a:r>
              <a:rPr sz="1350" b="1">
                <a:solidFill>
                  <a:srgbClr val="FFFFFF"/>
                </a:solidFill>
                <a:latin typeface="微软雅黑" panose="020B0503020204020204" pitchFamily="34" charset="-122"/>
                <a:ea typeface="微软雅黑" panose="020B0503020204020204" pitchFamily="34" charset="-122"/>
              </a:rPr>
              <a:t>造成的影响</a:t>
            </a:r>
          </a:p>
        </p:txBody>
      </p:sp>
      <p:sp>
        <p:nvSpPr>
          <p:cNvPr id="56" name="formula-sentence-bg">
            <a:extLst>
              <a:ext uri="{FF2B5EF4-FFF2-40B4-BE49-F238E27FC236}">
                <a16:creationId xmlns:a16="http://schemas.microsoft.com/office/drawing/2014/main" id="{834E17F2-7F12-44F7-9567-C72F3BA4ABE1}"/>
              </a:ext>
            </a:extLst>
          </p:cNvPr>
          <p:cNvSpPr>
            <a:spLocks noGrp="1"/>
          </p:cNvSpPr>
          <p:nvPr/>
        </p:nvSpPr>
        <p:spPr>
          <a:xfrm>
            <a:off x="4191000" y="3532473"/>
            <a:ext cx="7562850" cy="438150"/>
          </a:xfrm>
          <a:prstGeom prst="roundRect">
            <a:avLst>
              <a:gd name="adj" fmla="val 17391"/>
            </a:avLst>
          </a:prstGeom>
          <a:solidFill>
            <a:srgbClr val="EAF2FC"/>
          </a:solidFill>
          <a:ln w="14288">
            <a:solidFill>
              <a:srgbClr val="A7C6E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7" name="formula-sentence">
            <a:extLst>
              <a:ext uri="{FF2B5EF4-FFF2-40B4-BE49-F238E27FC236}">
                <a16:creationId xmlns:a16="http://schemas.microsoft.com/office/drawing/2014/main" id="{DEB2F19D-381E-4833-BDD0-8BE24EC3543C}"/>
              </a:ext>
            </a:extLst>
          </p:cNvPr>
          <p:cNvSpPr>
            <a:spLocks noGrp="1"/>
          </p:cNvSpPr>
          <p:nvPr/>
        </p:nvSpPr>
        <p:spPr>
          <a:xfrm>
            <a:off x="4371975" y="3627723"/>
            <a:ext cx="7200900" cy="266700"/>
          </a:xfrm>
          <a:prstGeom prst="rect">
            <a:avLst/>
          </a:prstGeom>
          <a:noFill/>
          <a:ln w="0">
            <a:noFill/>
            <a:prstDash val="solid"/>
          </a:ln>
        </p:spPr>
        <p:txBody>
          <a:bodyPr/>
          <a:lstStyle/>
          <a:p>
            <a:pPr algn="ctr">
              <a:defRPr sz="1500" b="1">
                <a:solidFill>
                  <a:srgbClr val="092B5A"/>
                </a:solidFill>
              </a:defRPr>
            </a:pPr>
            <a:r>
              <a:rPr sz="1500" b="1">
                <a:solidFill>
                  <a:srgbClr val="092B5A"/>
                </a:solidFill>
                <a:latin typeface="微软雅黑" panose="020B0503020204020204" pitchFamily="34" charset="-122"/>
                <a:ea typeface="微软雅黑" panose="020B0503020204020204" pitchFamily="34" charset="-122"/>
              </a:rPr>
              <a:t>谁 / 何时 / 何处，什么指标从A变成B，造成何影响</a:t>
            </a:r>
          </a:p>
        </p:txBody>
      </p:sp>
      <p:sp>
        <p:nvSpPr>
          <p:cNvPr id="58" name="example-panel">
            <a:extLst>
              <a:ext uri="{FF2B5EF4-FFF2-40B4-BE49-F238E27FC236}">
                <a16:creationId xmlns:a16="http://schemas.microsoft.com/office/drawing/2014/main" id="{7FB0B8DC-C9F6-4197-98A7-070A96999A7F}"/>
              </a:ext>
            </a:extLst>
          </p:cNvPr>
          <p:cNvSpPr>
            <a:spLocks noGrp="1"/>
          </p:cNvSpPr>
          <p:nvPr/>
        </p:nvSpPr>
        <p:spPr>
          <a:xfrm>
            <a:off x="4019550" y="4342098"/>
            <a:ext cx="7924800" cy="1343025"/>
          </a:xfrm>
          <a:prstGeom prst="roundRect">
            <a:avLst>
              <a:gd name="adj" fmla="val 8511"/>
            </a:avLst>
          </a:prstGeom>
          <a:solidFill>
            <a:srgbClr val="FFFFFF"/>
          </a:solidFill>
          <a:ln w="14288">
            <a:solidFill>
              <a:srgbClr val="092B5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9" name="example-tab">
            <a:extLst>
              <a:ext uri="{FF2B5EF4-FFF2-40B4-BE49-F238E27FC236}">
                <a16:creationId xmlns:a16="http://schemas.microsoft.com/office/drawing/2014/main" id="{EA443D8E-4B20-4A94-A29F-FF9D298050E9}"/>
              </a:ext>
            </a:extLst>
          </p:cNvPr>
          <p:cNvSpPr>
            <a:spLocks noGrp="1"/>
          </p:cNvSpPr>
          <p:nvPr/>
        </p:nvSpPr>
        <p:spPr>
          <a:xfrm>
            <a:off x="4019550" y="4294473"/>
            <a:ext cx="1381125" cy="361950"/>
          </a:xfrm>
          <a:prstGeom prst="roundRect">
            <a:avLst>
              <a:gd name="adj" fmla="val 21053"/>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0" name="example-label">
            <a:extLst>
              <a:ext uri="{FF2B5EF4-FFF2-40B4-BE49-F238E27FC236}">
                <a16:creationId xmlns:a16="http://schemas.microsoft.com/office/drawing/2014/main" id="{EACD47ED-7A4D-4C97-9F3B-AD31CB9A68AE}"/>
              </a:ext>
            </a:extLst>
          </p:cNvPr>
          <p:cNvSpPr>
            <a:spLocks noGrp="1"/>
          </p:cNvSpPr>
          <p:nvPr/>
        </p:nvSpPr>
        <p:spPr>
          <a:xfrm>
            <a:off x="4133850" y="4351623"/>
            <a:ext cx="1152525" cy="257175"/>
          </a:xfrm>
          <a:prstGeom prst="rect">
            <a:avLst/>
          </a:prstGeom>
          <a:noFill/>
          <a:ln w="0">
            <a:noFill/>
            <a:prstDash val="solid"/>
          </a:ln>
        </p:spPr>
        <p:txBody>
          <a:bodyPr/>
          <a:lstStyle/>
          <a:p>
            <a:pPr algn="l">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4  示例</a:t>
            </a:r>
          </a:p>
        </p:txBody>
      </p:sp>
      <p:sp>
        <p:nvSpPr>
          <p:cNvPr id="61" name="bad-box">
            <a:extLst>
              <a:ext uri="{FF2B5EF4-FFF2-40B4-BE49-F238E27FC236}">
                <a16:creationId xmlns:a16="http://schemas.microsoft.com/office/drawing/2014/main" id="{2BBBB3EF-C9C2-482C-80D1-C0464A7EB075}"/>
              </a:ext>
            </a:extLst>
          </p:cNvPr>
          <p:cNvSpPr>
            <a:spLocks noGrp="1"/>
          </p:cNvSpPr>
          <p:nvPr/>
        </p:nvSpPr>
        <p:spPr>
          <a:xfrm>
            <a:off x="4219575" y="4789773"/>
            <a:ext cx="2952750" cy="714375"/>
          </a:xfrm>
          <a:prstGeom prst="roundRect">
            <a:avLst>
              <a:gd name="adj" fmla="val 10667"/>
            </a:avLst>
          </a:prstGeom>
          <a:solidFill>
            <a:srgbClr val="FCEDEB"/>
          </a:solidFill>
          <a:ln w="14288">
            <a:solidFill>
              <a:srgbClr val="D650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2" name="bad-icon">
            <a:extLst>
              <a:ext uri="{FF2B5EF4-FFF2-40B4-BE49-F238E27FC236}">
                <a16:creationId xmlns:a16="http://schemas.microsoft.com/office/drawing/2014/main" id="{11D85B0B-959B-45B5-9ECD-38952FBDA0B0}"/>
              </a:ext>
            </a:extLst>
          </p:cNvPr>
          <p:cNvSpPr>
            <a:spLocks noGrp="1"/>
          </p:cNvSpPr>
          <p:nvPr/>
        </p:nvSpPr>
        <p:spPr>
          <a:xfrm>
            <a:off x="4391025" y="4980273"/>
            <a:ext cx="342900" cy="342900"/>
          </a:xfrm>
          <a:prstGeom prst="ellipse">
            <a:avLst/>
          </a:prstGeom>
          <a:solidFill>
            <a:srgbClr val="D65045"/>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3" name="bad-x">
            <a:extLst>
              <a:ext uri="{FF2B5EF4-FFF2-40B4-BE49-F238E27FC236}">
                <a16:creationId xmlns:a16="http://schemas.microsoft.com/office/drawing/2014/main" id="{6537E2E1-1AA8-4C32-BDA6-0D4BF70957D1}"/>
              </a:ext>
            </a:extLst>
          </p:cNvPr>
          <p:cNvSpPr>
            <a:spLocks noGrp="1"/>
          </p:cNvSpPr>
          <p:nvPr/>
        </p:nvSpPr>
        <p:spPr>
          <a:xfrm>
            <a:off x="4391025" y="4989798"/>
            <a:ext cx="342900" cy="257175"/>
          </a:xfrm>
          <a:prstGeom prst="rect">
            <a:avLst/>
          </a:prstGeom>
          <a:noFill/>
          <a:ln w="0">
            <a:noFill/>
            <a:prstDash val="solid"/>
          </a:ln>
        </p:spPr>
        <p:txBody>
          <a:bodyP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a:t>
            </a:r>
          </a:p>
        </p:txBody>
      </p:sp>
      <p:sp>
        <p:nvSpPr>
          <p:cNvPr id="64" name="bad-text">
            <a:extLst>
              <a:ext uri="{FF2B5EF4-FFF2-40B4-BE49-F238E27FC236}">
                <a16:creationId xmlns:a16="http://schemas.microsoft.com/office/drawing/2014/main" id="{A9A3F2DF-BF76-4D38-BBBC-6B92BE4DC5C7}"/>
              </a:ext>
            </a:extLst>
          </p:cNvPr>
          <p:cNvSpPr>
            <a:spLocks noGrp="1"/>
          </p:cNvSpPr>
          <p:nvPr/>
        </p:nvSpPr>
        <p:spPr>
          <a:xfrm>
            <a:off x="4838700" y="4951698"/>
            <a:ext cx="2190750" cy="342900"/>
          </a:xfrm>
          <a:prstGeom prst="rect">
            <a:avLst/>
          </a:prstGeom>
          <a:noFill/>
          <a:ln w="0">
            <a:noFill/>
            <a:prstDash val="solid"/>
          </a:ln>
        </p:spPr>
        <p:txBody>
          <a:bodyPr/>
          <a:lstStyle/>
          <a:p>
            <a:pPr algn="l">
              <a:defRPr sz="1275" b="1">
                <a:solidFill>
                  <a:srgbClr val="14233A"/>
                </a:solidFill>
              </a:defRPr>
            </a:pPr>
            <a:r>
              <a:rPr sz="1275" b="1">
                <a:solidFill>
                  <a:srgbClr val="14233A"/>
                </a:solidFill>
                <a:latin typeface="微软雅黑" panose="020B0503020204020204" pitchFamily="34" charset="-122"/>
                <a:ea typeface="微软雅黑" panose="020B0503020204020204" pitchFamily="34" charset="-122"/>
              </a:rPr>
              <a:t>评价：团队执行力很差</a:t>
            </a:r>
          </a:p>
        </p:txBody>
      </p:sp>
      <p:sp>
        <p:nvSpPr>
          <p:cNvPr id="65" name="transition-arrow">
            <a:extLst>
              <a:ext uri="{FF2B5EF4-FFF2-40B4-BE49-F238E27FC236}">
                <a16:creationId xmlns:a16="http://schemas.microsoft.com/office/drawing/2014/main" id="{7FE7CA13-8B7B-4EC7-BE65-C02C66913C83}"/>
              </a:ext>
            </a:extLst>
          </p:cNvPr>
          <p:cNvSpPr>
            <a:spLocks noGrp="1"/>
          </p:cNvSpPr>
          <p:nvPr/>
        </p:nvSpPr>
        <p:spPr>
          <a:xfrm>
            <a:off x="7305675" y="4989798"/>
            <a:ext cx="600075" cy="276225"/>
          </a:xfrm>
          <a:prstGeom prst="rightArrow">
            <a:avLst/>
          </a:prstGeom>
          <a:solidFill>
            <a:srgbClr val="238347"/>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6" name="good-box">
            <a:extLst>
              <a:ext uri="{FF2B5EF4-FFF2-40B4-BE49-F238E27FC236}">
                <a16:creationId xmlns:a16="http://schemas.microsoft.com/office/drawing/2014/main" id="{43ADB076-CD49-4672-B824-852A9AD694B6}"/>
              </a:ext>
            </a:extLst>
          </p:cNvPr>
          <p:cNvSpPr>
            <a:spLocks noGrp="1"/>
          </p:cNvSpPr>
          <p:nvPr/>
        </p:nvSpPr>
        <p:spPr>
          <a:xfrm>
            <a:off x="8010525" y="4684998"/>
            <a:ext cx="3743325" cy="866775"/>
          </a:xfrm>
          <a:prstGeom prst="roundRect">
            <a:avLst>
              <a:gd name="adj" fmla="val 8791"/>
            </a:avLst>
          </a:prstGeom>
          <a:solidFill>
            <a:srgbClr val="EAF6ED"/>
          </a:solidFill>
          <a:ln w="14288">
            <a:solidFill>
              <a:srgbClr val="23834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7" name="good-icon">
            <a:extLst>
              <a:ext uri="{FF2B5EF4-FFF2-40B4-BE49-F238E27FC236}">
                <a16:creationId xmlns:a16="http://schemas.microsoft.com/office/drawing/2014/main" id="{0CC06844-E3DB-4000-BAE0-31FF3565D7C9}"/>
              </a:ext>
            </a:extLst>
          </p:cNvPr>
          <p:cNvSpPr>
            <a:spLocks noGrp="1"/>
          </p:cNvSpPr>
          <p:nvPr/>
        </p:nvSpPr>
        <p:spPr>
          <a:xfrm>
            <a:off x="8172450" y="4932648"/>
            <a:ext cx="352425" cy="352425"/>
          </a:xfrm>
          <a:prstGeom prst="ellipse">
            <a:avLst/>
          </a:prstGeom>
          <a:solidFill>
            <a:srgbClr val="238347"/>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8" name="good-check">
            <a:extLst>
              <a:ext uri="{FF2B5EF4-FFF2-40B4-BE49-F238E27FC236}">
                <a16:creationId xmlns:a16="http://schemas.microsoft.com/office/drawing/2014/main" id="{A404AA8E-B02D-415E-B4FD-E72991C89D52}"/>
              </a:ext>
            </a:extLst>
          </p:cNvPr>
          <p:cNvSpPr>
            <a:spLocks noGrp="1"/>
          </p:cNvSpPr>
          <p:nvPr/>
        </p:nvSpPr>
        <p:spPr>
          <a:xfrm>
            <a:off x="8172450" y="4970748"/>
            <a:ext cx="352425" cy="247650"/>
          </a:xfrm>
          <a:prstGeom prst="rect">
            <a:avLst/>
          </a:prstGeom>
          <a:noFill/>
          <a:ln w="0">
            <a:noFill/>
            <a:prstDash val="solid"/>
          </a:ln>
        </p:spPr>
        <p:txBody>
          <a:bodyP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a:t>
            </a:r>
          </a:p>
        </p:txBody>
      </p:sp>
      <p:sp>
        <p:nvSpPr>
          <p:cNvPr id="69" name="good-text">
            <a:extLst>
              <a:ext uri="{FF2B5EF4-FFF2-40B4-BE49-F238E27FC236}">
                <a16:creationId xmlns:a16="http://schemas.microsoft.com/office/drawing/2014/main" id="{08D5D9F3-1823-45D9-AA59-7374F46065AB}"/>
              </a:ext>
            </a:extLst>
          </p:cNvPr>
          <p:cNvSpPr>
            <a:spLocks noGrp="1"/>
          </p:cNvSpPr>
          <p:nvPr/>
        </p:nvSpPr>
        <p:spPr>
          <a:xfrm>
            <a:off x="8639175" y="4827873"/>
            <a:ext cx="2952750" cy="590550"/>
          </a:xfrm>
          <a:prstGeom prst="rect">
            <a:avLst/>
          </a:prstGeom>
          <a:noFill/>
          <a:ln w="0">
            <a:noFill/>
            <a:prstDash val="solid"/>
          </a:ln>
        </p:spPr>
        <p:txBody>
          <a:bodyPr/>
          <a:lstStyle/>
          <a:p>
            <a:pPr algn="l">
              <a:defRPr sz="1200" b="1">
                <a:solidFill>
                  <a:srgbClr val="14233A"/>
                </a:solidFill>
              </a:defRPr>
            </a:pPr>
            <a:r>
              <a:rPr sz="1200" b="1">
                <a:solidFill>
                  <a:srgbClr val="14233A"/>
                </a:solidFill>
                <a:latin typeface="微软雅黑" panose="020B0503020204020204" pitchFamily="34" charset="-122"/>
                <a:ea typeface="微软雅黑" panose="020B0503020204020204" pitchFamily="34" charset="-122"/>
              </a:rPr>
              <a:t>事实：过去4周，周任务按期完成率由目标90%降至68%，导致3项客户交付延期。</a:t>
            </a:r>
          </a:p>
        </p:txBody>
      </p:sp>
      <p:sp>
        <p:nvSpPr>
          <p:cNvPr id="70" name="footer-bg">
            <a:extLst>
              <a:ext uri="{FF2B5EF4-FFF2-40B4-BE49-F238E27FC236}">
                <a16:creationId xmlns:a16="http://schemas.microsoft.com/office/drawing/2014/main" id="{EEC5B392-B7FE-4F80-8563-6DEF9A2882DD}"/>
              </a:ext>
            </a:extLst>
          </p:cNvPr>
          <p:cNvSpPr>
            <a:spLocks noGrp="1"/>
          </p:cNvSpPr>
          <p:nvPr/>
        </p:nvSpPr>
        <p:spPr>
          <a:xfrm>
            <a:off x="400050" y="5913723"/>
            <a:ext cx="11544300" cy="495300"/>
          </a:xfrm>
          <a:prstGeom prst="roundRect">
            <a:avLst>
              <a:gd name="adj" fmla="val 23077"/>
            </a:avLst>
          </a:prstGeom>
          <a:solidFill>
            <a:srgbClr val="092B5A"/>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1" name="footer-icon">
            <a:extLst>
              <a:ext uri="{FF2B5EF4-FFF2-40B4-BE49-F238E27FC236}">
                <a16:creationId xmlns:a16="http://schemas.microsoft.com/office/drawing/2014/main" id="{30BBBEC1-B047-46E0-AB47-2DF1596BF9B5}"/>
              </a:ext>
            </a:extLst>
          </p:cNvPr>
          <p:cNvSpPr>
            <a:spLocks noGrp="1"/>
          </p:cNvSpPr>
          <p:nvPr/>
        </p:nvSpPr>
        <p:spPr>
          <a:xfrm>
            <a:off x="2295525" y="5999448"/>
            <a:ext cx="323850" cy="323850"/>
          </a:xfrm>
          <a:prstGeom prst="ellipse">
            <a:avLst/>
          </a:prstGeom>
          <a:solidFill>
            <a:srgbClr val="C78618"/>
          </a:solidFill>
          <a:ln w="0">
            <a:no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2" name="footer-icon-mark">
            <a:extLst>
              <a:ext uri="{FF2B5EF4-FFF2-40B4-BE49-F238E27FC236}">
                <a16:creationId xmlns:a16="http://schemas.microsoft.com/office/drawing/2014/main" id="{6497A87D-C08C-41D5-B8FC-54041C689E1E}"/>
              </a:ext>
            </a:extLst>
          </p:cNvPr>
          <p:cNvSpPr>
            <a:spLocks noGrp="1"/>
          </p:cNvSpPr>
          <p:nvPr/>
        </p:nvSpPr>
        <p:spPr>
          <a:xfrm>
            <a:off x="2295525" y="6018498"/>
            <a:ext cx="323850" cy="257175"/>
          </a:xfrm>
          <a:prstGeom prst="rect">
            <a:avLst/>
          </a:prstGeom>
          <a:noFill/>
          <a:ln w="0">
            <a:noFill/>
            <a:prstDash val="solid"/>
          </a:ln>
        </p:spPr>
        <p:txBody>
          <a:bodyPr/>
          <a:lstStyle/>
          <a:p>
            <a:pPr algn="ctr">
              <a:defRPr sz="1425" b="1">
                <a:solidFill>
                  <a:srgbClr val="FFFFFF"/>
                </a:solidFill>
              </a:defRPr>
            </a:pPr>
            <a:r>
              <a:rPr sz="1425" b="1">
                <a:solidFill>
                  <a:srgbClr val="FFFFFF"/>
                </a:solidFill>
                <a:latin typeface="微软雅黑" panose="020B0503020204020204" pitchFamily="34" charset="-122"/>
                <a:ea typeface="微软雅黑" panose="020B0503020204020204" pitchFamily="34" charset="-122"/>
              </a:rPr>
              <a:t>◎</a:t>
            </a:r>
          </a:p>
        </p:txBody>
      </p:sp>
      <p:sp>
        <p:nvSpPr>
          <p:cNvPr id="73" name="footer-a">
            <a:extLst>
              <a:ext uri="{FF2B5EF4-FFF2-40B4-BE49-F238E27FC236}">
                <a16:creationId xmlns:a16="http://schemas.microsoft.com/office/drawing/2014/main" id="{638FFD75-33A6-4A99-BE1A-18C0AA9308A1}"/>
              </a:ext>
            </a:extLst>
          </p:cNvPr>
          <p:cNvSpPr>
            <a:spLocks noGrp="1"/>
          </p:cNvSpPr>
          <p:nvPr/>
        </p:nvSpPr>
        <p:spPr>
          <a:xfrm>
            <a:off x="2781300" y="6018498"/>
            <a:ext cx="1762125" cy="295275"/>
          </a:xfrm>
          <a:prstGeom prst="rect">
            <a:avLst/>
          </a:prstGeom>
          <a:noFill/>
          <a:ln w="0">
            <a:noFill/>
            <a:prstDash val="solid"/>
          </a:ln>
        </p:spPr>
        <p:txBody>
          <a:bodyPr/>
          <a:lstStyle/>
          <a:p>
            <a:pPr algn="l">
              <a:defRPr sz="1650" b="1">
                <a:solidFill>
                  <a:srgbClr val="FFD991"/>
                </a:solidFill>
              </a:defRPr>
            </a:pPr>
            <a:r>
              <a:rPr sz="1650" b="1">
                <a:solidFill>
                  <a:srgbClr val="FFD991"/>
                </a:solidFill>
                <a:latin typeface="微软雅黑" panose="020B0503020204020204" pitchFamily="34" charset="-122"/>
                <a:ea typeface="微软雅黑" panose="020B0503020204020204" pitchFamily="34" charset="-122"/>
              </a:rPr>
              <a:t>事实先行：</a:t>
            </a:r>
          </a:p>
        </p:txBody>
      </p:sp>
      <p:sp>
        <p:nvSpPr>
          <p:cNvPr id="74" name="footer-b">
            <a:extLst>
              <a:ext uri="{FF2B5EF4-FFF2-40B4-BE49-F238E27FC236}">
                <a16:creationId xmlns:a16="http://schemas.microsoft.com/office/drawing/2014/main" id="{D74469AE-001B-40DD-A141-15F9A1DFACC8}"/>
              </a:ext>
            </a:extLst>
          </p:cNvPr>
          <p:cNvSpPr>
            <a:spLocks noGrp="1"/>
          </p:cNvSpPr>
          <p:nvPr/>
        </p:nvSpPr>
        <p:spPr>
          <a:xfrm>
            <a:off x="4505325" y="6018498"/>
            <a:ext cx="6334125" cy="295275"/>
          </a:xfrm>
          <a:prstGeom prst="rect">
            <a:avLst/>
          </a:prstGeom>
          <a:noFill/>
          <a:ln w="0">
            <a:noFill/>
            <a:prstDash val="solid"/>
          </a:ln>
        </p:spPr>
        <p:txBody>
          <a:bodyPr/>
          <a:lstStyle/>
          <a:p>
            <a:pPr algn="l">
              <a:defRPr sz="1575" b="1">
                <a:solidFill>
                  <a:srgbClr val="FFFFFF"/>
                </a:solidFill>
              </a:defRPr>
            </a:pPr>
            <a:r>
              <a:rPr sz="1575" b="1">
                <a:solidFill>
                  <a:srgbClr val="FFFFFF"/>
                </a:solidFill>
                <a:latin typeface="微软雅黑" panose="020B0503020204020204" pitchFamily="34" charset="-122"/>
                <a:ea typeface="微软雅黑" panose="020B0503020204020204" pitchFamily="34" charset="-122"/>
              </a:rPr>
              <a:t>把模糊评价，改写成可验证的差距。</a:t>
            </a:r>
          </a:p>
        </p:txBody>
      </p:sp>
    </p:spTree>
    <p:extLst>
      <p:ext uri="{BB962C8B-B14F-4D97-AF65-F5344CB8AC3E}">
        <p14:creationId xmlns:p14="http://schemas.microsoft.com/office/powerpoint/2010/main" val="1650506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2025D-F311-A582-4A02-1E2582D7BD26}"/>
              </a:ext>
            </a:extLst>
          </p:cNvPr>
          <p:cNvSpPr>
            <a:spLocks noGrp="1"/>
          </p:cNvSpPr>
          <p:nvPr>
            <p:ph type="title"/>
          </p:nvPr>
        </p:nvSpPr>
        <p:spPr/>
        <p:txBody>
          <a:bodyPr/>
          <a:lstStyle/>
          <a:p>
            <a:pPr>
              <a:defRPr sz="3225" b="1">
                <a:solidFill>
                  <a:srgbClr val="092B5A"/>
                </a:solidFill>
              </a:defRPr>
            </a:pPr>
            <a:r>
              <a:rPr lang="zh-CN" altLang="en-US" dirty="0">
                <a:solidFill>
                  <a:srgbClr val="092B5A"/>
                </a:solidFill>
              </a:rPr>
              <a:t>问题事实化｜</a:t>
            </a:r>
            <a:r>
              <a:rPr lang="en-US" altLang="zh-CN" dirty="0">
                <a:solidFill>
                  <a:srgbClr val="092B5A"/>
                </a:solidFill>
              </a:rPr>
              <a:t>5W2H</a:t>
            </a:r>
            <a:endParaRPr lang="zh-CN" altLang="en-US" dirty="0">
              <a:solidFill>
                <a:srgbClr val="092B5A"/>
              </a:solidFill>
            </a:endParaRPr>
          </a:p>
        </p:txBody>
      </p:sp>
      <p:sp>
        <p:nvSpPr>
          <p:cNvPr id="4" name="页脚占位符 3">
            <a:extLst>
              <a:ext uri="{FF2B5EF4-FFF2-40B4-BE49-F238E27FC236}">
                <a16:creationId xmlns:a16="http://schemas.microsoft.com/office/drawing/2014/main" id="{A91DAD95-E5AB-DE0A-C594-6447024287C7}"/>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2ADB3940-3B92-05A0-DD55-4F2F29D28EEF}"/>
              </a:ext>
            </a:extLst>
          </p:cNvPr>
          <p:cNvSpPr>
            <a:spLocks noGrp="1"/>
          </p:cNvSpPr>
          <p:nvPr>
            <p:ph type="sldNum" sz="quarter" idx="11"/>
          </p:nvPr>
        </p:nvSpPr>
        <p:spPr/>
        <p:txBody>
          <a:bodyPr/>
          <a:lstStyle/>
          <a:p>
            <a:pPr>
              <a:defRPr/>
            </a:pPr>
            <a:fld id="{504E9415-CE62-41B1-A98C-C68172D739F2}" type="slidenum">
              <a:rPr lang="de-DE" altLang="zh-CN" smtClean="0"/>
              <a:pPr>
                <a:defRPr/>
              </a:pPr>
              <a:t>23</a:t>
            </a:fld>
            <a:endParaRPr lang="de-DE" altLang="zh-CN"/>
          </a:p>
        </p:txBody>
      </p:sp>
      <p:graphicFrame>
        <p:nvGraphicFramePr>
          <p:cNvPr id="11" name="Group 75">
            <a:extLst>
              <a:ext uri="{FF2B5EF4-FFF2-40B4-BE49-F238E27FC236}">
                <a16:creationId xmlns:a16="http://schemas.microsoft.com/office/drawing/2014/main" id="{420C57D5-EA2B-D8F4-72CA-3FA3C75CA419}"/>
              </a:ext>
            </a:extLst>
          </p:cNvPr>
          <p:cNvGraphicFramePr>
            <a:graphicFrameLocks noGrp="1"/>
          </p:cNvGraphicFramePr>
          <p:nvPr>
            <p:ph idx="1"/>
            <p:extLst>
              <p:ext uri="{D42A27DB-BD31-4B8C-83A1-F6EECF244321}">
                <p14:modId xmlns:p14="http://schemas.microsoft.com/office/powerpoint/2010/main" val="3301579422"/>
              </p:ext>
            </p:extLst>
          </p:nvPr>
        </p:nvGraphicFramePr>
        <p:xfrm>
          <a:off x="4253022" y="1242614"/>
          <a:ext cx="6436243" cy="4395216"/>
        </p:xfrm>
        <a:graphic>
          <a:graphicData uri="http://schemas.openxmlformats.org/drawingml/2006/table">
            <a:tbl>
              <a:tblPr/>
              <a:tblGrid>
                <a:gridCol w="2480931">
                  <a:extLst>
                    <a:ext uri="{9D8B030D-6E8A-4147-A177-3AD203B41FA5}">
                      <a16:colId xmlns:a16="http://schemas.microsoft.com/office/drawing/2014/main" val="20000"/>
                    </a:ext>
                  </a:extLst>
                </a:gridCol>
                <a:gridCol w="3955312">
                  <a:extLst>
                    <a:ext uri="{9D8B030D-6E8A-4147-A177-3AD203B41FA5}">
                      <a16:colId xmlns:a16="http://schemas.microsoft.com/office/drawing/2014/main" val="20001"/>
                    </a:ext>
                  </a:extLst>
                </a:gridCol>
              </a:tblGrid>
              <a:tr h="367293">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What </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什么问题</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19525">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Where(Found/Created)</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哪里发现</a:t>
                      </a: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产生</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20747">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When(Found/Created)</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何时发现</a:t>
                      </a: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产生</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74301548"/>
                  </a:ext>
                </a:extLst>
              </a:tr>
              <a:tr h="420747">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defRPr/>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Who(Found/Created)</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谁发现</a:t>
                      </a: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产生</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19525">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Why is it a problem?</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为什么这是个问题</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0747">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How Found?</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如何发现</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0747">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How </a:t>
                      </a:r>
                      <a:r>
                        <a:rPr kumimoji="0" lang="en-US" altLang="zh-CN" sz="16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big?How</a:t>
                      </a: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 much?</a:t>
                      </a:r>
                    </a:p>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数量有多少？严重程度</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3300"/>
                        </a:buClr>
                        <a:buSzTx/>
                        <a:buFont typeface="Wingdings"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 name="文本框 11">
            <a:extLst>
              <a:ext uri="{FF2B5EF4-FFF2-40B4-BE49-F238E27FC236}">
                <a16:creationId xmlns:a16="http://schemas.microsoft.com/office/drawing/2014/main" id="{DBA99984-950F-F96B-237A-C47C0937C14B}"/>
              </a:ext>
            </a:extLst>
          </p:cNvPr>
          <p:cNvSpPr txBox="1"/>
          <p:nvPr/>
        </p:nvSpPr>
        <p:spPr>
          <a:xfrm>
            <a:off x="800985" y="1332615"/>
            <a:ext cx="11270512" cy="951030"/>
          </a:xfrm>
          <a:prstGeom prst="rect">
            <a:avLst/>
          </a:prstGeom>
          <a:noFill/>
        </p:spPr>
        <p:txBody>
          <a:bodyPr wrap="square" rtlCol="0">
            <a:spAutoFit/>
          </a:bodyPr>
          <a:lstStyle/>
          <a:p>
            <a:pPr marL="342900" indent="-342900">
              <a:lnSpc>
                <a:spcPct val="90000"/>
              </a:lnSpc>
              <a:spcBef>
                <a:spcPct val="20000"/>
              </a:spcBef>
              <a:buFont typeface="Wingdings" panose="05000000000000000000" pitchFamily="2" charset="2"/>
              <a:buChar char="p"/>
              <a:defRPr/>
            </a:pPr>
            <a:r>
              <a:rPr lang="zh-CN" altLang="en-US" sz="1800" kern="0" dirty="0">
                <a:latin typeface="微软雅黑" panose="020B0503020204020204" pitchFamily="34" charset="-122"/>
                <a:ea typeface="微软雅黑" panose="020B0503020204020204" pitchFamily="34" charset="-122"/>
              </a:rPr>
              <a:t>数据收集</a:t>
            </a:r>
          </a:p>
          <a:p>
            <a:pPr marL="342900" indent="-342900">
              <a:lnSpc>
                <a:spcPct val="90000"/>
              </a:lnSpc>
              <a:spcBef>
                <a:spcPct val="20000"/>
              </a:spcBef>
              <a:buFont typeface="Wingdings" panose="05000000000000000000" pitchFamily="2" charset="2"/>
              <a:buChar char="p"/>
              <a:defRPr/>
            </a:pPr>
            <a:r>
              <a:rPr lang="en-US" altLang="zh-CN" sz="1800" kern="0" dirty="0">
                <a:latin typeface="微软雅黑" panose="020B0503020204020204" pitchFamily="34" charset="-122"/>
                <a:ea typeface="微软雅黑" panose="020B0503020204020204" pitchFamily="34" charset="-122"/>
              </a:rPr>
              <a:t>5W2H</a:t>
            </a:r>
            <a:r>
              <a:rPr lang="zh-CN" altLang="en-US" sz="1800" kern="0" dirty="0">
                <a:latin typeface="微软雅黑" panose="020B0503020204020204" pitchFamily="34" charset="-122"/>
                <a:ea typeface="微软雅黑" panose="020B0503020204020204" pitchFamily="34" charset="-122"/>
              </a:rPr>
              <a:t>描述</a:t>
            </a:r>
            <a:endParaRPr lang="en-US" altLang="zh-CN" sz="1800" kern="0" dirty="0">
              <a:latin typeface="微软雅黑" panose="020B0503020204020204" pitchFamily="34" charset="-122"/>
              <a:ea typeface="微软雅黑" panose="020B0503020204020204" pitchFamily="34" charset="-122"/>
            </a:endParaRPr>
          </a:p>
          <a:p>
            <a:pPr marL="342900" indent="-342900">
              <a:lnSpc>
                <a:spcPct val="90000"/>
              </a:lnSpc>
              <a:spcBef>
                <a:spcPct val="20000"/>
              </a:spcBef>
              <a:buFont typeface="Wingdings" panose="05000000000000000000" pitchFamily="2" charset="2"/>
              <a:buChar char="p"/>
              <a:defRPr/>
            </a:pPr>
            <a:r>
              <a:rPr lang="zh-CN" altLang="en-US" sz="1800" kern="0" dirty="0">
                <a:latin typeface="微软雅黑" panose="020B0503020204020204" pitchFamily="34" charset="-122"/>
                <a:ea typeface="微软雅黑" panose="020B0503020204020204" pitchFamily="34" charset="-122"/>
              </a:rPr>
              <a:t>图表或照片</a:t>
            </a:r>
            <a:r>
              <a:rPr lang="zh-CN" altLang="en-US" kern="0" dirty="0">
                <a:latin typeface="微软雅黑" panose="020B0503020204020204" pitchFamily="34" charset="-122"/>
                <a:ea typeface="微软雅黑" panose="020B0503020204020204" pitchFamily="34" charset="-122"/>
              </a:rPr>
              <a:t>可视化呈现</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3837436"/>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green-mark-1">
            <a:extLst>
              <a:ext uri="{FF2B5EF4-FFF2-40B4-BE49-F238E27FC236}">
                <a16:creationId xmlns:a16="http://schemas.microsoft.com/office/drawing/2014/main" id="{86BAA6FB-EE1B-4AEC-9AB1-21671A703A99}"/>
              </a:ext>
            </a:extLst>
          </p:cNvPr>
          <p:cNvSpPr>
            <a:spLocks noGrp="1"/>
          </p:cNvSpPr>
          <p:nvPr/>
        </p:nvSpPr>
        <p:spPr>
          <a:xfrm>
            <a:off x="0" y="114300"/>
            <a:ext cx="590550" cy="409575"/>
          </a:xfrm>
          <a:prstGeom prst="chevron">
            <a:avLst/>
          </a:prstGeom>
          <a:solidFill>
            <a:srgbClr val="79C600"/>
          </a:solidFill>
          <a:ln w="0">
            <a:solidFill>
              <a:srgbClr val="79C600"/>
            </a:solidFill>
            <a:prstDash val="solid"/>
          </a:ln>
        </p:spPr>
        <p:txBody>
          <a:bodyPr/>
          <a:lstStyle/>
          <a:p>
            <a:endParaRPr lang="zh-CN" altLang="en-US"/>
          </a:p>
        </p:txBody>
      </p:sp>
      <p:sp>
        <p:nvSpPr>
          <p:cNvPr id="2" name="title-1">
            <a:extLst>
              <a:ext uri="{FF2B5EF4-FFF2-40B4-BE49-F238E27FC236}">
                <a16:creationId xmlns:a16="http://schemas.microsoft.com/office/drawing/2014/main" id="{66CC8FD0-3E05-4923-87AE-BC7BD641984C}"/>
              </a:ext>
            </a:extLst>
          </p:cNvPr>
          <p:cNvSpPr>
            <a:spLocks noGrp="1"/>
          </p:cNvSpPr>
          <p:nvPr/>
        </p:nvSpPr>
        <p:spPr>
          <a:xfrm>
            <a:off x="742950" y="323850"/>
            <a:ext cx="10572750" cy="495300"/>
          </a:xfrm>
          <a:prstGeom prst="rect">
            <a:avLst/>
          </a:prstGeom>
          <a:noFill/>
          <a:ln w="0">
            <a:noFill/>
            <a:prstDash val="solid"/>
          </a:ln>
        </p:spPr>
        <p:txBody>
          <a:bodyPr anchor="ctr"/>
          <a:lstStyle/>
          <a:p>
            <a:pPr algn="l">
              <a:defRPr sz="2700" b="1">
                <a:solidFill>
                  <a:srgbClr val="0B3266"/>
                </a:solidFill>
              </a:defRPr>
            </a:pPr>
            <a:r>
              <a:rPr sz="2700" b="1" dirty="0" err="1">
                <a:solidFill>
                  <a:srgbClr val="0B3266"/>
                </a:solidFill>
                <a:latin typeface="微软雅黑" panose="020B0503020204020204" pitchFamily="34" charset="-122"/>
                <a:ea typeface="微软雅黑" panose="020B0503020204020204" pitchFamily="34" charset="-122"/>
              </a:rPr>
              <a:t>将事实放入三圈</a:t>
            </a:r>
            <a:endParaRPr sz="2700" b="1" dirty="0">
              <a:solidFill>
                <a:srgbClr val="0B3266"/>
              </a:solidFill>
              <a:latin typeface="微软雅黑" panose="020B0503020204020204" pitchFamily="34" charset="-122"/>
              <a:ea typeface="微软雅黑" panose="020B0503020204020204" pitchFamily="34" charset="-122"/>
            </a:endParaRPr>
          </a:p>
        </p:txBody>
      </p:sp>
      <p:sp>
        <p:nvSpPr>
          <p:cNvPr id="3" name="head-rule-1">
            <a:extLst>
              <a:ext uri="{FF2B5EF4-FFF2-40B4-BE49-F238E27FC236}">
                <a16:creationId xmlns:a16="http://schemas.microsoft.com/office/drawing/2014/main" id="{8C9D6A2D-E50C-4C24-AB97-F307E332AD26}"/>
              </a:ext>
            </a:extLst>
          </p:cNvPr>
          <p:cNvSpPr>
            <a:spLocks noGrp="1"/>
          </p:cNvSpPr>
          <p:nvPr/>
        </p:nvSpPr>
        <p:spPr>
          <a:xfrm>
            <a:off x="628650" y="1047750"/>
            <a:ext cx="10934700" cy="19050"/>
          </a:xfrm>
          <a:prstGeom prst="rect">
            <a:avLst/>
          </a:prstGeom>
          <a:solidFill>
            <a:srgbClr val="79C600"/>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subtitle-1">
            <a:extLst>
              <a:ext uri="{FF2B5EF4-FFF2-40B4-BE49-F238E27FC236}">
                <a16:creationId xmlns:a16="http://schemas.microsoft.com/office/drawing/2014/main" id="{64B51EDE-0AEF-4630-85E1-156D0504EC45}"/>
              </a:ext>
            </a:extLst>
          </p:cNvPr>
          <p:cNvSpPr>
            <a:spLocks noGrp="1"/>
          </p:cNvSpPr>
          <p:nvPr/>
        </p:nvSpPr>
        <p:spPr>
          <a:xfrm>
            <a:off x="628650" y="1181100"/>
            <a:ext cx="10668000" cy="304800"/>
          </a:xfrm>
          <a:prstGeom prst="rect">
            <a:avLst/>
          </a:prstGeom>
          <a:noFill/>
          <a:ln w="0">
            <a:noFill/>
            <a:prstDash val="solid"/>
          </a:ln>
        </p:spPr>
        <p:txBody>
          <a:bodyPr anchor="ctr"/>
          <a:lstStyle/>
          <a:p>
            <a:pPr algn="l">
              <a:defRPr sz="1425" b="1">
                <a:solidFill>
                  <a:srgbClr val="102A4C"/>
                </a:solidFill>
              </a:defRPr>
            </a:pPr>
            <a:r>
              <a:rPr sz="1425" b="1">
                <a:solidFill>
                  <a:srgbClr val="102A4C"/>
                </a:solidFill>
                <a:latin typeface="微软雅黑" panose="020B0503020204020204" pitchFamily="34" charset="-122"/>
                <a:ea typeface="微软雅黑" panose="020B0503020204020204" pitchFamily="34" charset="-122"/>
              </a:rPr>
              <a:t>填写事项编号或关键词；有争议的事项先保留，并写下判断依据</a:t>
            </a:r>
          </a:p>
        </p:txBody>
      </p:sp>
      <p:sp>
        <p:nvSpPr>
          <p:cNvPr id="6" name="concern-circle">
            <a:extLst>
              <a:ext uri="{FF2B5EF4-FFF2-40B4-BE49-F238E27FC236}">
                <a16:creationId xmlns:a16="http://schemas.microsoft.com/office/drawing/2014/main" id="{5D76033B-BC4A-4015-B133-0B8C1305F7C7}"/>
              </a:ext>
            </a:extLst>
          </p:cNvPr>
          <p:cNvSpPr>
            <a:spLocks noGrp="1"/>
          </p:cNvSpPr>
          <p:nvPr/>
        </p:nvSpPr>
        <p:spPr>
          <a:xfrm>
            <a:off x="647700" y="1790700"/>
            <a:ext cx="6534150" cy="4305300"/>
          </a:xfrm>
          <a:prstGeom prst="ellipse">
            <a:avLst/>
          </a:prstGeom>
          <a:solidFill>
            <a:srgbClr val="F1F9E5"/>
          </a:solidFill>
          <a:ln w="1905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influence-circle">
            <a:extLst>
              <a:ext uri="{FF2B5EF4-FFF2-40B4-BE49-F238E27FC236}">
                <a16:creationId xmlns:a16="http://schemas.microsoft.com/office/drawing/2014/main" id="{7A85B1E1-E3E0-4FF3-943A-C470CD3CA07E}"/>
              </a:ext>
            </a:extLst>
          </p:cNvPr>
          <p:cNvSpPr>
            <a:spLocks noGrp="1"/>
          </p:cNvSpPr>
          <p:nvPr/>
        </p:nvSpPr>
        <p:spPr>
          <a:xfrm>
            <a:off x="1600200" y="2457450"/>
            <a:ext cx="4629150" cy="3105150"/>
          </a:xfrm>
          <a:prstGeom prst="ellipse">
            <a:avLst/>
          </a:prstGeom>
          <a:solidFill>
            <a:srgbClr val="EDF4FE"/>
          </a:solidFill>
          <a:ln w="19050">
            <a:solidFill>
              <a:srgbClr val="2F74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control-circle">
            <a:extLst>
              <a:ext uri="{FF2B5EF4-FFF2-40B4-BE49-F238E27FC236}">
                <a16:creationId xmlns:a16="http://schemas.microsoft.com/office/drawing/2014/main" id="{7EB5A0AA-13E5-4804-BDF9-CDB32C573D3F}"/>
              </a:ext>
            </a:extLst>
          </p:cNvPr>
          <p:cNvSpPr>
            <a:spLocks noGrp="1"/>
          </p:cNvSpPr>
          <p:nvPr/>
        </p:nvSpPr>
        <p:spPr>
          <a:xfrm>
            <a:off x="2647950" y="3181350"/>
            <a:ext cx="2571750" cy="1714500"/>
          </a:xfrm>
          <a:prstGeom prst="ellipse">
            <a:avLst/>
          </a:prstGeom>
          <a:solidFill>
            <a:srgbClr val="FFF3D9"/>
          </a:solidFill>
          <a:ln w="19050">
            <a:solidFill>
              <a:srgbClr val="D68B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concern-label-box">
            <a:extLst>
              <a:ext uri="{FF2B5EF4-FFF2-40B4-BE49-F238E27FC236}">
                <a16:creationId xmlns:a16="http://schemas.microsoft.com/office/drawing/2014/main" id="{8FB48B74-E9AF-43D9-94AD-6755BF0E9829}"/>
              </a:ext>
            </a:extLst>
          </p:cNvPr>
          <p:cNvSpPr>
            <a:spLocks noGrp="1"/>
          </p:cNvSpPr>
          <p:nvPr/>
        </p:nvSpPr>
        <p:spPr>
          <a:xfrm>
            <a:off x="838200" y="1962150"/>
            <a:ext cx="990600" cy="323850"/>
          </a:xfrm>
          <a:prstGeom prst="roundRect">
            <a:avLst>
              <a:gd name="adj" fmla="val 47059"/>
            </a:avLst>
          </a:prstGeom>
          <a:solidFill>
            <a:srgbClr val="79C600"/>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concern-label-t">
            <a:extLst>
              <a:ext uri="{FF2B5EF4-FFF2-40B4-BE49-F238E27FC236}">
                <a16:creationId xmlns:a16="http://schemas.microsoft.com/office/drawing/2014/main" id="{70D6C0C2-1101-4C9A-A358-67177867427E}"/>
              </a:ext>
            </a:extLst>
          </p:cNvPr>
          <p:cNvSpPr>
            <a:spLocks noGrp="1"/>
          </p:cNvSpPr>
          <p:nvPr/>
        </p:nvSpPr>
        <p:spPr>
          <a:xfrm>
            <a:off x="838200" y="1962150"/>
            <a:ext cx="990600" cy="3238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微软雅黑" panose="020B0503020204020204" pitchFamily="34" charset="-122"/>
                <a:ea typeface="微软雅黑" panose="020B0503020204020204" pitchFamily="34" charset="-122"/>
              </a:rPr>
              <a:t>关注圈</a:t>
            </a:r>
          </a:p>
        </p:txBody>
      </p:sp>
      <p:sp>
        <p:nvSpPr>
          <p:cNvPr id="11" name="influence-label-box">
            <a:extLst>
              <a:ext uri="{FF2B5EF4-FFF2-40B4-BE49-F238E27FC236}">
                <a16:creationId xmlns:a16="http://schemas.microsoft.com/office/drawing/2014/main" id="{00B11EB7-7BA3-4697-B90E-DFF03F73A399}"/>
              </a:ext>
            </a:extLst>
          </p:cNvPr>
          <p:cNvSpPr>
            <a:spLocks noGrp="1"/>
          </p:cNvSpPr>
          <p:nvPr/>
        </p:nvSpPr>
        <p:spPr>
          <a:xfrm>
            <a:off x="1790700" y="2628900"/>
            <a:ext cx="990600" cy="323850"/>
          </a:xfrm>
          <a:prstGeom prst="roundRect">
            <a:avLst>
              <a:gd name="adj" fmla="val 47059"/>
            </a:avLst>
          </a:prstGeom>
          <a:solidFill>
            <a:srgbClr val="2F74DA"/>
          </a:solidFill>
          <a:ln w="0">
            <a:solidFill>
              <a:srgbClr val="2F74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influence-label-t">
            <a:extLst>
              <a:ext uri="{FF2B5EF4-FFF2-40B4-BE49-F238E27FC236}">
                <a16:creationId xmlns:a16="http://schemas.microsoft.com/office/drawing/2014/main" id="{7C18E59A-73B1-4806-A5CA-12CC34E718E4}"/>
              </a:ext>
            </a:extLst>
          </p:cNvPr>
          <p:cNvSpPr>
            <a:spLocks noGrp="1"/>
          </p:cNvSpPr>
          <p:nvPr/>
        </p:nvSpPr>
        <p:spPr>
          <a:xfrm>
            <a:off x="1790700" y="2628900"/>
            <a:ext cx="990600" cy="3238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微软雅黑" panose="020B0503020204020204" pitchFamily="34" charset="-122"/>
                <a:ea typeface="微软雅黑" panose="020B0503020204020204" pitchFamily="34" charset="-122"/>
              </a:rPr>
              <a:t>影响圈</a:t>
            </a:r>
          </a:p>
        </p:txBody>
      </p:sp>
      <p:sp>
        <p:nvSpPr>
          <p:cNvPr id="13" name="control-label-box">
            <a:extLst>
              <a:ext uri="{FF2B5EF4-FFF2-40B4-BE49-F238E27FC236}">
                <a16:creationId xmlns:a16="http://schemas.microsoft.com/office/drawing/2014/main" id="{C8453F66-1A9A-4187-B2C4-A2387C7B5A63}"/>
              </a:ext>
            </a:extLst>
          </p:cNvPr>
          <p:cNvSpPr>
            <a:spLocks noGrp="1"/>
          </p:cNvSpPr>
          <p:nvPr/>
        </p:nvSpPr>
        <p:spPr>
          <a:xfrm>
            <a:off x="2838450" y="3333750"/>
            <a:ext cx="990600" cy="323850"/>
          </a:xfrm>
          <a:prstGeom prst="roundRect">
            <a:avLst>
              <a:gd name="adj" fmla="val 47059"/>
            </a:avLst>
          </a:prstGeom>
          <a:solidFill>
            <a:srgbClr val="D68B00"/>
          </a:solidFill>
          <a:ln w="0">
            <a:solidFill>
              <a:srgbClr val="D68B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control-label-t">
            <a:extLst>
              <a:ext uri="{FF2B5EF4-FFF2-40B4-BE49-F238E27FC236}">
                <a16:creationId xmlns:a16="http://schemas.microsoft.com/office/drawing/2014/main" id="{4A538F6D-570F-429B-ABF4-B24AA978208B}"/>
              </a:ext>
            </a:extLst>
          </p:cNvPr>
          <p:cNvSpPr>
            <a:spLocks noGrp="1"/>
          </p:cNvSpPr>
          <p:nvPr/>
        </p:nvSpPr>
        <p:spPr>
          <a:xfrm>
            <a:off x="2838450" y="3333750"/>
            <a:ext cx="990600" cy="3238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微软雅黑" panose="020B0503020204020204" pitchFamily="34" charset="-122"/>
                <a:ea typeface="微软雅黑" panose="020B0503020204020204" pitchFamily="34" charset="-122"/>
              </a:rPr>
              <a:t>控制圈</a:t>
            </a:r>
          </a:p>
        </p:txBody>
      </p:sp>
      <p:sp>
        <p:nvSpPr>
          <p:cNvPr id="15" name="concern-input-blank">
            <a:extLst>
              <a:ext uri="{FF2B5EF4-FFF2-40B4-BE49-F238E27FC236}">
                <a16:creationId xmlns:a16="http://schemas.microsoft.com/office/drawing/2014/main" id="{9C385BDE-EC63-46DD-9F6C-DAF3F8B340D2}"/>
              </a:ext>
            </a:extLst>
          </p:cNvPr>
          <p:cNvSpPr>
            <a:spLocks noGrp="1"/>
          </p:cNvSpPr>
          <p:nvPr/>
        </p:nvSpPr>
        <p:spPr>
          <a:xfrm>
            <a:off x="2705100" y="2000250"/>
            <a:ext cx="3429000" cy="457200"/>
          </a:xfrm>
          <a:prstGeom prst="roundRect">
            <a:avLst>
              <a:gd name="adj" fmla="val 16667"/>
            </a:avLst>
          </a:prstGeom>
          <a:solidFill>
            <a:srgbClr val="FFFFFF"/>
          </a:solidFill>
          <a:ln w="14288">
            <a:solidFill>
              <a:srgbClr val="79C600"/>
            </a:solidFill>
            <a:prstDash val="dash"/>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concern-input-prompt">
            <a:extLst>
              <a:ext uri="{FF2B5EF4-FFF2-40B4-BE49-F238E27FC236}">
                <a16:creationId xmlns:a16="http://schemas.microsoft.com/office/drawing/2014/main" id="{5D5967D8-B7F7-41F4-924D-44E6E95F93CF}"/>
              </a:ext>
            </a:extLst>
          </p:cNvPr>
          <p:cNvSpPr>
            <a:spLocks noGrp="1"/>
          </p:cNvSpPr>
          <p:nvPr/>
        </p:nvSpPr>
        <p:spPr>
          <a:xfrm>
            <a:off x="2819400" y="2057400"/>
            <a:ext cx="3200400" cy="342900"/>
          </a:xfrm>
          <a:prstGeom prst="rect">
            <a:avLst/>
          </a:prstGeom>
          <a:noFill/>
          <a:ln w="0">
            <a:noFill/>
            <a:prstDash val="solid"/>
          </a:ln>
        </p:spPr>
        <p:txBody>
          <a:bodyPr anchor="ctr"/>
          <a:lstStyle/>
          <a:p>
            <a:pPr algn="ctr">
              <a:defRPr sz="1125" b="0">
                <a:solidFill>
                  <a:srgbClr val="7A8CA3"/>
                </a:solidFill>
              </a:defRPr>
            </a:pPr>
            <a:endParaRPr lang="zh-CN" altLang="en-US" sz="1125" b="0" dirty="0">
              <a:solidFill>
                <a:srgbClr val="7A8CA3"/>
              </a:solidFill>
              <a:latin typeface="微软雅黑" panose="020B0503020204020204" pitchFamily="34" charset="-122"/>
              <a:ea typeface="微软雅黑" panose="020B0503020204020204" pitchFamily="34" charset="-122"/>
            </a:endParaRPr>
          </a:p>
        </p:txBody>
      </p:sp>
      <p:sp>
        <p:nvSpPr>
          <p:cNvPr id="17" name="influence-input-blank">
            <a:extLst>
              <a:ext uri="{FF2B5EF4-FFF2-40B4-BE49-F238E27FC236}">
                <a16:creationId xmlns:a16="http://schemas.microsoft.com/office/drawing/2014/main" id="{C5124C8B-D328-48FC-85D7-C5B5F26107EF}"/>
              </a:ext>
            </a:extLst>
          </p:cNvPr>
          <p:cNvSpPr>
            <a:spLocks noGrp="1"/>
          </p:cNvSpPr>
          <p:nvPr/>
        </p:nvSpPr>
        <p:spPr>
          <a:xfrm>
            <a:off x="2876550" y="2724150"/>
            <a:ext cx="3162300" cy="457200"/>
          </a:xfrm>
          <a:prstGeom prst="roundRect">
            <a:avLst>
              <a:gd name="adj" fmla="val 16667"/>
            </a:avLst>
          </a:prstGeom>
          <a:solidFill>
            <a:srgbClr val="FFFFFF"/>
          </a:solidFill>
          <a:ln w="14288">
            <a:solidFill>
              <a:srgbClr val="2F74DA"/>
            </a:solidFill>
            <a:prstDash val="dash"/>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influence-input-prompt">
            <a:extLst>
              <a:ext uri="{FF2B5EF4-FFF2-40B4-BE49-F238E27FC236}">
                <a16:creationId xmlns:a16="http://schemas.microsoft.com/office/drawing/2014/main" id="{3F23E618-CF84-408C-A99F-571788AE51A1}"/>
              </a:ext>
            </a:extLst>
          </p:cNvPr>
          <p:cNvSpPr>
            <a:spLocks noGrp="1"/>
          </p:cNvSpPr>
          <p:nvPr/>
        </p:nvSpPr>
        <p:spPr>
          <a:xfrm>
            <a:off x="2990850" y="2781300"/>
            <a:ext cx="2933700" cy="342900"/>
          </a:xfrm>
          <a:prstGeom prst="rect">
            <a:avLst/>
          </a:prstGeom>
          <a:noFill/>
          <a:ln w="0">
            <a:noFill/>
            <a:prstDash val="solid"/>
          </a:ln>
        </p:spPr>
        <p:txBody>
          <a:bodyPr anchor="ctr"/>
          <a:lstStyle/>
          <a:p>
            <a:pPr algn="ctr">
              <a:defRPr sz="1125" b="0">
                <a:solidFill>
                  <a:srgbClr val="7A8CA3"/>
                </a:solidFill>
              </a:defRPr>
            </a:pPr>
            <a:endParaRPr sz="1125" b="0" dirty="0">
              <a:solidFill>
                <a:srgbClr val="7A8CA3"/>
              </a:solidFill>
              <a:latin typeface="微软雅黑" panose="020B0503020204020204" pitchFamily="34" charset="-122"/>
              <a:ea typeface="微软雅黑" panose="020B0503020204020204" pitchFamily="34" charset="-122"/>
            </a:endParaRPr>
          </a:p>
        </p:txBody>
      </p:sp>
      <p:sp>
        <p:nvSpPr>
          <p:cNvPr id="19" name="control-input-blank">
            <a:extLst>
              <a:ext uri="{FF2B5EF4-FFF2-40B4-BE49-F238E27FC236}">
                <a16:creationId xmlns:a16="http://schemas.microsoft.com/office/drawing/2014/main" id="{25070BB7-1DF6-442E-895B-BD75FE27A3DC}"/>
              </a:ext>
            </a:extLst>
          </p:cNvPr>
          <p:cNvSpPr>
            <a:spLocks noGrp="1"/>
          </p:cNvSpPr>
          <p:nvPr/>
        </p:nvSpPr>
        <p:spPr>
          <a:xfrm>
            <a:off x="2990850" y="3752850"/>
            <a:ext cx="1885950" cy="876300"/>
          </a:xfrm>
          <a:prstGeom prst="roundRect">
            <a:avLst>
              <a:gd name="adj" fmla="val 8696"/>
            </a:avLst>
          </a:prstGeom>
          <a:solidFill>
            <a:srgbClr val="FFFFFF"/>
          </a:solidFill>
          <a:ln w="14288">
            <a:solidFill>
              <a:srgbClr val="D68B00"/>
            </a:solidFill>
            <a:prstDash val="dash"/>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control-input-prompt">
            <a:extLst>
              <a:ext uri="{FF2B5EF4-FFF2-40B4-BE49-F238E27FC236}">
                <a16:creationId xmlns:a16="http://schemas.microsoft.com/office/drawing/2014/main" id="{5D0A19BA-199C-4C66-B547-6B85873916CE}"/>
              </a:ext>
            </a:extLst>
          </p:cNvPr>
          <p:cNvSpPr>
            <a:spLocks noGrp="1"/>
          </p:cNvSpPr>
          <p:nvPr/>
        </p:nvSpPr>
        <p:spPr>
          <a:xfrm>
            <a:off x="3105150" y="3810000"/>
            <a:ext cx="1657350" cy="762000"/>
          </a:xfrm>
          <a:prstGeom prst="rect">
            <a:avLst/>
          </a:prstGeom>
          <a:noFill/>
          <a:ln w="0">
            <a:noFill/>
            <a:prstDash val="solid"/>
          </a:ln>
        </p:spPr>
        <p:txBody>
          <a:bodyPr anchor="ctr"/>
          <a:lstStyle/>
          <a:p>
            <a:pPr algn="ctr">
              <a:defRPr sz="1125" b="0">
                <a:solidFill>
                  <a:srgbClr val="7A8CA3"/>
                </a:solidFill>
              </a:defRPr>
            </a:pPr>
            <a:endParaRPr sz="1125" b="0" dirty="0">
              <a:solidFill>
                <a:srgbClr val="7A8CA3"/>
              </a:solidFill>
              <a:latin typeface="微软雅黑" panose="020B0503020204020204" pitchFamily="34" charset="-122"/>
              <a:ea typeface="微软雅黑" panose="020B0503020204020204" pitchFamily="34" charset="-122"/>
            </a:endParaRPr>
          </a:p>
        </p:txBody>
      </p:sp>
      <p:sp>
        <p:nvSpPr>
          <p:cNvPr id="21" name="concern-hint">
            <a:extLst>
              <a:ext uri="{FF2B5EF4-FFF2-40B4-BE49-F238E27FC236}">
                <a16:creationId xmlns:a16="http://schemas.microsoft.com/office/drawing/2014/main" id="{3AA09137-CE28-443D-8D2A-C11FD131C14C}"/>
              </a:ext>
            </a:extLst>
          </p:cNvPr>
          <p:cNvSpPr>
            <a:spLocks noGrp="1"/>
          </p:cNvSpPr>
          <p:nvPr/>
        </p:nvSpPr>
        <p:spPr>
          <a:xfrm>
            <a:off x="2419350" y="5715000"/>
            <a:ext cx="3905250" cy="247650"/>
          </a:xfrm>
          <a:prstGeom prst="rect">
            <a:avLst/>
          </a:prstGeom>
          <a:noFill/>
          <a:ln w="0">
            <a:noFill/>
            <a:prstDash val="solid"/>
          </a:ln>
        </p:spPr>
        <p:txBody>
          <a:bodyPr anchor="ctr"/>
          <a:lstStyle/>
          <a:p>
            <a:pPr algn="ctr">
              <a:defRPr sz="1050" b="1">
                <a:solidFill>
                  <a:srgbClr val="79C600"/>
                </a:solidFill>
              </a:defRPr>
            </a:pPr>
            <a:r>
              <a:rPr sz="1050" b="1">
                <a:solidFill>
                  <a:srgbClr val="79C600"/>
                </a:solidFill>
                <a:latin typeface="微软雅黑" panose="020B0503020204020204" pitchFamily="34" charset="-122"/>
                <a:ea typeface="微软雅黑" panose="020B0503020204020204" pitchFamily="34" charset="-122"/>
              </a:rPr>
              <a:t>判断：团队投入行动后，仍然无权改变？</a:t>
            </a:r>
          </a:p>
        </p:txBody>
      </p:sp>
      <p:sp>
        <p:nvSpPr>
          <p:cNvPr id="22" name="influence-hint">
            <a:extLst>
              <a:ext uri="{FF2B5EF4-FFF2-40B4-BE49-F238E27FC236}">
                <a16:creationId xmlns:a16="http://schemas.microsoft.com/office/drawing/2014/main" id="{A2786563-B935-48AA-9398-5D9A57CEC0F7}"/>
              </a:ext>
            </a:extLst>
          </p:cNvPr>
          <p:cNvSpPr>
            <a:spLocks noGrp="1"/>
          </p:cNvSpPr>
          <p:nvPr/>
        </p:nvSpPr>
        <p:spPr>
          <a:xfrm>
            <a:off x="3143250" y="5124450"/>
            <a:ext cx="3048000" cy="247650"/>
          </a:xfrm>
          <a:prstGeom prst="rect">
            <a:avLst/>
          </a:prstGeom>
          <a:noFill/>
          <a:ln w="0">
            <a:noFill/>
            <a:prstDash val="solid"/>
          </a:ln>
        </p:spPr>
        <p:txBody>
          <a:bodyPr anchor="ctr"/>
          <a:lstStyle/>
          <a:p>
            <a:pPr algn="ctr">
              <a:defRPr sz="1050" b="1">
                <a:solidFill>
                  <a:srgbClr val="2F74DA"/>
                </a:solidFill>
              </a:defRPr>
            </a:pPr>
            <a:r>
              <a:rPr sz="1050" b="1">
                <a:solidFill>
                  <a:srgbClr val="2F74DA"/>
                </a:solidFill>
                <a:latin typeface="微软雅黑" panose="020B0503020204020204" pitchFamily="34" charset="-122"/>
                <a:ea typeface="微软雅黑" panose="020B0503020204020204" pitchFamily="34" charset="-122"/>
              </a:rPr>
              <a:t>判断：需要谁支持？可以怎样推动？</a:t>
            </a:r>
          </a:p>
        </p:txBody>
      </p:sp>
      <p:sp>
        <p:nvSpPr>
          <p:cNvPr id="23" name="record-panel">
            <a:extLst>
              <a:ext uri="{FF2B5EF4-FFF2-40B4-BE49-F238E27FC236}">
                <a16:creationId xmlns:a16="http://schemas.microsoft.com/office/drawing/2014/main" id="{3AFA085F-B2F4-4ABF-801E-7A10700F7AA6}"/>
              </a:ext>
            </a:extLst>
          </p:cNvPr>
          <p:cNvSpPr>
            <a:spLocks noGrp="1"/>
          </p:cNvSpPr>
          <p:nvPr/>
        </p:nvSpPr>
        <p:spPr>
          <a:xfrm>
            <a:off x="7486650" y="1790700"/>
            <a:ext cx="4076700" cy="2952750"/>
          </a:xfrm>
          <a:prstGeom prst="roundRect">
            <a:avLst>
              <a:gd name="adj" fmla="val 3226"/>
            </a:avLst>
          </a:prstGeom>
          <a:solidFill>
            <a:srgbClr val="FFFFFF"/>
          </a:solidFill>
          <a:ln w="14288">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record-title">
            <a:extLst>
              <a:ext uri="{FF2B5EF4-FFF2-40B4-BE49-F238E27FC236}">
                <a16:creationId xmlns:a16="http://schemas.microsoft.com/office/drawing/2014/main" id="{D1F2E760-DBD8-4883-9B39-609ED2424BF1}"/>
              </a:ext>
            </a:extLst>
          </p:cNvPr>
          <p:cNvSpPr>
            <a:spLocks noGrp="1"/>
          </p:cNvSpPr>
          <p:nvPr/>
        </p:nvSpPr>
        <p:spPr>
          <a:xfrm>
            <a:off x="7486650" y="1790700"/>
            <a:ext cx="2266950" cy="400050"/>
          </a:xfrm>
          <a:prstGeom prst="roundRect">
            <a:avLst>
              <a:gd name="adj" fmla="val 23810"/>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record-title-t">
            <a:extLst>
              <a:ext uri="{FF2B5EF4-FFF2-40B4-BE49-F238E27FC236}">
                <a16:creationId xmlns:a16="http://schemas.microsoft.com/office/drawing/2014/main" id="{EB7DCF71-43A5-407B-8B8D-52F7E9F81190}"/>
              </a:ext>
            </a:extLst>
          </p:cNvPr>
          <p:cNvSpPr>
            <a:spLocks noGrp="1"/>
          </p:cNvSpPr>
          <p:nvPr/>
        </p:nvSpPr>
        <p:spPr>
          <a:xfrm>
            <a:off x="7696200" y="1847850"/>
            <a:ext cx="1885950" cy="285750"/>
          </a:xfrm>
          <a:prstGeom prst="rect">
            <a:avLst/>
          </a:prstGeom>
          <a:noFill/>
          <a:ln w="0">
            <a:noFill/>
            <a:prstDash val="solid"/>
          </a:ln>
        </p:spPr>
        <p:txBody>
          <a:bodyPr anchor="ctr"/>
          <a:lstStyle/>
          <a:p>
            <a:pPr algn="l">
              <a:defRPr sz="1425" b="1">
                <a:solidFill>
                  <a:srgbClr val="FFFFFF"/>
                </a:solidFill>
              </a:defRPr>
            </a:pPr>
            <a:r>
              <a:rPr sz="1425" b="1">
                <a:solidFill>
                  <a:srgbClr val="FFFFFF"/>
                </a:solidFill>
                <a:latin typeface="微软雅黑" panose="020B0503020204020204" pitchFamily="34" charset="-122"/>
                <a:ea typeface="微软雅黑" panose="020B0503020204020204" pitchFamily="34" charset="-122"/>
              </a:rPr>
              <a:t>分类判断记录</a:t>
            </a:r>
          </a:p>
        </p:txBody>
      </p:sp>
      <p:sp>
        <p:nvSpPr>
          <p:cNvPr id="26" name="r-l-0">
            <a:extLst>
              <a:ext uri="{FF2B5EF4-FFF2-40B4-BE49-F238E27FC236}">
                <a16:creationId xmlns:a16="http://schemas.microsoft.com/office/drawing/2014/main" id="{FFD3399D-0393-46B2-B6F9-515AB475F405}"/>
              </a:ext>
            </a:extLst>
          </p:cNvPr>
          <p:cNvSpPr>
            <a:spLocks noGrp="1"/>
          </p:cNvSpPr>
          <p:nvPr/>
        </p:nvSpPr>
        <p:spPr>
          <a:xfrm>
            <a:off x="7696200" y="2343150"/>
            <a:ext cx="914400" cy="514350"/>
          </a:xfrm>
          <a:prstGeom prst="rect">
            <a:avLst/>
          </a:prstGeom>
          <a:noFill/>
          <a:ln w="0">
            <a:noFill/>
            <a:prstDash val="solid"/>
          </a:ln>
        </p:spPr>
        <p:txBody>
          <a:bodyPr anchor="ctr"/>
          <a:lstStyle/>
          <a:p>
            <a:pPr algn="l">
              <a:defRPr sz="1125" b="1">
                <a:solidFill>
                  <a:srgbClr val="0B3266"/>
                </a:solidFill>
              </a:defRPr>
            </a:pPr>
            <a:r>
              <a:rPr sz="1125" b="1">
                <a:solidFill>
                  <a:srgbClr val="0B3266"/>
                </a:solidFill>
                <a:latin typeface="微软雅黑" panose="020B0503020204020204" pitchFamily="34" charset="-122"/>
                <a:ea typeface="微软雅黑" panose="020B0503020204020204" pitchFamily="34" charset="-122"/>
              </a:rPr>
              <a:t>事项编号</a:t>
            </a:r>
          </a:p>
        </p:txBody>
      </p:sp>
      <p:sp>
        <p:nvSpPr>
          <p:cNvPr id="27" name="r-v-0">
            <a:extLst>
              <a:ext uri="{FF2B5EF4-FFF2-40B4-BE49-F238E27FC236}">
                <a16:creationId xmlns:a16="http://schemas.microsoft.com/office/drawing/2014/main" id="{D04290AF-A41E-4AAF-A0B3-A6F043F2AB07}"/>
              </a:ext>
            </a:extLst>
          </p:cNvPr>
          <p:cNvSpPr>
            <a:spLocks noGrp="1"/>
          </p:cNvSpPr>
          <p:nvPr/>
        </p:nvSpPr>
        <p:spPr>
          <a:xfrm>
            <a:off x="8667750" y="2343150"/>
            <a:ext cx="2590800" cy="514350"/>
          </a:xfrm>
          <a:prstGeom prst="rect">
            <a:avLst/>
          </a:prstGeom>
          <a:noFill/>
          <a:ln w="0">
            <a:noFill/>
            <a:prstDash val="solid"/>
          </a:ln>
        </p:spPr>
        <p:txBody>
          <a:bodyPr anchor="ctr"/>
          <a:lstStyle/>
          <a:p>
            <a:pPr algn="l">
              <a:defRPr sz="1125" b="0">
                <a:solidFill>
                  <a:srgbClr val="42566F"/>
                </a:solidFill>
              </a:defRPr>
            </a:pPr>
            <a:r>
              <a:rPr sz="1125" b="0">
                <a:solidFill>
                  <a:srgbClr val="42566F"/>
                </a:solidFill>
                <a:latin typeface="微软雅黑" panose="020B0503020204020204" pitchFamily="34" charset="-122"/>
                <a:ea typeface="微软雅黑" panose="020B0503020204020204" pitchFamily="34" charset="-122"/>
              </a:rPr>
              <a:t>________________________</a:t>
            </a:r>
          </a:p>
        </p:txBody>
      </p:sp>
      <p:sp>
        <p:nvSpPr>
          <p:cNvPr id="28" name="r-line-0">
            <a:extLst>
              <a:ext uri="{FF2B5EF4-FFF2-40B4-BE49-F238E27FC236}">
                <a16:creationId xmlns:a16="http://schemas.microsoft.com/office/drawing/2014/main" id="{6B272C99-22E9-439F-852B-707CE1D4C7C9}"/>
              </a:ext>
            </a:extLst>
          </p:cNvPr>
          <p:cNvSpPr>
            <a:spLocks noGrp="1"/>
          </p:cNvSpPr>
          <p:nvPr/>
        </p:nvSpPr>
        <p:spPr>
          <a:xfrm>
            <a:off x="7696200" y="2857500"/>
            <a:ext cx="35623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r-l-1">
            <a:extLst>
              <a:ext uri="{FF2B5EF4-FFF2-40B4-BE49-F238E27FC236}">
                <a16:creationId xmlns:a16="http://schemas.microsoft.com/office/drawing/2014/main" id="{D2F165D0-A96C-4AD6-9834-321C4BD8C4DB}"/>
              </a:ext>
            </a:extLst>
          </p:cNvPr>
          <p:cNvSpPr>
            <a:spLocks noGrp="1"/>
          </p:cNvSpPr>
          <p:nvPr/>
        </p:nvSpPr>
        <p:spPr>
          <a:xfrm>
            <a:off x="7696200" y="2857500"/>
            <a:ext cx="914400" cy="514350"/>
          </a:xfrm>
          <a:prstGeom prst="rect">
            <a:avLst/>
          </a:prstGeom>
          <a:noFill/>
          <a:ln w="0">
            <a:noFill/>
            <a:prstDash val="solid"/>
          </a:ln>
        </p:spPr>
        <p:txBody>
          <a:bodyPr anchor="ctr"/>
          <a:lstStyle/>
          <a:p>
            <a:pPr algn="l">
              <a:defRPr sz="1125" b="1">
                <a:solidFill>
                  <a:srgbClr val="0B3266"/>
                </a:solidFill>
              </a:defRPr>
            </a:pPr>
            <a:r>
              <a:rPr sz="1125" b="1">
                <a:solidFill>
                  <a:srgbClr val="0B3266"/>
                </a:solidFill>
                <a:latin typeface="微软雅黑" panose="020B0503020204020204" pitchFamily="34" charset="-122"/>
                <a:ea typeface="微软雅黑" panose="020B0503020204020204" pitchFamily="34" charset="-122"/>
              </a:rPr>
              <a:t>我的分类</a:t>
            </a:r>
          </a:p>
        </p:txBody>
      </p:sp>
      <p:sp>
        <p:nvSpPr>
          <p:cNvPr id="30" name="r-v-1">
            <a:extLst>
              <a:ext uri="{FF2B5EF4-FFF2-40B4-BE49-F238E27FC236}">
                <a16:creationId xmlns:a16="http://schemas.microsoft.com/office/drawing/2014/main" id="{262D84D9-27FF-43AF-A44D-7D8DD09C3AC6}"/>
              </a:ext>
            </a:extLst>
          </p:cNvPr>
          <p:cNvSpPr>
            <a:spLocks noGrp="1"/>
          </p:cNvSpPr>
          <p:nvPr/>
        </p:nvSpPr>
        <p:spPr>
          <a:xfrm>
            <a:off x="8667750" y="2857500"/>
            <a:ext cx="2590800" cy="514350"/>
          </a:xfrm>
          <a:prstGeom prst="rect">
            <a:avLst/>
          </a:prstGeom>
          <a:noFill/>
          <a:ln w="0">
            <a:noFill/>
            <a:prstDash val="solid"/>
          </a:ln>
        </p:spPr>
        <p:txBody>
          <a:bodyPr anchor="ctr"/>
          <a:lstStyle/>
          <a:p>
            <a:pPr algn="l">
              <a:defRPr sz="1125" b="0">
                <a:solidFill>
                  <a:srgbClr val="42566F"/>
                </a:solidFill>
              </a:defRPr>
            </a:pPr>
            <a:r>
              <a:rPr sz="1125" b="0" dirty="0">
                <a:solidFill>
                  <a:srgbClr val="42566F"/>
                </a:solidFill>
                <a:latin typeface="微软雅黑" panose="020B0503020204020204" pitchFamily="34" charset="-122"/>
                <a:ea typeface="微软雅黑" panose="020B0503020204020204" pitchFamily="34" charset="-122"/>
              </a:rPr>
              <a:t>□ </a:t>
            </a:r>
            <a:r>
              <a:rPr sz="1125" b="0" dirty="0" err="1">
                <a:solidFill>
                  <a:srgbClr val="42566F"/>
                </a:solidFill>
                <a:latin typeface="微软雅黑" panose="020B0503020204020204" pitchFamily="34" charset="-122"/>
                <a:ea typeface="微软雅黑" panose="020B0503020204020204" pitchFamily="34" charset="-122"/>
              </a:rPr>
              <a:t>控制</a:t>
            </a:r>
            <a:r>
              <a:rPr sz="1125" b="0" dirty="0">
                <a:solidFill>
                  <a:srgbClr val="42566F"/>
                </a:solidFill>
                <a:latin typeface="微软雅黑" panose="020B0503020204020204" pitchFamily="34" charset="-122"/>
                <a:ea typeface="微软雅黑" panose="020B0503020204020204" pitchFamily="34" charset="-122"/>
              </a:rPr>
              <a:t>　□ </a:t>
            </a:r>
            <a:r>
              <a:rPr sz="1125" b="0" dirty="0" err="1">
                <a:solidFill>
                  <a:srgbClr val="42566F"/>
                </a:solidFill>
                <a:latin typeface="微软雅黑" panose="020B0503020204020204" pitchFamily="34" charset="-122"/>
                <a:ea typeface="微软雅黑" panose="020B0503020204020204" pitchFamily="34" charset="-122"/>
              </a:rPr>
              <a:t>影响</a:t>
            </a:r>
            <a:r>
              <a:rPr sz="1125" b="0" dirty="0">
                <a:solidFill>
                  <a:srgbClr val="42566F"/>
                </a:solidFill>
                <a:latin typeface="微软雅黑" panose="020B0503020204020204" pitchFamily="34" charset="-122"/>
                <a:ea typeface="微软雅黑" panose="020B0503020204020204" pitchFamily="34" charset="-122"/>
              </a:rPr>
              <a:t>　□ </a:t>
            </a:r>
            <a:r>
              <a:rPr sz="1125" b="0" dirty="0" err="1">
                <a:solidFill>
                  <a:srgbClr val="42566F"/>
                </a:solidFill>
                <a:latin typeface="微软雅黑" panose="020B0503020204020204" pitchFamily="34" charset="-122"/>
                <a:ea typeface="微软雅黑" panose="020B0503020204020204" pitchFamily="34" charset="-122"/>
              </a:rPr>
              <a:t>关注</a:t>
            </a:r>
            <a:endParaRPr sz="1125" b="0" dirty="0">
              <a:solidFill>
                <a:srgbClr val="42566F"/>
              </a:solidFill>
              <a:latin typeface="微软雅黑" panose="020B0503020204020204" pitchFamily="34" charset="-122"/>
              <a:ea typeface="微软雅黑" panose="020B0503020204020204" pitchFamily="34" charset="-122"/>
            </a:endParaRPr>
          </a:p>
        </p:txBody>
      </p:sp>
      <p:sp>
        <p:nvSpPr>
          <p:cNvPr id="31" name="r-line-1">
            <a:extLst>
              <a:ext uri="{FF2B5EF4-FFF2-40B4-BE49-F238E27FC236}">
                <a16:creationId xmlns:a16="http://schemas.microsoft.com/office/drawing/2014/main" id="{A17AA440-527F-489A-A6F4-5564AB65D814}"/>
              </a:ext>
            </a:extLst>
          </p:cNvPr>
          <p:cNvSpPr>
            <a:spLocks noGrp="1"/>
          </p:cNvSpPr>
          <p:nvPr/>
        </p:nvSpPr>
        <p:spPr>
          <a:xfrm>
            <a:off x="7696200" y="3371850"/>
            <a:ext cx="35623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r-l-2">
            <a:extLst>
              <a:ext uri="{FF2B5EF4-FFF2-40B4-BE49-F238E27FC236}">
                <a16:creationId xmlns:a16="http://schemas.microsoft.com/office/drawing/2014/main" id="{4870E68E-FBC0-430C-91D0-9955F7D18972}"/>
              </a:ext>
            </a:extLst>
          </p:cNvPr>
          <p:cNvSpPr>
            <a:spLocks noGrp="1"/>
          </p:cNvSpPr>
          <p:nvPr/>
        </p:nvSpPr>
        <p:spPr>
          <a:xfrm>
            <a:off x="7696200" y="3371850"/>
            <a:ext cx="914400" cy="685800"/>
          </a:xfrm>
          <a:prstGeom prst="rect">
            <a:avLst/>
          </a:prstGeom>
          <a:noFill/>
          <a:ln w="0">
            <a:noFill/>
            <a:prstDash val="solid"/>
          </a:ln>
        </p:spPr>
        <p:txBody>
          <a:bodyPr anchor="ctr"/>
          <a:lstStyle/>
          <a:p>
            <a:pPr algn="l">
              <a:defRPr sz="1125" b="1">
                <a:solidFill>
                  <a:srgbClr val="0B3266"/>
                </a:solidFill>
              </a:defRPr>
            </a:pPr>
            <a:r>
              <a:rPr sz="1125" b="1">
                <a:solidFill>
                  <a:srgbClr val="0B3266"/>
                </a:solidFill>
                <a:latin typeface="微软雅黑" panose="020B0503020204020204" pitchFamily="34" charset="-122"/>
                <a:ea typeface="微软雅黑" panose="020B0503020204020204" pitchFamily="34" charset="-122"/>
              </a:rPr>
              <a:t>判断依据</a:t>
            </a:r>
          </a:p>
        </p:txBody>
      </p:sp>
      <p:sp>
        <p:nvSpPr>
          <p:cNvPr id="34" name="r-line-2">
            <a:extLst>
              <a:ext uri="{FF2B5EF4-FFF2-40B4-BE49-F238E27FC236}">
                <a16:creationId xmlns:a16="http://schemas.microsoft.com/office/drawing/2014/main" id="{02179B3C-667E-4846-A1DA-A6E6836805F9}"/>
              </a:ext>
            </a:extLst>
          </p:cNvPr>
          <p:cNvSpPr>
            <a:spLocks noGrp="1"/>
          </p:cNvSpPr>
          <p:nvPr/>
        </p:nvSpPr>
        <p:spPr>
          <a:xfrm>
            <a:off x="7696200" y="4057650"/>
            <a:ext cx="35623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r-l-3">
            <a:extLst>
              <a:ext uri="{FF2B5EF4-FFF2-40B4-BE49-F238E27FC236}">
                <a16:creationId xmlns:a16="http://schemas.microsoft.com/office/drawing/2014/main" id="{C546923D-CDBF-4CEC-B701-CA4EC2DBEE52}"/>
              </a:ext>
            </a:extLst>
          </p:cNvPr>
          <p:cNvSpPr>
            <a:spLocks noGrp="1"/>
          </p:cNvSpPr>
          <p:nvPr/>
        </p:nvSpPr>
        <p:spPr>
          <a:xfrm>
            <a:off x="7696200" y="4057650"/>
            <a:ext cx="914400" cy="514350"/>
          </a:xfrm>
          <a:prstGeom prst="rect">
            <a:avLst/>
          </a:prstGeom>
          <a:noFill/>
          <a:ln w="0">
            <a:noFill/>
            <a:prstDash val="solid"/>
          </a:ln>
        </p:spPr>
        <p:txBody>
          <a:bodyPr anchor="ctr"/>
          <a:lstStyle/>
          <a:p>
            <a:pPr algn="l">
              <a:defRPr sz="1125" b="1">
                <a:solidFill>
                  <a:srgbClr val="0B3266"/>
                </a:solidFill>
              </a:defRPr>
            </a:pPr>
            <a:r>
              <a:rPr sz="1125" b="1">
                <a:solidFill>
                  <a:srgbClr val="0B3266"/>
                </a:solidFill>
                <a:latin typeface="微软雅黑" panose="020B0503020204020204" pitchFamily="34" charset="-122"/>
                <a:ea typeface="微软雅黑" panose="020B0503020204020204" pitchFamily="34" charset="-122"/>
              </a:rPr>
              <a:t>需要谁支持</a:t>
            </a:r>
          </a:p>
        </p:txBody>
      </p:sp>
      <p:sp>
        <p:nvSpPr>
          <p:cNvPr id="36" name="r-v-3">
            <a:extLst>
              <a:ext uri="{FF2B5EF4-FFF2-40B4-BE49-F238E27FC236}">
                <a16:creationId xmlns:a16="http://schemas.microsoft.com/office/drawing/2014/main" id="{2C9E9CF8-6346-43C3-87DD-0153BD0C8185}"/>
              </a:ext>
            </a:extLst>
          </p:cNvPr>
          <p:cNvSpPr>
            <a:spLocks noGrp="1"/>
          </p:cNvSpPr>
          <p:nvPr/>
        </p:nvSpPr>
        <p:spPr>
          <a:xfrm>
            <a:off x="8667750" y="4057650"/>
            <a:ext cx="2590800" cy="514350"/>
          </a:xfrm>
          <a:prstGeom prst="rect">
            <a:avLst/>
          </a:prstGeom>
          <a:noFill/>
          <a:ln w="0">
            <a:noFill/>
            <a:prstDash val="solid"/>
          </a:ln>
        </p:spPr>
        <p:txBody>
          <a:bodyPr anchor="ctr"/>
          <a:lstStyle/>
          <a:p>
            <a:pPr algn="l">
              <a:defRPr sz="1125" b="0">
                <a:solidFill>
                  <a:srgbClr val="42566F"/>
                </a:solidFill>
              </a:defRPr>
            </a:pPr>
            <a:r>
              <a:rPr sz="1125" b="0" dirty="0">
                <a:solidFill>
                  <a:srgbClr val="42566F"/>
                </a:solidFill>
                <a:latin typeface="微软雅黑" panose="020B0503020204020204" pitchFamily="34" charset="-122"/>
                <a:ea typeface="微软雅黑" panose="020B0503020204020204" pitchFamily="34" charset="-122"/>
              </a:rPr>
              <a:t>________________________</a:t>
            </a:r>
          </a:p>
        </p:txBody>
      </p:sp>
      <p:sp>
        <p:nvSpPr>
          <p:cNvPr id="37" name="debate-panel">
            <a:extLst>
              <a:ext uri="{FF2B5EF4-FFF2-40B4-BE49-F238E27FC236}">
                <a16:creationId xmlns:a16="http://schemas.microsoft.com/office/drawing/2014/main" id="{884D72B6-44E8-4470-AC59-8BA61CB53CF3}"/>
              </a:ext>
            </a:extLst>
          </p:cNvPr>
          <p:cNvSpPr>
            <a:spLocks noGrp="1"/>
          </p:cNvSpPr>
          <p:nvPr/>
        </p:nvSpPr>
        <p:spPr>
          <a:xfrm>
            <a:off x="7486650" y="4933950"/>
            <a:ext cx="4076700" cy="1162050"/>
          </a:xfrm>
          <a:prstGeom prst="roundRect">
            <a:avLst>
              <a:gd name="adj" fmla="val 8197"/>
            </a:avLst>
          </a:prstGeom>
          <a:solidFill>
            <a:srgbClr val="F5F8FC"/>
          </a:solidFill>
          <a:ln w="9525">
            <a:solidFill>
              <a:srgbClr val="2F74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debate-title">
            <a:extLst>
              <a:ext uri="{FF2B5EF4-FFF2-40B4-BE49-F238E27FC236}">
                <a16:creationId xmlns:a16="http://schemas.microsoft.com/office/drawing/2014/main" id="{7D02812A-7423-48CA-A334-8CBAE30B25EA}"/>
              </a:ext>
            </a:extLst>
          </p:cNvPr>
          <p:cNvSpPr>
            <a:spLocks noGrp="1"/>
          </p:cNvSpPr>
          <p:nvPr/>
        </p:nvSpPr>
        <p:spPr>
          <a:xfrm>
            <a:off x="7696200" y="5029200"/>
            <a:ext cx="1524000" cy="247650"/>
          </a:xfrm>
          <a:prstGeom prst="rect">
            <a:avLst/>
          </a:prstGeom>
          <a:noFill/>
          <a:ln w="0">
            <a:noFill/>
            <a:prstDash val="solid"/>
          </a:ln>
        </p:spPr>
        <p:txBody>
          <a:bodyPr anchor="ctr"/>
          <a:lstStyle/>
          <a:p>
            <a:pPr algn="l">
              <a:defRPr sz="1275" b="1">
                <a:solidFill>
                  <a:srgbClr val="0B3266"/>
                </a:solidFill>
              </a:defRPr>
            </a:pPr>
            <a:r>
              <a:rPr sz="1275" b="1">
                <a:solidFill>
                  <a:srgbClr val="0B3266"/>
                </a:solidFill>
                <a:latin typeface="微软雅黑" panose="020B0503020204020204" pitchFamily="34" charset="-122"/>
                <a:ea typeface="微软雅黑" panose="020B0503020204020204" pitchFamily="34" charset="-122"/>
              </a:rPr>
              <a:t>边界争议事项</a:t>
            </a:r>
          </a:p>
        </p:txBody>
      </p:sp>
      <p:sp>
        <p:nvSpPr>
          <p:cNvPr id="39" name="debate-body">
            <a:extLst>
              <a:ext uri="{FF2B5EF4-FFF2-40B4-BE49-F238E27FC236}">
                <a16:creationId xmlns:a16="http://schemas.microsoft.com/office/drawing/2014/main" id="{92205C2B-9F5B-4E88-BBB0-AFC3CEAE1821}"/>
              </a:ext>
            </a:extLst>
          </p:cNvPr>
          <p:cNvSpPr>
            <a:spLocks noGrp="1"/>
          </p:cNvSpPr>
          <p:nvPr/>
        </p:nvSpPr>
        <p:spPr>
          <a:xfrm>
            <a:off x="7696200" y="5334000"/>
            <a:ext cx="3562350" cy="590550"/>
          </a:xfrm>
          <a:prstGeom prst="rect">
            <a:avLst/>
          </a:prstGeom>
          <a:noFill/>
          <a:ln w="0">
            <a:noFill/>
            <a:prstDash val="solid"/>
          </a:ln>
        </p:spPr>
        <p:txBody>
          <a:bodyPr anchor="ctr"/>
          <a:lstStyle/>
          <a:p>
            <a:pPr algn="l">
              <a:defRPr sz="1125" b="0">
                <a:solidFill>
                  <a:srgbClr val="42566F"/>
                </a:solidFill>
              </a:defRPr>
            </a:pPr>
            <a:r>
              <a:rPr sz="1125" b="0">
                <a:solidFill>
                  <a:srgbClr val="42566F"/>
                </a:solidFill>
                <a:latin typeface="微软雅黑" panose="020B0503020204020204" pitchFamily="34" charset="-122"/>
                <a:ea typeface="微软雅黑" panose="020B0503020204020204" pitchFamily="34" charset="-122"/>
              </a:rPr>
              <a:t>事项：________________________</a:t>
            </a:r>
          </a:p>
          <a:p>
            <a:pPr algn="l">
              <a:defRPr sz="1125" b="0">
                <a:solidFill>
                  <a:srgbClr val="42566F"/>
                </a:solidFill>
              </a:defRPr>
            </a:pPr>
            <a:r>
              <a:rPr sz="1125" b="0">
                <a:solidFill>
                  <a:srgbClr val="42566F"/>
                </a:solidFill>
                <a:latin typeface="微软雅黑" panose="020B0503020204020204" pitchFamily="34" charset="-122"/>
                <a:ea typeface="微软雅黑" panose="020B0503020204020204" pitchFamily="34" charset="-122"/>
              </a:rPr>
              <a:t>需要补充的证据：________________</a:t>
            </a:r>
          </a:p>
        </p:txBody>
      </p:sp>
      <p:sp>
        <p:nvSpPr>
          <p:cNvPr id="40" name="footer">
            <a:extLst>
              <a:ext uri="{FF2B5EF4-FFF2-40B4-BE49-F238E27FC236}">
                <a16:creationId xmlns:a16="http://schemas.microsoft.com/office/drawing/2014/main" id="{639DCC25-4620-4614-ABE2-F50867EB2D25}"/>
              </a:ext>
            </a:extLst>
          </p:cNvPr>
          <p:cNvSpPr>
            <a:spLocks noGrp="1"/>
          </p:cNvSpPr>
          <p:nvPr/>
        </p:nvSpPr>
        <p:spPr>
          <a:xfrm>
            <a:off x="628650" y="6267450"/>
            <a:ext cx="10934700" cy="400050"/>
          </a:xfrm>
          <a:prstGeom prst="roundRect">
            <a:avLst>
              <a:gd name="adj" fmla="val 19048"/>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footer-text">
            <a:extLst>
              <a:ext uri="{FF2B5EF4-FFF2-40B4-BE49-F238E27FC236}">
                <a16:creationId xmlns:a16="http://schemas.microsoft.com/office/drawing/2014/main" id="{7500FB8B-0CEE-4A82-AFF8-2E16B34DD066}"/>
              </a:ext>
            </a:extLst>
          </p:cNvPr>
          <p:cNvSpPr>
            <a:spLocks noGrp="1"/>
          </p:cNvSpPr>
          <p:nvPr/>
        </p:nvSpPr>
        <p:spPr>
          <a:xfrm>
            <a:off x="876300" y="6324600"/>
            <a:ext cx="10477500" cy="2857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latin typeface="微软雅黑" panose="020B0503020204020204" pitchFamily="34" charset="-122"/>
                <a:ea typeface="微软雅黑" panose="020B0503020204020204" pitchFamily="34" charset="-122"/>
              </a:rPr>
              <a:t>先分类，不急着解决；先说清“为什么放在这里”。</a:t>
            </a:r>
          </a:p>
        </p:txBody>
      </p:sp>
    </p:spTree>
    <p:extLst>
      <p:ext uri="{BB962C8B-B14F-4D97-AF65-F5344CB8AC3E}">
        <p14:creationId xmlns:p14="http://schemas.microsoft.com/office/powerpoint/2010/main" val="1262910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green-mark-2">
            <a:extLst>
              <a:ext uri="{FF2B5EF4-FFF2-40B4-BE49-F238E27FC236}">
                <a16:creationId xmlns:a16="http://schemas.microsoft.com/office/drawing/2014/main" id="{6B1B39E6-76F4-468B-9800-96D66989B7CD}"/>
              </a:ext>
            </a:extLst>
          </p:cNvPr>
          <p:cNvSpPr>
            <a:spLocks noGrp="1"/>
          </p:cNvSpPr>
          <p:nvPr/>
        </p:nvSpPr>
        <p:spPr>
          <a:xfrm>
            <a:off x="0" y="114300"/>
            <a:ext cx="590550" cy="409575"/>
          </a:xfrm>
          <a:prstGeom prst="chevron">
            <a:avLst/>
          </a:prstGeom>
          <a:solidFill>
            <a:srgbClr val="79C600"/>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 name="title-2">
            <a:extLst>
              <a:ext uri="{FF2B5EF4-FFF2-40B4-BE49-F238E27FC236}">
                <a16:creationId xmlns:a16="http://schemas.microsoft.com/office/drawing/2014/main" id="{8840BC3B-9ECC-40B2-9656-080912DA31C9}"/>
              </a:ext>
            </a:extLst>
          </p:cNvPr>
          <p:cNvSpPr>
            <a:spLocks noGrp="1"/>
          </p:cNvSpPr>
          <p:nvPr/>
        </p:nvSpPr>
        <p:spPr>
          <a:xfrm>
            <a:off x="742950" y="323850"/>
            <a:ext cx="10572750" cy="495300"/>
          </a:xfrm>
          <a:prstGeom prst="rect">
            <a:avLst/>
          </a:prstGeom>
          <a:noFill/>
          <a:ln w="0">
            <a:noFill/>
            <a:prstDash val="solid"/>
          </a:ln>
        </p:spPr>
        <p:txBody>
          <a:bodyPr anchor="ctr"/>
          <a:lstStyle/>
          <a:p>
            <a:pPr algn="l">
              <a:defRPr sz="2700" b="1">
                <a:solidFill>
                  <a:srgbClr val="0B3266"/>
                </a:solidFill>
              </a:defRPr>
            </a:pPr>
            <a:r>
              <a:rPr sz="2700" b="1" dirty="0" err="1">
                <a:solidFill>
                  <a:srgbClr val="0B3266"/>
                </a:solidFill>
                <a:latin typeface="微软雅黑" panose="020B0503020204020204" pitchFamily="34" charset="-122"/>
                <a:ea typeface="微软雅黑" panose="020B0503020204020204" pitchFamily="34" charset="-122"/>
              </a:rPr>
              <a:t>选择最值得行动的焦点</a:t>
            </a:r>
            <a:r>
              <a:rPr lang="zh-CN" altLang="en-US" sz="2700" b="1" dirty="0">
                <a:solidFill>
                  <a:srgbClr val="0B3266"/>
                </a:solidFill>
                <a:latin typeface="微软雅黑" panose="020B0503020204020204" pitchFamily="34" charset="-122"/>
                <a:ea typeface="微软雅黑" panose="020B0503020204020204" pitchFamily="34" charset="-122"/>
              </a:rPr>
              <a:t>问题</a:t>
            </a:r>
            <a:endParaRPr sz="2700" b="1" dirty="0">
              <a:solidFill>
                <a:srgbClr val="0B3266"/>
              </a:solidFill>
              <a:latin typeface="微软雅黑" panose="020B0503020204020204" pitchFamily="34" charset="-122"/>
              <a:ea typeface="微软雅黑" panose="020B0503020204020204" pitchFamily="34" charset="-122"/>
            </a:endParaRPr>
          </a:p>
        </p:txBody>
      </p:sp>
      <p:sp>
        <p:nvSpPr>
          <p:cNvPr id="3" name="head-rule-2">
            <a:extLst>
              <a:ext uri="{FF2B5EF4-FFF2-40B4-BE49-F238E27FC236}">
                <a16:creationId xmlns:a16="http://schemas.microsoft.com/office/drawing/2014/main" id="{E2FF2BD8-0BB4-4148-A3D7-E67A487DA351}"/>
              </a:ext>
            </a:extLst>
          </p:cNvPr>
          <p:cNvSpPr>
            <a:spLocks noGrp="1"/>
          </p:cNvSpPr>
          <p:nvPr/>
        </p:nvSpPr>
        <p:spPr>
          <a:xfrm>
            <a:off x="628650" y="1047750"/>
            <a:ext cx="10934700" cy="19050"/>
          </a:xfrm>
          <a:prstGeom prst="rect">
            <a:avLst/>
          </a:prstGeom>
          <a:solidFill>
            <a:srgbClr val="79C600"/>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subtitle-2">
            <a:extLst>
              <a:ext uri="{FF2B5EF4-FFF2-40B4-BE49-F238E27FC236}">
                <a16:creationId xmlns:a16="http://schemas.microsoft.com/office/drawing/2014/main" id="{8321CF6C-8B68-4785-AF6C-36BEF43DC676}"/>
              </a:ext>
            </a:extLst>
          </p:cNvPr>
          <p:cNvSpPr>
            <a:spLocks noGrp="1"/>
          </p:cNvSpPr>
          <p:nvPr/>
        </p:nvSpPr>
        <p:spPr>
          <a:xfrm>
            <a:off x="628650" y="1181100"/>
            <a:ext cx="10668000" cy="304800"/>
          </a:xfrm>
          <a:prstGeom prst="rect">
            <a:avLst/>
          </a:prstGeom>
          <a:noFill/>
          <a:ln w="0">
            <a:noFill/>
            <a:prstDash val="solid"/>
          </a:ln>
        </p:spPr>
        <p:txBody>
          <a:bodyPr anchor="ctr"/>
          <a:lstStyle/>
          <a:p>
            <a:pPr algn="l">
              <a:defRPr sz="1425" b="1">
                <a:solidFill>
                  <a:srgbClr val="102A4C"/>
                </a:solidFill>
              </a:defRPr>
            </a:pPr>
            <a:r>
              <a:rPr sz="1425" b="1">
                <a:solidFill>
                  <a:srgbClr val="102A4C"/>
                </a:solidFill>
                <a:latin typeface="微软雅黑" panose="020B0503020204020204" pitchFamily="34" charset="-122"/>
                <a:ea typeface="微软雅黑" panose="020B0503020204020204" pitchFamily="34" charset="-122"/>
              </a:rPr>
              <a:t>先评分，再把候选事项拖入矩阵；最终只保留三个优先焦点</a:t>
            </a:r>
          </a:p>
        </p:txBody>
      </p:sp>
      <p:sp>
        <p:nvSpPr>
          <p:cNvPr id="5" name="orange-rule-2">
            <a:extLst>
              <a:ext uri="{FF2B5EF4-FFF2-40B4-BE49-F238E27FC236}">
                <a16:creationId xmlns:a16="http://schemas.microsoft.com/office/drawing/2014/main" id="{1956BCD7-2154-4C22-876C-04A9BA70804E}"/>
              </a:ext>
            </a:extLst>
          </p:cNvPr>
          <p:cNvSpPr>
            <a:spLocks noGrp="1"/>
          </p:cNvSpPr>
          <p:nvPr/>
        </p:nvSpPr>
        <p:spPr>
          <a:xfrm>
            <a:off x="628650" y="1524000"/>
            <a:ext cx="685800" cy="38100"/>
          </a:xfrm>
          <a:prstGeom prst="rect">
            <a:avLst/>
          </a:prstGeom>
          <a:solidFill>
            <a:srgbClr val="D68B00"/>
          </a:solidFill>
          <a:ln w="0">
            <a:solidFill>
              <a:srgbClr val="D68B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 name="matrix">
            <a:extLst>
              <a:ext uri="{FF2B5EF4-FFF2-40B4-BE49-F238E27FC236}">
                <a16:creationId xmlns:a16="http://schemas.microsoft.com/office/drawing/2014/main" id="{15C1A6E7-D303-416C-9A78-16AA21F2BDED}"/>
              </a:ext>
            </a:extLst>
          </p:cNvPr>
          <p:cNvSpPr>
            <a:spLocks noGrp="1"/>
          </p:cNvSpPr>
          <p:nvPr/>
        </p:nvSpPr>
        <p:spPr>
          <a:xfrm>
            <a:off x="723900" y="2133600"/>
            <a:ext cx="6572250" cy="3390900"/>
          </a:xfrm>
          <a:prstGeom prst="roundRect">
            <a:avLst>
              <a:gd name="adj" fmla="val 2247"/>
            </a:avLst>
          </a:prstGeom>
          <a:solidFill>
            <a:srgbClr val="FFFFFF"/>
          </a:solidFill>
          <a:ln w="14288">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matrix-v">
            <a:extLst>
              <a:ext uri="{FF2B5EF4-FFF2-40B4-BE49-F238E27FC236}">
                <a16:creationId xmlns:a16="http://schemas.microsoft.com/office/drawing/2014/main" id="{5AA46E79-8962-4826-BD78-2CF71E9B7B51}"/>
              </a:ext>
            </a:extLst>
          </p:cNvPr>
          <p:cNvSpPr>
            <a:spLocks noGrp="1"/>
          </p:cNvSpPr>
          <p:nvPr/>
        </p:nvSpPr>
        <p:spPr>
          <a:xfrm>
            <a:off x="4010025" y="2133600"/>
            <a:ext cx="19050" cy="339090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matrix-h">
            <a:extLst>
              <a:ext uri="{FF2B5EF4-FFF2-40B4-BE49-F238E27FC236}">
                <a16:creationId xmlns:a16="http://schemas.microsoft.com/office/drawing/2014/main" id="{D4DCB22D-3F7D-443C-9980-9A96ADD58981}"/>
              </a:ext>
            </a:extLst>
          </p:cNvPr>
          <p:cNvSpPr>
            <a:spLocks noGrp="1"/>
          </p:cNvSpPr>
          <p:nvPr/>
        </p:nvSpPr>
        <p:spPr>
          <a:xfrm>
            <a:off x="723900" y="3829050"/>
            <a:ext cx="6572250" cy="190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priority">
            <a:extLst>
              <a:ext uri="{FF2B5EF4-FFF2-40B4-BE49-F238E27FC236}">
                <a16:creationId xmlns:a16="http://schemas.microsoft.com/office/drawing/2014/main" id="{35D7F987-E217-4ECE-B42F-A1B56D49AAD3}"/>
              </a:ext>
            </a:extLst>
          </p:cNvPr>
          <p:cNvSpPr>
            <a:spLocks noGrp="1"/>
          </p:cNvSpPr>
          <p:nvPr/>
        </p:nvSpPr>
        <p:spPr>
          <a:xfrm>
            <a:off x="4029075" y="2152650"/>
            <a:ext cx="3248025" cy="1657350"/>
          </a:xfrm>
          <a:prstGeom prst="rect">
            <a:avLst/>
          </a:prstGeom>
          <a:solidFill>
            <a:srgbClr val="F1F9E5"/>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q1">
            <a:extLst>
              <a:ext uri="{FF2B5EF4-FFF2-40B4-BE49-F238E27FC236}">
                <a16:creationId xmlns:a16="http://schemas.microsoft.com/office/drawing/2014/main" id="{CDBBCB7E-DE63-44D3-B11F-954218B481CB}"/>
              </a:ext>
            </a:extLst>
          </p:cNvPr>
          <p:cNvSpPr>
            <a:spLocks noGrp="1"/>
          </p:cNvSpPr>
          <p:nvPr/>
        </p:nvSpPr>
        <p:spPr>
          <a:xfrm>
            <a:off x="876300" y="2228850"/>
            <a:ext cx="2000250" cy="247650"/>
          </a:xfrm>
          <a:prstGeom prst="rect">
            <a:avLst/>
          </a:prstGeom>
          <a:noFill/>
          <a:ln w="0">
            <a:noFill/>
            <a:prstDash val="solid"/>
          </a:ln>
        </p:spPr>
        <p:txBody>
          <a:bodyPr anchor="ctr"/>
          <a:lstStyle/>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高影响 × 低行动</a:t>
            </a:r>
          </a:p>
        </p:txBody>
      </p:sp>
      <p:sp>
        <p:nvSpPr>
          <p:cNvPr id="11" name="q2">
            <a:extLst>
              <a:ext uri="{FF2B5EF4-FFF2-40B4-BE49-F238E27FC236}">
                <a16:creationId xmlns:a16="http://schemas.microsoft.com/office/drawing/2014/main" id="{FC5CDCF0-3723-4984-9D00-968B23E4BC63}"/>
              </a:ext>
            </a:extLst>
          </p:cNvPr>
          <p:cNvSpPr>
            <a:spLocks noGrp="1"/>
          </p:cNvSpPr>
          <p:nvPr/>
        </p:nvSpPr>
        <p:spPr>
          <a:xfrm>
            <a:off x="4181475" y="2228850"/>
            <a:ext cx="1714500" cy="247650"/>
          </a:xfrm>
          <a:prstGeom prst="rect">
            <a:avLst/>
          </a:prstGeom>
          <a:noFill/>
          <a:ln w="0">
            <a:noFill/>
            <a:prstDash val="solid"/>
          </a:ln>
        </p:spPr>
        <p:txBody>
          <a:bodyPr anchor="ctr"/>
          <a:lstStyle/>
          <a:p>
            <a:pPr algn="l">
              <a:defRPr sz="1350" b="1">
                <a:solidFill>
                  <a:srgbClr val="79C600"/>
                </a:solidFill>
              </a:defRPr>
            </a:pPr>
            <a:r>
              <a:rPr sz="1350" b="1">
                <a:solidFill>
                  <a:srgbClr val="79C600"/>
                </a:solidFill>
                <a:latin typeface="微软雅黑" panose="020B0503020204020204" pitchFamily="34" charset="-122"/>
                <a:ea typeface="微软雅黑" panose="020B0503020204020204" pitchFamily="34" charset="-122"/>
              </a:rPr>
              <a:t>优先焦点区</a:t>
            </a:r>
          </a:p>
        </p:txBody>
      </p:sp>
      <p:sp>
        <p:nvSpPr>
          <p:cNvPr id="12" name="q3">
            <a:extLst>
              <a:ext uri="{FF2B5EF4-FFF2-40B4-BE49-F238E27FC236}">
                <a16:creationId xmlns:a16="http://schemas.microsoft.com/office/drawing/2014/main" id="{80D36F2F-2740-4BE7-A0BC-F1D880723C49}"/>
              </a:ext>
            </a:extLst>
          </p:cNvPr>
          <p:cNvSpPr>
            <a:spLocks noGrp="1"/>
          </p:cNvSpPr>
          <p:nvPr/>
        </p:nvSpPr>
        <p:spPr>
          <a:xfrm>
            <a:off x="876300" y="3924300"/>
            <a:ext cx="2000250" cy="247650"/>
          </a:xfrm>
          <a:prstGeom prst="rect">
            <a:avLst/>
          </a:prstGeom>
          <a:noFill/>
          <a:ln w="0">
            <a:noFill/>
            <a:prstDash val="solid"/>
          </a:ln>
        </p:spPr>
        <p:txBody>
          <a:bodyPr anchor="ctr"/>
          <a:lstStyle/>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低影响 × 低行动</a:t>
            </a:r>
          </a:p>
        </p:txBody>
      </p:sp>
      <p:sp>
        <p:nvSpPr>
          <p:cNvPr id="13" name="q4">
            <a:extLst>
              <a:ext uri="{FF2B5EF4-FFF2-40B4-BE49-F238E27FC236}">
                <a16:creationId xmlns:a16="http://schemas.microsoft.com/office/drawing/2014/main" id="{E7BBEBBB-6737-495B-A1D3-2B099D386E3B}"/>
              </a:ext>
            </a:extLst>
          </p:cNvPr>
          <p:cNvSpPr>
            <a:spLocks noGrp="1"/>
          </p:cNvSpPr>
          <p:nvPr/>
        </p:nvSpPr>
        <p:spPr>
          <a:xfrm>
            <a:off x="4181475" y="3924300"/>
            <a:ext cx="2095500" cy="247650"/>
          </a:xfrm>
          <a:prstGeom prst="rect">
            <a:avLst/>
          </a:prstGeom>
          <a:noFill/>
          <a:ln w="0">
            <a:noFill/>
            <a:prstDash val="solid"/>
          </a:ln>
        </p:spPr>
        <p:txBody>
          <a:bodyPr anchor="ctr"/>
          <a:lstStyle/>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低影响 × 高行动</a:t>
            </a:r>
          </a:p>
        </p:txBody>
      </p:sp>
      <p:sp>
        <p:nvSpPr>
          <p:cNvPr id="14" name="y-axis">
            <a:extLst>
              <a:ext uri="{FF2B5EF4-FFF2-40B4-BE49-F238E27FC236}">
                <a16:creationId xmlns:a16="http://schemas.microsoft.com/office/drawing/2014/main" id="{8EF75548-54F9-400F-AC01-24FEF564612D}"/>
              </a:ext>
            </a:extLst>
          </p:cNvPr>
          <p:cNvSpPr>
            <a:spLocks noGrp="1"/>
          </p:cNvSpPr>
          <p:nvPr/>
        </p:nvSpPr>
        <p:spPr>
          <a:xfrm>
            <a:off x="-171450" y="3705225"/>
            <a:ext cx="1047750" cy="247650"/>
          </a:xfrm>
          <a:prstGeom prst="rect">
            <a:avLst/>
          </a:prstGeom>
          <a:noFill/>
          <a:ln w="0">
            <a:noFill/>
            <a:prstDash val="solid"/>
          </a:ln>
        </p:spPr>
        <p:txBody>
          <a:bodyPr anchor="ctr"/>
          <a:lstStyle/>
          <a:p>
            <a:pPr algn="ctr">
              <a:defRPr sz="1200" b="1">
                <a:solidFill>
                  <a:srgbClr val="0B3266"/>
                </a:solidFill>
              </a:defRPr>
            </a:pPr>
            <a:r>
              <a:rPr sz="1200" b="1" dirty="0" err="1">
                <a:solidFill>
                  <a:srgbClr val="0B3266"/>
                </a:solidFill>
              </a:rPr>
              <a:t>影响度</a:t>
            </a:r>
            <a:r>
              <a:rPr sz="1200" b="1" dirty="0">
                <a:solidFill>
                  <a:srgbClr val="0B3266"/>
                </a:solidFill>
              </a:rPr>
              <a:t> ↑</a:t>
            </a:r>
          </a:p>
        </p:txBody>
      </p:sp>
      <p:sp>
        <p:nvSpPr>
          <p:cNvPr id="15" name="x-axis">
            <a:extLst>
              <a:ext uri="{FF2B5EF4-FFF2-40B4-BE49-F238E27FC236}">
                <a16:creationId xmlns:a16="http://schemas.microsoft.com/office/drawing/2014/main" id="{2CA5260A-69CC-4C1F-93EA-888256D3385B}"/>
              </a:ext>
            </a:extLst>
          </p:cNvPr>
          <p:cNvSpPr>
            <a:spLocks noGrp="1"/>
          </p:cNvSpPr>
          <p:nvPr/>
        </p:nvSpPr>
        <p:spPr>
          <a:xfrm>
            <a:off x="3181350" y="5600700"/>
            <a:ext cx="1714500" cy="266700"/>
          </a:xfrm>
          <a:prstGeom prst="rect">
            <a:avLst/>
          </a:prstGeom>
          <a:noFill/>
          <a:ln w="0">
            <a:noFill/>
            <a:prstDash val="solid"/>
          </a:ln>
        </p:spPr>
        <p:txBody>
          <a:bodyPr anchor="ctr"/>
          <a:lstStyle/>
          <a:p>
            <a:pPr algn="ctr">
              <a:defRPr sz="1275" b="1">
                <a:solidFill>
                  <a:srgbClr val="0B3266"/>
                </a:solidFill>
              </a:defRPr>
            </a:pPr>
            <a:r>
              <a:rPr sz="1275" b="1">
                <a:solidFill>
                  <a:srgbClr val="0B3266"/>
                </a:solidFill>
                <a:latin typeface="微软雅黑" panose="020B0503020204020204" pitchFamily="34" charset="-122"/>
                <a:ea typeface="微软雅黑" panose="020B0503020204020204" pitchFamily="34" charset="-122"/>
              </a:rPr>
              <a:t>可行动性 →</a:t>
            </a:r>
          </a:p>
        </p:txBody>
      </p:sp>
      <p:sp>
        <p:nvSpPr>
          <p:cNvPr id="16" name="token-title">
            <a:extLst>
              <a:ext uri="{FF2B5EF4-FFF2-40B4-BE49-F238E27FC236}">
                <a16:creationId xmlns:a16="http://schemas.microsoft.com/office/drawing/2014/main" id="{E41E6C64-BC84-499F-ADC7-57F4338A3BD7}"/>
              </a:ext>
            </a:extLst>
          </p:cNvPr>
          <p:cNvSpPr>
            <a:spLocks noGrp="1"/>
          </p:cNvSpPr>
          <p:nvPr/>
        </p:nvSpPr>
        <p:spPr>
          <a:xfrm>
            <a:off x="7543800" y="1828800"/>
            <a:ext cx="2514600" cy="266700"/>
          </a:xfrm>
          <a:prstGeom prst="rect">
            <a:avLst/>
          </a:prstGeom>
          <a:noFill/>
          <a:ln w="0">
            <a:noFill/>
            <a:prstDash val="solid"/>
          </a:ln>
        </p:spPr>
        <p:txBody>
          <a:bodyPr anchor="ctr"/>
          <a:lstStyle/>
          <a:p>
            <a:pPr algn="l">
              <a:defRPr sz="1200" b="1">
                <a:solidFill>
                  <a:srgbClr val="0B3266"/>
                </a:solidFill>
              </a:defRPr>
            </a:pPr>
            <a:r>
              <a:rPr sz="1200" b="1">
                <a:solidFill>
                  <a:srgbClr val="0B3266"/>
                </a:solidFill>
                <a:latin typeface="微软雅黑" panose="020B0503020204020204" pitchFamily="34" charset="-122"/>
                <a:ea typeface="微软雅黑" panose="020B0503020204020204" pitchFamily="34" charset="-122"/>
              </a:rPr>
              <a:t>将候选事项字母拖入矩阵</a:t>
            </a:r>
          </a:p>
        </p:txBody>
      </p:sp>
      <p:sp>
        <p:nvSpPr>
          <p:cNvPr id="17" name="token-A">
            <a:extLst>
              <a:ext uri="{FF2B5EF4-FFF2-40B4-BE49-F238E27FC236}">
                <a16:creationId xmlns:a16="http://schemas.microsoft.com/office/drawing/2014/main" id="{0AE74406-FEA2-4A7D-933E-395593C06B85}"/>
              </a:ext>
            </a:extLst>
          </p:cNvPr>
          <p:cNvSpPr>
            <a:spLocks noGrp="1"/>
          </p:cNvSpPr>
          <p:nvPr/>
        </p:nvSpPr>
        <p:spPr>
          <a:xfrm>
            <a:off x="9982200" y="1809750"/>
            <a:ext cx="285750" cy="285750"/>
          </a:xfrm>
          <a:prstGeom prst="ellipse">
            <a:avLst/>
          </a:prstGeom>
          <a:solidFill>
            <a:srgbClr val="D68B00"/>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token-t-A">
            <a:extLst>
              <a:ext uri="{FF2B5EF4-FFF2-40B4-BE49-F238E27FC236}">
                <a16:creationId xmlns:a16="http://schemas.microsoft.com/office/drawing/2014/main" id="{81312B34-7A2E-4A75-A1B0-0C577494D704}"/>
              </a:ext>
            </a:extLst>
          </p:cNvPr>
          <p:cNvSpPr>
            <a:spLocks noGrp="1"/>
          </p:cNvSpPr>
          <p:nvPr/>
        </p:nvSpPr>
        <p:spPr>
          <a:xfrm>
            <a:off x="9982200" y="1809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A</a:t>
            </a:r>
          </a:p>
        </p:txBody>
      </p:sp>
      <p:sp>
        <p:nvSpPr>
          <p:cNvPr id="19" name="token-B">
            <a:extLst>
              <a:ext uri="{FF2B5EF4-FFF2-40B4-BE49-F238E27FC236}">
                <a16:creationId xmlns:a16="http://schemas.microsoft.com/office/drawing/2014/main" id="{FD8BAF79-B722-414B-9D47-06EC6171EE87}"/>
              </a:ext>
            </a:extLst>
          </p:cNvPr>
          <p:cNvSpPr>
            <a:spLocks noGrp="1"/>
          </p:cNvSpPr>
          <p:nvPr/>
        </p:nvSpPr>
        <p:spPr>
          <a:xfrm>
            <a:off x="10363200" y="1809750"/>
            <a:ext cx="285750" cy="285750"/>
          </a:xfrm>
          <a:prstGeom prst="ellipse">
            <a:avLst/>
          </a:prstGeom>
          <a:solidFill>
            <a:srgbClr val="2F74DA"/>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token-t-B">
            <a:extLst>
              <a:ext uri="{FF2B5EF4-FFF2-40B4-BE49-F238E27FC236}">
                <a16:creationId xmlns:a16="http://schemas.microsoft.com/office/drawing/2014/main" id="{22709F8C-0ED0-46F3-B379-5F31C1F9E7D5}"/>
              </a:ext>
            </a:extLst>
          </p:cNvPr>
          <p:cNvSpPr>
            <a:spLocks noGrp="1"/>
          </p:cNvSpPr>
          <p:nvPr/>
        </p:nvSpPr>
        <p:spPr>
          <a:xfrm>
            <a:off x="10363200" y="1809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B</a:t>
            </a:r>
          </a:p>
        </p:txBody>
      </p:sp>
      <p:sp>
        <p:nvSpPr>
          <p:cNvPr id="21" name="token-C">
            <a:extLst>
              <a:ext uri="{FF2B5EF4-FFF2-40B4-BE49-F238E27FC236}">
                <a16:creationId xmlns:a16="http://schemas.microsoft.com/office/drawing/2014/main" id="{39ACD53F-353E-44DB-B72D-A1C7E3D5B0A7}"/>
              </a:ext>
            </a:extLst>
          </p:cNvPr>
          <p:cNvSpPr>
            <a:spLocks noGrp="1"/>
          </p:cNvSpPr>
          <p:nvPr/>
        </p:nvSpPr>
        <p:spPr>
          <a:xfrm>
            <a:off x="10744200" y="1809750"/>
            <a:ext cx="285750" cy="285750"/>
          </a:xfrm>
          <a:prstGeom prst="ellipse">
            <a:avLst/>
          </a:prstGeom>
          <a:solidFill>
            <a:srgbClr val="79C600"/>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token-t-C">
            <a:extLst>
              <a:ext uri="{FF2B5EF4-FFF2-40B4-BE49-F238E27FC236}">
                <a16:creationId xmlns:a16="http://schemas.microsoft.com/office/drawing/2014/main" id="{3F619F7C-48CD-484E-915F-4CD3EF67F5FF}"/>
              </a:ext>
            </a:extLst>
          </p:cNvPr>
          <p:cNvSpPr>
            <a:spLocks noGrp="1"/>
          </p:cNvSpPr>
          <p:nvPr/>
        </p:nvSpPr>
        <p:spPr>
          <a:xfrm>
            <a:off x="10744200" y="1809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C</a:t>
            </a:r>
          </a:p>
        </p:txBody>
      </p:sp>
      <p:sp>
        <p:nvSpPr>
          <p:cNvPr id="23" name="token-D">
            <a:extLst>
              <a:ext uri="{FF2B5EF4-FFF2-40B4-BE49-F238E27FC236}">
                <a16:creationId xmlns:a16="http://schemas.microsoft.com/office/drawing/2014/main" id="{736C0E5D-7B74-43C2-AC50-37BCC7C0FE8F}"/>
              </a:ext>
            </a:extLst>
          </p:cNvPr>
          <p:cNvSpPr>
            <a:spLocks noGrp="1"/>
          </p:cNvSpPr>
          <p:nvPr/>
        </p:nvSpPr>
        <p:spPr>
          <a:xfrm>
            <a:off x="11125200" y="1809750"/>
            <a:ext cx="285750" cy="285750"/>
          </a:xfrm>
          <a:prstGeom prst="ellipse">
            <a:avLst/>
          </a:prstGeom>
          <a:solidFill>
            <a:srgbClr val="0B3266"/>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token-t-D">
            <a:extLst>
              <a:ext uri="{FF2B5EF4-FFF2-40B4-BE49-F238E27FC236}">
                <a16:creationId xmlns:a16="http://schemas.microsoft.com/office/drawing/2014/main" id="{F568487C-A6A1-4710-99CE-0064F1F03263}"/>
              </a:ext>
            </a:extLst>
          </p:cNvPr>
          <p:cNvSpPr>
            <a:spLocks noGrp="1"/>
          </p:cNvSpPr>
          <p:nvPr/>
        </p:nvSpPr>
        <p:spPr>
          <a:xfrm>
            <a:off x="11125200" y="1809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D</a:t>
            </a:r>
          </a:p>
        </p:txBody>
      </p:sp>
      <p:sp>
        <p:nvSpPr>
          <p:cNvPr id="25" name="token-E">
            <a:extLst>
              <a:ext uri="{FF2B5EF4-FFF2-40B4-BE49-F238E27FC236}">
                <a16:creationId xmlns:a16="http://schemas.microsoft.com/office/drawing/2014/main" id="{CAA2F4DD-AF3E-470F-AE2F-F49D77F25AD5}"/>
              </a:ext>
            </a:extLst>
          </p:cNvPr>
          <p:cNvSpPr>
            <a:spLocks noGrp="1"/>
          </p:cNvSpPr>
          <p:nvPr/>
        </p:nvSpPr>
        <p:spPr>
          <a:xfrm>
            <a:off x="9982200" y="2190750"/>
            <a:ext cx="285750" cy="285750"/>
          </a:xfrm>
          <a:prstGeom prst="ellipse">
            <a:avLst/>
          </a:prstGeom>
          <a:solidFill>
            <a:srgbClr val="0B3266"/>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token-t-E">
            <a:extLst>
              <a:ext uri="{FF2B5EF4-FFF2-40B4-BE49-F238E27FC236}">
                <a16:creationId xmlns:a16="http://schemas.microsoft.com/office/drawing/2014/main" id="{9B7184EA-65D2-4BAC-854F-97F296891E68}"/>
              </a:ext>
            </a:extLst>
          </p:cNvPr>
          <p:cNvSpPr>
            <a:spLocks noGrp="1"/>
          </p:cNvSpPr>
          <p:nvPr/>
        </p:nvSpPr>
        <p:spPr>
          <a:xfrm>
            <a:off x="9982200" y="2190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E</a:t>
            </a:r>
          </a:p>
        </p:txBody>
      </p:sp>
      <p:sp>
        <p:nvSpPr>
          <p:cNvPr id="27" name="token-F">
            <a:extLst>
              <a:ext uri="{FF2B5EF4-FFF2-40B4-BE49-F238E27FC236}">
                <a16:creationId xmlns:a16="http://schemas.microsoft.com/office/drawing/2014/main" id="{59D726F7-E04D-41C8-A272-EE07CA07BF3E}"/>
              </a:ext>
            </a:extLst>
          </p:cNvPr>
          <p:cNvSpPr>
            <a:spLocks noGrp="1"/>
          </p:cNvSpPr>
          <p:nvPr/>
        </p:nvSpPr>
        <p:spPr>
          <a:xfrm>
            <a:off x="10363200" y="2190750"/>
            <a:ext cx="285750" cy="285750"/>
          </a:xfrm>
          <a:prstGeom prst="ellipse">
            <a:avLst/>
          </a:prstGeom>
          <a:solidFill>
            <a:srgbClr val="0B3266"/>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token-t-F">
            <a:extLst>
              <a:ext uri="{FF2B5EF4-FFF2-40B4-BE49-F238E27FC236}">
                <a16:creationId xmlns:a16="http://schemas.microsoft.com/office/drawing/2014/main" id="{B0EBCC23-64E6-4D09-81CF-E9EDF73DACE0}"/>
              </a:ext>
            </a:extLst>
          </p:cNvPr>
          <p:cNvSpPr>
            <a:spLocks noGrp="1"/>
          </p:cNvSpPr>
          <p:nvPr/>
        </p:nvSpPr>
        <p:spPr>
          <a:xfrm>
            <a:off x="10363200" y="2190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F</a:t>
            </a:r>
          </a:p>
        </p:txBody>
      </p:sp>
      <p:sp>
        <p:nvSpPr>
          <p:cNvPr id="29" name="token-G">
            <a:extLst>
              <a:ext uri="{FF2B5EF4-FFF2-40B4-BE49-F238E27FC236}">
                <a16:creationId xmlns:a16="http://schemas.microsoft.com/office/drawing/2014/main" id="{701E352A-E0BB-4DA7-9BFD-2167B9378165}"/>
              </a:ext>
            </a:extLst>
          </p:cNvPr>
          <p:cNvSpPr>
            <a:spLocks noGrp="1"/>
          </p:cNvSpPr>
          <p:nvPr/>
        </p:nvSpPr>
        <p:spPr>
          <a:xfrm>
            <a:off x="10744200" y="2190750"/>
            <a:ext cx="285750" cy="285750"/>
          </a:xfrm>
          <a:prstGeom prst="ellipse">
            <a:avLst/>
          </a:prstGeom>
          <a:solidFill>
            <a:srgbClr val="0B3266"/>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token-t-G">
            <a:extLst>
              <a:ext uri="{FF2B5EF4-FFF2-40B4-BE49-F238E27FC236}">
                <a16:creationId xmlns:a16="http://schemas.microsoft.com/office/drawing/2014/main" id="{249077AF-E54D-43DE-BCFB-E9A82CE5396B}"/>
              </a:ext>
            </a:extLst>
          </p:cNvPr>
          <p:cNvSpPr>
            <a:spLocks noGrp="1"/>
          </p:cNvSpPr>
          <p:nvPr/>
        </p:nvSpPr>
        <p:spPr>
          <a:xfrm>
            <a:off x="10744200" y="2190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G</a:t>
            </a:r>
          </a:p>
        </p:txBody>
      </p:sp>
      <p:sp>
        <p:nvSpPr>
          <p:cNvPr id="31" name="token-H">
            <a:extLst>
              <a:ext uri="{FF2B5EF4-FFF2-40B4-BE49-F238E27FC236}">
                <a16:creationId xmlns:a16="http://schemas.microsoft.com/office/drawing/2014/main" id="{64BA033B-C411-45B9-87D7-E99F6FFD445A}"/>
              </a:ext>
            </a:extLst>
          </p:cNvPr>
          <p:cNvSpPr>
            <a:spLocks noGrp="1"/>
          </p:cNvSpPr>
          <p:nvPr/>
        </p:nvSpPr>
        <p:spPr>
          <a:xfrm>
            <a:off x="11125200" y="2190750"/>
            <a:ext cx="285750" cy="285750"/>
          </a:xfrm>
          <a:prstGeom prst="ellipse">
            <a:avLst/>
          </a:prstGeom>
          <a:solidFill>
            <a:srgbClr val="0B3266"/>
          </a:solidFill>
          <a:ln w="9525">
            <a:solidFill>
              <a:srgbClr val="FFFF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token-t-H">
            <a:extLst>
              <a:ext uri="{FF2B5EF4-FFF2-40B4-BE49-F238E27FC236}">
                <a16:creationId xmlns:a16="http://schemas.microsoft.com/office/drawing/2014/main" id="{35595969-5196-44AE-8AE7-00B115BBFB8B}"/>
              </a:ext>
            </a:extLst>
          </p:cNvPr>
          <p:cNvSpPr>
            <a:spLocks noGrp="1"/>
          </p:cNvSpPr>
          <p:nvPr/>
        </p:nvSpPr>
        <p:spPr>
          <a:xfrm>
            <a:off x="11125200" y="21907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H</a:t>
            </a:r>
          </a:p>
        </p:txBody>
      </p:sp>
      <p:sp>
        <p:nvSpPr>
          <p:cNvPr id="33" name="score-table">
            <a:extLst>
              <a:ext uri="{FF2B5EF4-FFF2-40B4-BE49-F238E27FC236}">
                <a16:creationId xmlns:a16="http://schemas.microsoft.com/office/drawing/2014/main" id="{6F1BB1B5-FB1E-4726-95F8-180BD2550083}"/>
              </a:ext>
            </a:extLst>
          </p:cNvPr>
          <p:cNvSpPr>
            <a:spLocks noGrp="1"/>
          </p:cNvSpPr>
          <p:nvPr/>
        </p:nvSpPr>
        <p:spPr>
          <a:xfrm>
            <a:off x="7543800" y="2571750"/>
            <a:ext cx="4019550" cy="2190750"/>
          </a:xfrm>
          <a:prstGeom prst="roundRect">
            <a:avLst>
              <a:gd name="adj" fmla="val 3478"/>
            </a:avLst>
          </a:prstGeom>
          <a:solidFill>
            <a:srgbClr val="FFFFFF"/>
          </a:solidFill>
          <a:ln w="1143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col-0">
            <a:extLst>
              <a:ext uri="{FF2B5EF4-FFF2-40B4-BE49-F238E27FC236}">
                <a16:creationId xmlns:a16="http://schemas.microsoft.com/office/drawing/2014/main" id="{6E4CFF77-1554-4082-93D2-C4ED19B5A77E}"/>
              </a:ext>
            </a:extLst>
          </p:cNvPr>
          <p:cNvSpPr>
            <a:spLocks noGrp="1"/>
          </p:cNvSpPr>
          <p:nvPr/>
        </p:nvSpPr>
        <p:spPr>
          <a:xfrm>
            <a:off x="7886700" y="2571750"/>
            <a:ext cx="9525" cy="21907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col-1">
            <a:extLst>
              <a:ext uri="{FF2B5EF4-FFF2-40B4-BE49-F238E27FC236}">
                <a16:creationId xmlns:a16="http://schemas.microsoft.com/office/drawing/2014/main" id="{E0B02B3A-D373-4B78-9DD2-2BB0F060EF21}"/>
              </a:ext>
            </a:extLst>
          </p:cNvPr>
          <p:cNvSpPr>
            <a:spLocks noGrp="1"/>
          </p:cNvSpPr>
          <p:nvPr/>
        </p:nvSpPr>
        <p:spPr>
          <a:xfrm>
            <a:off x="9848850" y="2571750"/>
            <a:ext cx="9525" cy="21907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col-2">
            <a:extLst>
              <a:ext uri="{FF2B5EF4-FFF2-40B4-BE49-F238E27FC236}">
                <a16:creationId xmlns:a16="http://schemas.microsoft.com/office/drawing/2014/main" id="{30B59BC0-2F00-45B3-ADCD-AC84DD09BDB0}"/>
              </a:ext>
            </a:extLst>
          </p:cNvPr>
          <p:cNvSpPr>
            <a:spLocks noGrp="1"/>
          </p:cNvSpPr>
          <p:nvPr/>
        </p:nvSpPr>
        <p:spPr>
          <a:xfrm>
            <a:off x="10420350" y="2571750"/>
            <a:ext cx="9525" cy="21907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col-3">
            <a:extLst>
              <a:ext uri="{FF2B5EF4-FFF2-40B4-BE49-F238E27FC236}">
                <a16:creationId xmlns:a16="http://schemas.microsoft.com/office/drawing/2014/main" id="{F936B338-8C08-416F-93C4-5AFCCFF66A5C}"/>
              </a:ext>
            </a:extLst>
          </p:cNvPr>
          <p:cNvSpPr>
            <a:spLocks noGrp="1"/>
          </p:cNvSpPr>
          <p:nvPr/>
        </p:nvSpPr>
        <p:spPr>
          <a:xfrm>
            <a:off x="10991850" y="2571750"/>
            <a:ext cx="9525" cy="21907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head-bg-0">
            <a:extLst>
              <a:ext uri="{FF2B5EF4-FFF2-40B4-BE49-F238E27FC236}">
                <a16:creationId xmlns:a16="http://schemas.microsoft.com/office/drawing/2014/main" id="{9A9EEB3D-846F-4159-8309-9A6E84FECDBB}"/>
              </a:ext>
            </a:extLst>
          </p:cNvPr>
          <p:cNvSpPr>
            <a:spLocks noGrp="1"/>
          </p:cNvSpPr>
          <p:nvPr/>
        </p:nvSpPr>
        <p:spPr>
          <a:xfrm>
            <a:off x="7543800" y="2571750"/>
            <a:ext cx="342900" cy="323850"/>
          </a:xfrm>
          <a:prstGeom prst="rect">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head-0">
            <a:extLst>
              <a:ext uri="{FF2B5EF4-FFF2-40B4-BE49-F238E27FC236}">
                <a16:creationId xmlns:a16="http://schemas.microsoft.com/office/drawing/2014/main" id="{CD3DD064-4A64-4735-A873-4027F9E0B4EC}"/>
              </a:ext>
            </a:extLst>
          </p:cNvPr>
          <p:cNvSpPr>
            <a:spLocks noGrp="1"/>
          </p:cNvSpPr>
          <p:nvPr/>
        </p:nvSpPr>
        <p:spPr>
          <a:xfrm>
            <a:off x="7428148" y="2571750"/>
            <a:ext cx="581025" cy="323850"/>
          </a:xfrm>
          <a:prstGeom prst="rect">
            <a:avLst/>
          </a:prstGeom>
          <a:noFill/>
          <a:ln w="0">
            <a:noFill/>
            <a:prstDash val="solid"/>
          </a:ln>
        </p:spPr>
        <p:txBody>
          <a:bodyPr anchor="ctr"/>
          <a:lstStyle/>
          <a:p>
            <a:pPr algn="ctr">
              <a:defRPr sz="1050" b="1">
                <a:solidFill>
                  <a:srgbClr val="FFFFFF"/>
                </a:solidFill>
              </a:defRPr>
            </a:pPr>
            <a:r>
              <a:rPr lang="zh-CN" altLang="en-US" sz="1050" b="1" dirty="0">
                <a:solidFill>
                  <a:srgbClr val="FFFFFF"/>
                </a:solidFill>
                <a:latin typeface="微软雅黑" panose="020B0503020204020204" pitchFamily="34" charset="-122"/>
                <a:ea typeface="微软雅黑" panose="020B0503020204020204" pitchFamily="34" charset="-122"/>
              </a:rPr>
              <a:t>编</a:t>
            </a:r>
            <a:r>
              <a:rPr sz="1050" b="1" dirty="0">
                <a:solidFill>
                  <a:srgbClr val="FFFFFF"/>
                </a:solidFill>
                <a:latin typeface="微软雅黑" panose="020B0503020204020204" pitchFamily="34" charset="-122"/>
                <a:ea typeface="微软雅黑" panose="020B0503020204020204" pitchFamily="34" charset="-122"/>
              </a:rPr>
              <a:t>号</a:t>
            </a:r>
          </a:p>
        </p:txBody>
      </p:sp>
      <p:sp>
        <p:nvSpPr>
          <p:cNvPr id="40" name="head-bg-1">
            <a:extLst>
              <a:ext uri="{FF2B5EF4-FFF2-40B4-BE49-F238E27FC236}">
                <a16:creationId xmlns:a16="http://schemas.microsoft.com/office/drawing/2014/main" id="{258B1C2E-3BB3-4BC3-A337-70D7FA6BAB88}"/>
              </a:ext>
            </a:extLst>
          </p:cNvPr>
          <p:cNvSpPr>
            <a:spLocks noGrp="1"/>
          </p:cNvSpPr>
          <p:nvPr/>
        </p:nvSpPr>
        <p:spPr>
          <a:xfrm>
            <a:off x="7886700" y="2571750"/>
            <a:ext cx="1962150" cy="323850"/>
          </a:xfrm>
          <a:prstGeom prst="rect">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head-1">
            <a:extLst>
              <a:ext uri="{FF2B5EF4-FFF2-40B4-BE49-F238E27FC236}">
                <a16:creationId xmlns:a16="http://schemas.microsoft.com/office/drawing/2014/main" id="{2172DA79-97EC-4D45-A1A5-8C162B415258}"/>
              </a:ext>
            </a:extLst>
          </p:cNvPr>
          <p:cNvSpPr>
            <a:spLocks noGrp="1"/>
          </p:cNvSpPr>
          <p:nvPr/>
        </p:nvSpPr>
        <p:spPr>
          <a:xfrm>
            <a:off x="7886700" y="2571750"/>
            <a:ext cx="1962150" cy="3238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候选事项</a:t>
            </a:r>
          </a:p>
        </p:txBody>
      </p:sp>
      <p:sp>
        <p:nvSpPr>
          <p:cNvPr id="42" name="head-bg-2">
            <a:extLst>
              <a:ext uri="{FF2B5EF4-FFF2-40B4-BE49-F238E27FC236}">
                <a16:creationId xmlns:a16="http://schemas.microsoft.com/office/drawing/2014/main" id="{97F5D97B-7F7C-4278-B66F-5A34DB58D804}"/>
              </a:ext>
            </a:extLst>
          </p:cNvPr>
          <p:cNvSpPr>
            <a:spLocks noGrp="1"/>
          </p:cNvSpPr>
          <p:nvPr/>
        </p:nvSpPr>
        <p:spPr>
          <a:xfrm>
            <a:off x="9848850" y="2571750"/>
            <a:ext cx="571500" cy="323850"/>
          </a:xfrm>
          <a:prstGeom prst="rect">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3" name="head-2">
            <a:extLst>
              <a:ext uri="{FF2B5EF4-FFF2-40B4-BE49-F238E27FC236}">
                <a16:creationId xmlns:a16="http://schemas.microsoft.com/office/drawing/2014/main" id="{C686A2EB-BE51-492D-B0B3-ACDE4E5972BD}"/>
              </a:ext>
            </a:extLst>
          </p:cNvPr>
          <p:cNvSpPr>
            <a:spLocks noGrp="1"/>
          </p:cNvSpPr>
          <p:nvPr/>
        </p:nvSpPr>
        <p:spPr>
          <a:xfrm>
            <a:off x="9848850" y="2571750"/>
            <a:ext cx="571500" cy="3238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影响</a:t>
            </a:r>
          </a:p>
        </p:txBody>
      </p:sp>
      <p:sp>
        <p:nvSpPr>
          <p:cNvPr id="44" name="head-bg-3">
            <a:extLst>
              <a:ext uri="{FF2B5EF4-FFF2-40B4-BE49-F238E27FC236}">
                <a16:creationId xmlns:a16="http://schemas.microsoft.com/office/drawing/2014/main" id="{4BBF0C01-5C2B-49BC-9DE2-05070A85F984}"/>
              </a:ext>
            </a:extLst>
          </p:cNvPr>
          <p:cNvSpPr>
            <a:spLocks noGrp="1"/>
          </p:cNvSpPr>
          <p:nvPr/>
        </p:nvSpPr>
        <p:spPr>
          <a:xfrm>
            <a:off x="10420350" y="2571750"/>
            <a:ext cx="571500" cy="323850"/>
          </a:xfrm>
          <a:prstGeom prst="rect">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head-3">
            <a:extLst>
              <a:ext uri="{FF2B5EF4-FFF2-40B4-BE49-F238E27FC236}">
                <a16:creationId xmlns:a16="http://schemas.microsoft.com/office/drawing/2014/main" id="{75D16FB0-97CD-40E9-BE18-A55160E8D107}"/>
              </a:ext>
            </a:extLst>
          </p:cNvPr>
          <p:cNvSpPr>
            <a:spLocks noGrp="1"/>
          </p:cNvSpPr>
          <p:nvPr/>
        </p:nvSpPr>
        <p:spPr>
          <a:xfrm>
            <a:off x="10420350" y="2571750"/>
            <a:ext cx="571500" cy="3238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行动</a:t>
            </a:r>
          </a:p>
        </p:txBody>
      </p:sp>
      <p:sp>
        <p:nvSpPr>
          <p:cNvPr id="46" name="head-bg-4">
            <a:extLst>
              <a:ext uri="{FF2B5EF4-FFF2-40B4-BE49-F238E27FC236}">
                <a16:creationId xmlns:a16="http://schemas.microsoft.com/office/drawing/2014/main" id="{790D2C72-8DB2-4A95-994F-240C5AF0E6F0}"/>
              </a:ext>
            </a:extLst>
          </p:cNvPr>
          <p:cNvSpPr>
            <a:spLocks noGrp="1"/>
          </p:cNvSpPr>
          <p:nvPr/>
        </p:nvSpPr>
        <p:spPr>
          <a:xfrm>
            <a:off x="10991850" y="2571750"/>
            <a:ext cx="571500" cy="323850"/>
          </a:xfrm>
          <a:prstGeom prst="rect">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7" name="head-4">
            <a:extLst>
              <a:ext uri="{FF2B5EF4-FFF2-40B4-BE49-F238E27FC236}">
                <a16:creationId xmlns:a16="http://schemas.microsoft.com/office/drawing/2014/main" id="{95D364C7-2586-4901-B8C7-1C4A6C170F6A}"/>
              </a:ext>
            </a:extLst>
          </p:cNvPr>
          <p:cNvSpPr>
            <a:spLocks noGrp="1"/>
          </p:cNvSpPr>
          <p:nvPr/>
        </p:nvSpPr>
        <p:spPr>
          <a:xfrm>
            <a:off x="10991850" y="2571750"/>
            <a:ext cx="571500" cy="3238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得分</a:t>
            </a:r>
          </a:p>
        </p:txBody>
      </p:sp>
      <p:sp>
        <p:nvSpPr>
          <p:cNvPr id="48" name="row-0">
            <a:extLst>
              <a:ext uri="{FF2B5EF4-FFF2-40B4-BE49-F238E27FC236}">
                <a16:creationId xmlns:a16="http://schemas.microsoft.com/office/drawing/2014/main" id="{BE18ABCB-61A4-4F5B-97DF-F93FB2B64942}"/>
              </a:ext>
            </a:extLst>
          </p:cNvPr>
          <p:cNvSpPr>
            <a:spLocks noGrp="1"/>
          </p:cNvSpPr>
          <p:nvPr/>
        </p:nvSpPr>
        <p:spPr>
          <a:xfrm>
            <a:off x="7543800" y="3267075"/>
            <a:ext cx="40195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9" name="row-no-0">
            <a:extLst>
              <a:ext uri="{FF2B5EF4-FFF2-40B4-BE49-F238E27FC236}">
                <a16:creationId xmlns:a16="http://schemas.microsoft.com/office/drawing/2014/main" id="{7D768250-114D-4FB4-916A-CE80B4C42DBD}"/>
              </a:ext>
            </a:extLst>
          </p:cNvPr>
          <p:cNvSpPr>
            <a:spLocks noGrp="1"/>
          </p:cNvSpPr>
          <p:nvPr/>
        </p:nvSpPr>
        <p:spPr>
          <a:xfrm>
            <a:off x="7543800" y="2895600"/>
            <a:ext cx="342900" cy="371475"/>
          </a:xfrm>
          <a:prstGeom prst="rect">
            <a:avLst/>
          </a:prstGeom>
          <a:noFill/>
          <a:ln w="0">
            <a:noFill/>
            <a:prstDash val="solid"/>
          </a:ln>
        </p:spPr>
        <p:txBody>
          <a:bodyPr anchor="ctr"/>
          <a:lstStyle/>
          <a:p>
            <a:pPr algn="ctr">
              <a:defRPr sz="1050" b="1">
                <a:solidFill>
                  <a:srgbClr val="7A8CA3"/>
                </a:solidFill>
              </a:defRPr>
            </a:pPr>
            <a:r>
              <a:rPr sz="1050" b="1">
                <a:solidFill>
                  <a:srgbClr val="7A8CA3"/>
                </a:solidFill>
                <a:latin typeface="微软雅黑" panose="020B0503020204020204" pitchFamily="34" charset="-122"/>
                <a:ea typeface="微软雅黑" panose="020B0503020204020204" pitchFamily="34" charset="-122"/>
              </a:rPr>
              <a:t>A</a:t>
            </a:r>
          </a:p>
        </p:txBody>
      </p:sp>
      <p:sp>
        <p:nvSpPr>
          <p:cNvPr id="50" name="row-item-0">
            <a:extLst>
              <a:ext uri="{FF2B5EF4-FFF2-40B4-BE49-F238E27FC236}">
                <a16:creationId xmlns:a16="http://schemas.microsoft.com/office/drawing/2014/main" id="{85497D9B-0D0C-4906-BEC8-42E21ACE6A92}"/>
              </a:ext>
            </a:extLst>
          </p:cNvPr>
          <p:cNvSpPr>
            <a:spLocks noGrp="1"/>
          </p:cNvSpPr>
          <p:nvPr/>
        </p:nvSpPr>
        <p:spPr>
          <a:xfrm>
            <a:off x="7886700" y="2895600"/>
            <a:ext cx="1962150" cy="371475"/>
          </a:xfrm>
          <a:prstGeom prst="rect">
            <a:avLst/>
          </a:prstGeom>
          <a:noFill/>
          <a:ln w="0">
            <a:noFill/>
            <a:prstDash val="solid"/>
          </a:ln>
        </p:spPr>
        <p:txBody>
          <a:bodyPr anchor="ctr"/>
          <a:lstStyle/>
          <a:p>
            <a:pPr algn="ctr">
              <a:defRPr sz="1050" b="0">
                <a:solidFill>
                  <a:srgbClr val="7A8CA3"/>
                </a:solidFill>
              </a:defRPr>
            </a:pPr>
            <a:endParaRPr sz="1050" b="0" dirty="0">
              <a:solidFill>
                <a:srgbClr val="7A8CA3"/>
              </a:solidFill>
              <a:latin typeface="微软雅黑" panose="020B0503020204020204" pitchFamily="34" charset="-122"/>
              <a:ea typeface="微软雅黑" panose="020B0503020204020204" pitchFamily="34" charset="-122"/>
            </a:endParaRPr>
          </a:p>
        </p:txBody>
      </p:sp>
      <p:sp>
        <p:nvSpPr>
          <p:cNvPr id="51" name="row-impact-0">
            <a:extLst>
              <a:ext uri="{FF2B5EF4-FFF2-40B4-BE49-F238E27FC236}">
                <a16:creationId xmlns:a16="http://schemas.microsoft.com/office/drawing/2014/main" id="{ABD1BC79-3834-4BA4-9D9A-114376ADB589}"/>
              </a:ext>
            </a:extLst>
          </p:cNvPr>
          <p:cNvSpPr>
            <a:spLocks noGrp="1"/>
          </p:cNvSpPr>
          <p:nvPr/>
        </p:nvSpPr>
        <p:spPr>
          <a:xfrm>
            <a:off x="9848850" y="289560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52" name="row-action-0">
            <a:extLst>
              <a:ext uri="{FF2B5EF4-FFF2-40B4-BE49-F238E27FC236}">
                <a16:creationId xmlns:a16="http://schemas.microsoft.com/office/drawing/2014/main" id="{D688013C-52CF-465F-A8E8-A5183973C7F4}"/>
              </a:ext>
            </a:extLst>
          </p:cNvPr>
          <p:cNvSpPr>
            <a:spLocks noGrp="1"/>
          </p:cNvSpPr>
          <p:nvPr/>
        </p:nvSpPr>
        <p:spPr>
          <a:xfrm>
            <a:off x="10420350" y="289560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53" name="row-score-0">
            <a:extLst>
              <a:ext uri="{FF2B5EF4-FFF2-40B4-BE49-F238E27FC236}">
                <a16:creationId xmlns:a16="http://schemas.microsoft.com/office/drawing/2014/main" id="{6E42AE6F-7934-4294-80E5-222CD4038795}"/>
              </a:ext>
            </a:extLst>
          </p:cNvPr>
          <p:cNvSpPr>
            <a:spLocks noGrp="1"/>
          </p:cNvSpPr>
          <p:nvPr/>
        </p:nvSpPr>
        <p:spPr>
          <a:xfrm>
            <a:off x="10991850" y="289560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54" name="row-1">
            <a:extLst>
              <a:ext uri="{FF2B5EF4-FFF2-40B4-BE49-F238E27FC236}">
                <a16:creationId xmlns:a16="http://schemas.microsoft.com/office/drawing/2014/main" id="{98A7C610-4638-4A7C-80F1-805C8CC6D327}"/>
              </a:ext>
            </a:extLst>
          </p:cNvPr>
          <p:cNvSpPr>
            <a:spLocks noGrp="1"/>
          </p:cNvSpPr>
          <p:nvPr/>
        </p:nvSpPr>
        <p:spPr>
          <a:xfrm>
            <a:off x="7543800" y="3638550"/>
            <a:ext cx="40195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5" name="row-no-1">
            <a:extLst>
              <a:ext uri="{FF2B5EF4-FFF2-40B4-BE49-F238E27FC236}">
                <a16:creationId xmlns:a16="http://schemas.microsoft.com/office/drawing/2014/main" id="{BD1940AE-B7F3-4E20-83A0-4B995E9A07C0}"/>
              </a:ext>
            </a:extLst>
          </p:cNvPr>
          <p:cNvSpPr>
            <a:spLocks noGrp="1"/>
          </p:cNvSpPr>
          <p:nvPr/>
        </p:nvSpPr>
        <p:spPr>
          <a:xfrm>
            <a:off x="7543800" y="3267075"/>
            <a:ext cx="342900" cy="371475"/>
          </a:xfrm>
          <a:prstGeom prst="rect">
            <a:avLst/>
          </a:prstGeom>
          <a:noFill/>
          <a:ln w="0">
            <a:noFill/>
            <a:prstDash val="solid"/>
          </a:ln>
        </p:spPr>
        <p:txBody>
          <a:bodyPr anchor="ctr"/>
          <a:lstStyle/>
          <a:p>
            <a:pPr algn="ctr">
              <a:defRPr sz="1050" b="1">
                <a:solidFill>
                  <a:srgbClr val="7A8CA3"/>
                </a:solidFill>
              </a:defRPr>
            </a:pPr>
            <a:r>
              <a:rPr sz="1050" b="1">
                <a:solidFill>
                  <a:srgbClr val="7A8CA3"/>
                </a:solidFill>
                <a:latin typeface="微软雅黑" panose="020B0503020204020204" pitchFamily="34" charset="-122"/>
                <a:ea typeface="微软雅黑" panose="020B0503020204020204" pitchFamily="34" charset="-122"/>
              </a:rPr>
              <a:t>B</a:t>
            </a:r>
          </a:p>
        </p:txBody>
      </p:sp>
      <p:sp>
        <p:nvSpPr>
          <p:cNvPr id="56" name="row-item-1">
            <a:extLst>
              <a:ext uri="{FF2B5EF4-FFF2-40B4-BE49-F238E27FC236}">
                <a16:creationId xmlns:a16="http://schemas.microsoft.com/office/drawing/2014/main" id="{CF5E335D-16F2-4699-8665-A48B6A335D88}"/>
              </a:ext>
            </a:extLst>
          </p:cNvPr>
          <p:cNvSpPr>
            <a:spLocks noGrp="1"/>
          </p:cNvSpPr>
          <p:nvPr/>
        </p:nvSpPr>
        <p:spPr>
          <a:xfrm>
            <a:off x="7886700" y="3267075"/>
            <a:ext cx="1962150" cy="371475"/>
          </a:xfrm>
          <a:prstGeom prst="rect">
            <a:avLst/>
          </a:prstGeom>
          <a:noFill/>
          <a:ln w="0">
            <a:noFill/>
            <a:prstDash val="solid"/>
          </a:ln>
        </p:spPr>
        <p:txBody>
          <a:bodyPr anchor="ctr"/>
          <a:lstStyle/>
          <a:p>
            <a:pPr algn="ctr">
              <a:defRPr sz="1050" b="0">
                <a:solidFill>
                  <a:srgbClr val="7A8CA3"/>
                </a:solidFill>
              </a:defRPr>
            </a:pPr>
            <a:endParaRPr sz="1050" b="0" dirty="0">
              <a:solidFill>
                <a:srgbClr val="7A8CA3"/>
              </a:solidFill>
              <a:latin typeface="微软雅黑" panose="020B0503020204020204" pitchFamily="34" charset="-122"/>
              <a:ea typeface="微软雅黑" panose="020B0503020204020204" pitchFamily="34" charset="-122"/>
            </a:endParaRPr>
          </a:p>
        </p:txBody>
      </p:sp>
      <p:sp>
        <p:nvSpPr>
          <p:cNvPr id="57" name="row-impact-1">
            <a:extLst>
              <a:ext uri="{FF2B5EF4-FFF2-40B4-BE49-F238E27FC236}">
                <a16:creationId xmlns:a16="http://schemas.microsoft.com/office/drawing/2014/main" id="{56208B2C-C167-46B0-BEBD-9150253D8CF2}"/>
              </a:ext>
            </a:extLst>
          </p:cNvPr>
          <p:cNvSpPr>
            <a:spLocks noGrp="1"/>
          </p:cNvSpPr>
          <p:nvPr/>
        </p:nvSpPr>
        <p:spPr>
          <a:xfrm>
            <a:off x="9848850" y="3267075"/>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58" name="row-action-1">
            <a:extLst>
              <a:ext uri="{FF2B5EF4-FFF2-40B4-BE49-F238E27FC236}">
                <a16:creationId xmlns:a16="http://schemas.microsoft.com/office/drawing/2014/main" id="{06055DD8-1DE9-4F3B-9058-EAA048B3603E}"/>
              </a:ext>
            </a:extLst>
          </p:cNvPr>
          <p:cNvSpPr>
            <a:spLocks noGrp="1"/>
          </p:cNvSpPr>
          <p:nvPr/>
        </p:nvSpPr>
        <p:spPr>
          <a:xfrm>
            <a:off x="10420350" y="3267075"/>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59" name="row-score-1">
            <a:extLst>
              <a:ext uri="{FF2B5EF4-FFF2-40B4-BE49-F238E27FC236}">
                <a16:creationId xmlns:a16="http://schemas.microsoft.com/office/drawing/2014/main" id="{FEFFA44D-214B-4716-856B-EB0E84B392FD}"/>
              </a:ext>
            </a:extLst>
          </p:cNvPr>
          <p:cNvSpPr>
            <a:spLocks noGrp="1"/>
          </p:cNvSpPr>
          <p:nvPr/>
        </p:nvSpPr>
        <p:spPr>
          <a:xfrm>
            <a:off x="10991850" y="3267075"/>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60" name="row-2">
            <a:extLst>
              <a:ext uri="{FF2B5EF4-FFF2-40B4-BE49-F238E27FC236}">
                <a16:creationId xmlns:a16="http://schemas.microsoft.com/office/drawing/2014/main" id="{83CD5455-49EE-44FC-9A90-B85743AC64D1}"/>
              </a:ext>
            </a:extLst>
          </p:cNvPr>
          <p:cNvSpPr>
            <a:spLocks noGrp="1"/>
          </p:cNvSpPr>
          <p:nvPr/>
        </p:nvSpPr>
        <p:spPr>
          <a:xfrm>
            <a:off x="7543800" y="4010025"/>
            <a:ext cx="40195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1" name="row-no-2">
            <a:extLst>
              <a:ext uri="{FF2B5EF4-FFF2-40B4-BE49-F238E27FC236}">
                <a16:creationId xmlns:a16="http://schemas.microsoft.com/office/drawing/2014/main" id="{345B0461-8C1C-4F49-852D-7A57F3AC3806}"/>
              </a:ext>
            </a:extLst>
          </p:cNvPr>
          <p:cNvSpPr>
            <a:spLocks noGrp="1"/>
          </p:cNvSpPr>
          <p:nvPr/>
        </p:nvSpPr>
        <p:spPr>
          <a:xfrm>
            <a:off x="7543800" y="3638550"/>
            <a:ext cx="342900" cy="371475"/>
          </a:xfrm>
          <a:prstGeom prst="rect">
            <a:avLst/>
          </a:prstGeom>
          <a:noFill/>
          <a:ln w="0">
            <a:noFill/>
            <a:prstDash val="solid"/>
          </a:ln>
        </p:spPr>
        <p:txBody>
          <a:bodyPr anchor="ctr"/>
          <a:lstStyle/>
          <a:p>
            <a:pPr algn="ctr">
              <a:defRPr sz="1050" b="1">
                <a:solidFill>
                  <a:srgbClr val="7A8CA3"/>
                </a:solidFill>
              </a:defRPr>
            </a:pPr>
            <a:r>
              <a:rPr sz="1050" b="1">
                <a:solidFill>
                  <a:srgbClr val="7A8CA3"/>
                </a:solidFill>
                <a:latin typeface="微软雅黑" panose="020B0503020204020204" pitchFamily="34" charset="-122"/>
                <a:ea typeface="微软雅黑" panose="020B0503020204020204" pitchFamily="34" charset="-122"/>
              </a:rPr>
              <a:t>C</a:t>
            </a:r>
          </a:p>
        </p:txBody>
      </p:sp>
      <p:sp>
        <p:nvSpPr>
          <p:cNvPr id="62" name="row-item-2">
            <a:extLst>
              <a:ext uri="{FF2B5EF4-FFF2-40B4-BE49-F238E27FC236}">
                <a16:creationId xmlns:a16="http://schemas.microsoft.com/office/drawing/2014/main" id="{0BE54DD9-2012-4D77-893E-3D1DD17D834A}"/>
              </a:ext>
            </a:extLst>
          </p:cNvPr>
          <p:cNvSpPr>
            <a:spLocks noGrp="1"/>
          </p:cNvSpPr>
          <p:nvPr/>
        </p:nvSpPr>
        <p:spPr>
          <a:xfrm>
            <a:off x="7886700" y="3638550"/>
            <a:ext cx="1962150" cy="371475"/>
          </a:xfrm>
          <a:prstGeom prst="rect">
            <a:avLst/>
          </a:prstGeom>
          <a:noFill/>
          <a:ln w="0">
            <a:noFill/>
            <a:prstDash val="solid"/>
          </a:ln>
        </p:spPr>
        <p:txBody>
          <a:bodyPr anchor="ctr"/>
          <a:lstStyle/>
          <a:p>
            <a:pPr algn="ctr">
              <a:defRPr sz="1050" b="0">
                <a:solidFill>
                  <a:srgbClr val="7A8CA3"/>
                </a:solidFill>
              </a:defRPr>
            </a:pPr>
            <a:endParaRPr sz="1050" b="0" dirty="0">
              <a:solidFill>
                <a:srgbClr val="7A8CA3"/>
              </a:solidFill>
              <a:latin typeface="微软雅黑" panose="020B0503020204020204" pitchFamily="34" charset="-122"/>
              <a:ea typeface="微软雅黑" panose="020B0503020204020204" pitchFamily="34" charset="-122"/>
            </a:endParaRPr>
          </a:p>
        </p:txBody>
      </p:sp>
      <p:sp>
        <p:nvSpPr>
          <p:cNvPr id="63" name="row-impact-2">
            <a:extLst>
              <a:ext uri="{FF2B5EF4-FFF2-40B4-BE49-F238E27FC236}">
                <a16:creationId xmlns:a16="http://schemas.microsoft.com/office/drawing/2014/main" id="{118DBF6A-547F-4DDB-853A-CBB5822BB91F}"/>
              </a:ext>
            </a:extLst>
          </p:cNvPr>
          <p:cNvSpPr>
            <a:spLocks noGrp="1"/>
          </p:cNvSpPr>
          <p:nvPr/>
        </p:nvSpPr>
        <p:spPr>
          <a:xfrm>
            <a:off x="9848850" y="363855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64" name="row-action-2">
            <a:extLst>
              <a:ext uri="{FF2B5EF4-FFF2-40B4-BE49-F238E27FC236}">
                <a16:creationId xmlns:a16="http://schemas.microsoft.com/office/drawing/2014/main" id="{B676C712-7CAC-4AB4-8051-F8CC0652EAFB}"/>
              </a:ext>
            </a:extLst>
          </p:cNvPr>
          <p:cNvSpPr>
            <a:spLocks noGrp="1"/>
          </p:cNvSpPr>
          <p:nvPr/>
        </p:nvSpPr>
        <p:spPr>
          <a:xfrm>
            <a:off x="10420350" y="363855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65" name="row-score-2">
            <a:extLst>
              <a:ext uri="{FF2B5EF4-FFF2-40B4-BE49-F238E27FC236}">
                <a16:creationId xmlns:a16="http://schemas.microsoft.com/office/drawing/2014/main" id="{1530A949-5C78-478A-B036-8BCF15601E3B}"/>
              </a:ext>
            </a:extLst>
          </p:cNvPr>
          <p:cNvSpPr>
            <a:spLocks noGrp="1"/>
          </p:cNvSpPr>
          <p:nvPr/>
        </p:nvSpPr>
        <p:spPr>
          <a:xfrm>
            <a:off x="10991850" y="363855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66" name="row-3">
            <a:extLst>
              <a:ext uri="{FF2B5EF4-FFF2-40B4-BE49-F238E27FC236}">
                <a16:creationId xmlns:a16="http://schemas.microsoft.com/office/drawing/2014/main" id="{1F43DD55-814A-46A5-A701-D5B4DB616205}"/>
              </a:ext>
            </a:extLst>
          </p:cNvPr>
          <p:cNvSpPr>
            <a:spLocks noGrp="1"/>
          </p:cNvSpPr>
          <p:nvPr/>
        </p:nvSpPr>
        <p:spPr>
          <a:xfrm>
            <a:off x="7543800" y="4381500"/>
            <a:ext cx="40195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7" name="row-no-3">
            <a:extLst>
              <a:ext uri="{FF2B5EF4-FFF2-40B4-BE49-F238E27FC236}">
                <a16:creationId xmlns:a16="http://schemas.microsoft.com/office/drawing/2014/main" id="{2534F83E-ECE1-4643-B335-AC3075DC28DF}"/>
              </a:ext>
            </a:extLst>
          </p:cNvPr>
          <p:cNvSpPr>
            <a:spLocks noGrp="1"/>
          </p:cNvSpPr>
          <p:nvPr/>
        </p:nvSpPr>
        <p:spPr>
          <a:xfrm>
            <a:off x="7543800" y="4010025"/>
            <a:ext cx="342900" cy="371475"/>
          </a:xfrm>
          <a:prstGeom prst="rect">
            <a:avLst/>
          </a:prstGeom>
          <a:noFill/>
          <a:ln w="0">
            <a:noFill/>
            <a:prstDash val="solid"/>
          </a:ln>
        </p:spPr>
        <p:txBody>
          <a:bodyPr anchor="ctr"/>
          <a:lstStyle/>
          <a:p>
            <a:pPr algn="ctr">
              <a:defRPr sz="1050" b="1">
                <a:solidFill>
                  <a:srgbClr val="7A8CA3"/>
                </a:solidFill>
              </a:defRPr>
            </a:pPr>
            <a:r>
              <a:rPr sz="1050" b="1">
                <a:solidFill>
                  <a:srgbClr val="7A8CA3"/>
                </a:solidFill>
                <a:latin typeface="微软雅黑" panose="020B0503020204020204" pitchFamily="34" charset="-122"/>
                <a:ea typeface="微软雅黑" panose="020B0503020204020204" pitchFamily="34" charset="-122"/>
              </a:rPr>
              <a:t>D</a:t>
            </a:r>
          </a:p>
        </p:txBody>
      </p:sp>
      <p:sp>
        <p:nvSpPr>
          <p:cNvPr id="68" name="row-item-3">
            <a:extLst>
              <a:ext uri="{FF2B5EF4-FFF2-40B4-BE49-F238E27FC236}">
                <a16:creationId xmlns:a16="http://schemas.microsoft.com/office/drawing/2014/main" id="{8AAA7622-B340-41C6-AC91-DCA51F9F41C9}"/>
              </a:ext>
            </a:extLst>
          </p:cNvPr>
          <p:cNvSpPr>
            <a:spLocks noGrp="1"/>
          </p:cNvSpPr>
          <p:nvPr/>
        </p:nvSpPr>
        <p:spPr>
          <a:xfrm>
            <a:off x="7886700" y="4010025"/>
            <a:ext cx="1962150" cy="371475"/>
          </a:xfrm>
          <a:prstGeom prst="rect">
            <a:avLst/>
          </a:prstGeom>
          <a:noFill/>
          <a:ln w="0">
            <a:noFill/>
            <a:prstDash val="solid"/>
          </a:ln>
        </p:spPr>
        <p:txBody>
          <a:bodyPr anchor="ctr"/>
          <a:lstStyle/>
          <a:p>
            <a:pPr algn="ctr">
              <a:defRPr sz="1050" b="0">
                <a:solidFill>
                  <a:srgbClr val="7A8CA3"/>
                </a:solidFill>
              </a:defRPr>
            </a:pPr>
            <a:endParaRPr sz="1050" b="0" dirty="0">
              <a:solidFill>
                <a:srgbClr val="7A8CA3"/>
              </a:solidFill>
              <a:latin typeface="微软雅黑" panose="020B0503020204020204" pitchFamily="34" charset="-122"/>
              <a:ea typeface="微软雅黑" panose="020B0503020204020204" pitchFamily="34" charset="-122"/>
            </a:endParaRPr>
          </a:p>
        </p:txBody>
      </p:sp>
      <p:sp>
        <p:nvSpPr>
          <p:cNvPr id="69" name="row-impact-3">
            <a:extLst>
              <a:ext uri="{FF2B5EF4-FFF2-40B4-BE49-F238E27FC236}">
                <a16:creationId xmlns:a16="http://schemas.microsoft.com/office/drawing/2014/main" id="{FF1B3ADA-F11B-483F-94C5-7029C257A599}"/>
              </a:ext>
            </a:extLst>
          </p:cNvPr>
          <p:cNvSpPr>
            <a:spLocks noGrp="1"/>
          </p:cNvSpPr>
          <p:nvPr/>
        </p:nvSpPr>
        <p:spPr>
          <a:xfrm>
            <a:off x="9848850" y="4010025"/>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70" name="row-action-3">
            <a:extLst>
              <a:ext uri="{FF2B5EF4-FFF2-40B4-BE49-F238E27FC236}">
                <a16:creationId xmlns:a16="http://schemas.microsoft.com/office/drawing/2014/main" id="{B7D782EC-0CDE-4F93-BB42-43053095F7E1}"/>
              </a:ext>
            </a:extLst>
          </p:cNvPr>
          <p:cNvSpPr>
            <a:spLocks noGrp="1"/>
          </p:cNvSpPr>
          <p:nvPr/>
        </p:nvSpPr>
        <p:spPr>
          <a:xfrm>
            <a:off x="10420350" y="4010025"/>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71" name="row-score-3">
            <a:extLst>
              <a:ext uri="{FF2B5EF4-FFF2-40B4-BE49-F238E27FC236}">
                <a16:creationId xmlns:a16="http://schemas.microsoft.com/office/drawing/2014/main" id="{0B844836-560C-406F-8658-4958D015E29C}"/>
              </a:ext>
            </a:extLst>
          </p:cNvPr>
          <p:cNvSpPr>
            <a:spLocks noGrp="1"/>
          </p:cNvSpPr>
          <p:nvPr/>
        </p:nvSpPr>
        <p:spPr>
          <a:xfrm>
            <a:off x="10991850" y="4010025"/>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72" name="row-4">
            <a:extLst>
              <a:ext uri="{FF2B5EF4-FFF2-40B4-BE49-F238E27FC236}">
                <a16:creationId xmlns:a16="http://schemas.microsoft.com/office/drawing/2014/main" id="{878B8E4C-2525-4EA3-9FE6-CF3F583DB5AA}"/>
              </a:ext>
            </a:extLst>
          </p:cNvPr>
          <p:cNvSpPr>
            <a:spLocks noGrp="1"/>
          </p:cNvSpPr>
          <p:nvPr/>
        </p:nvSpPr>
        <p:spPr>
          <a:xfrm>
            <a:off x="7543800" y="4752975"/>
            <a:ext cx="4019550" cy="9525"/>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3" name="row-no-4">
            <a:extLst>
              <a:ext uri="{FF2B5EF4-FFF2-40B4-BE49-F238E27FC236}">
                <a16:creationId xmlns:a16="http://schemas.microsoft.com/office/drawing/2014/main" id="{4E030B8A-6331-49D1-A139-2BD5F56D7969}"/>
              </a:ext>
            </a:extLst>
          </p:cNvPr>
          <p:cNvSpPr>
            <a:spLocks noGrp="1"/>
          </p:cNvSpPr>
          <p:nvPr/>
        </p:nvSpPr>
        <p:spPr>
          <a:xfrm>
            <a:off x="7543800" y="4381500"/>
            <a:ext cx="342900" cy="371475"/>
          </a:xfrm>
          <a:prstGeom prst="rect">
            <a:avLst/>
          </a:prstGeom>
          <a:noFill/>
          <a:ln w="0">
            <a:noFill/>
            <a:prstDash val="solid"/>
          </a:ln>
        </p:spPr>
        <p:txBody>
          <a:bodyPr anchor="ctr"/>
          <a:lstStyle/>
          <a:p>
            <a:pPr algn="ctr">
              <a:defRPr sz="1050" b="1">
                <a:solidFill>
                  <a:srgbClr val="7A8CA3"/>
                </a:solidFill>
              </a:defRPr>
            </a:pPr>
            <a:r>
              <a:rPr sz="1050" b="1">
                <a:solidFill>
                  <a:srgbClr val="7A8CA3"/>
                </a:solidFill>
                <a:latin typeface="微软雅黑" panose="020B0503020204020204" pitchFamily="34" charset="-122"/>
                <a:ea typeface="微软雅黑" panose="020B0503020204020204" pitchFamily="34" charset="-122"/>
              </a:rPr>
              <a:t>E</a:t>
            </a:r>
          </a:p>
        </p:txBody>
      </p:sp>
      <p:sp>
        <p:nvSpPr>
          <p:cNvPr id="74" name="row-item-4">
            <a:extLst>
              <a:ext uri="{FF2B5EF4-FFF2-40B4-BE49-F238E27FC236}">
                <a16:creationId xmlns:a16="http://schemas.microsoft.com/office/drawing/2014/main" id="{12C0A015-E14A-4A66-8B6A-53681C8F2D6E}"/>
              </a:ext>
            </a:extLst>
          </p:cNvPr>
          <p:cNvSpPr>
            <a:spLocks noGrp="1"/>
          </p:cNvSpPr>
          <p:nvPr/>
        </p:nvSpPr>
        <p:spPr>
          <a:xfrm>
            <a:off x="7886700" y="4381500"/>
            <a:ext cx="1962150" cy="371475"/>
          </a:xfrm>
          <a:prstGeom prst="rect">
            <a:avLst/>
          </a:prstGeom>
          <a:noFill/>
          <a:ln w="0">
            <a:noFill/>
            <a:prstDash val="solid"/>
          </a:ln>
        </p:spPr>
        <p:txBody>
          <a:bodyPr anchor="ctr"/>
          <a:lstStyle/>
          <a:p>
            <a:pPr algn="ctr">
              <a:defRPr sz="1050" b="0">
                <a:solidFill>
                  <a:srgbClr val="7A8CA3"/>
                </a:solidFill>
              </a:defRPr>
            </a:pPr>
            <a:endParaRPr sz="1050" b="0" dirty="0">
              <a:solidFill>
                <a:srgbClr val="7A8CA3"/>
              </a:solidFill>
              <a:latin typeface="微软雅黑" panose="020B0503020204020204" pitchFamily="34" charset="-122"/>
              <a:ea typeface="微软雅黑" panose="020B0503020204020204" pitchFamily="34" charset="-122"/>
            </a:endParaRPr>
          </a:p>
        </p:txBody>
      </p:sp>
      <p:sp>
        <p:nvSpPr>
          <p:cNvPr id="75" name="row-impact-4">
            <a:extLst>
              <a:ext uri="{FF2B5EF4-FFF2-40B4-BE49-F238E27FC236}">
                <a16:creationId xmlns:a16="http://schemas.microsoft.com/office/drawing/2014/main" id="{16552217-18EB-41E4-809F-15467B0FE19B}"/>
              </a:ext>
            </a:extLst>
          </p:cNvPr>
          <p:cNvSpPr>
            <a:spLocks noGrp="1"/>
          </p:cNvSpPr>
          <p:nvPr/>
        </p:nvSpPr>
        <p:spPr>
          <a:xfrm>
            <a:off x="9848850" y="438150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76" name="row-action-4">
            <a:extLst>
              <a:ext uri="{FF2B5EF4-FFF2-40B4-BE49-F238E27FC236}">
                <a16:creationId xmlns:a16="http://schemas.microsoft.com/office/drawing/2014/main" id="{F74C630B-9B32-447F-8BC4-29ECD4DC5DC8}"/>
              </a:ext>
            </a:extLst>
          </p:cNvPr>
          <p:cNvSpPr>
            <a:spLocks noGrp="1"/>
          </p:cNvSpPr>
          <p:nvPr/>
        </p:nvSpPr>
        <p:spPr>
          <a:xfrm>
            <a:off x="10420350" y="438150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77" name="row-score-4">
            <a:extLst>
              <a:ext uri="{FF2B5EF4-FFF2-40B4-BE49-F238E27FC236}">
                <a16:creationId xmlns:a16="http://schemas.microsoft.com/office/drawing/2014/main" id="{2175D2DD-A8E5-4DF5-9AD6-8EB4027286D8}"/>
              </a:ext>
            </a:extLst>
          </p:cNvPr>
          <p:cNvSpPr>
            <a:spLocks noGrp="1"/>
          </p:cNvSpPr>
          <p:nvPr/>
        </p:nvSpPr>
        <p:spPr>
          <a:xfrm>
            <a:off x="10991850" y="4381500"/>
            <a:ext cx="571500" cy="371475"/>
          </a:xfrm>
          <a:prstGeom prst="rect">
            <a:avLst/>
          </a:prstGeom>
          <a:noFill/>
          <a:ln w="0">
            <a:noFill/>
            <a:prstDash val="solid"/>
          </a:ln>
        </p:spPr>
        <p:txBody>
          <a:bodyPr anchor="ctr"/>
          <a:lstStyle/>
          <a:p>
            <a:pPr algn="ctr">
              <a:defRPr sz="1050" b="0">
                <a:solidFill>
                  <a:srgbClr val="42566F"/>
                </a:solidFill>
              </a:defRPr>
            </a:pPr>
            <a:r>
              <a:rPr sz="1050" b="0">
                <a:solidFill>
                  <a:srgbClr val="42566F"/>
                </a:solidFill>
                <a:latin typeface="微软雅黑" panose="020B0503020204020204" pitchFamily="34" charset="-122"/>
                <a:ea typeface="微软雅黑" panose="020B0503020204020204" pitchFamily="34" charset="-122"/>
              </a:rPr>
              <a:t>__</a:t>
            </a:r>
          </a:p>
        </p:txBody>
      </p:sp>
      <p:sp>
        <p:nvSpPr>
          <p:cNvPr id="78" name="focus-panel">
            <a:extLst>
              <a:ext uri="{FF2B5EF4-FFF2-40B4-BE49-F238E27FC236}">
                <a16:creationId xmlns:a16="http://schemas.microsoft.com/office/drawing/2014/main" id="{792890D6-7219-46AD-A849-818E16BAD8F2}"/>
              </a:ext>
            </a:extLst>
          </p:cNvPr>
          <p:cNvSpPr>
            <a:spLocks noGrp="1"/>
          </p:cNvSpPr>
          <p:nvPr/>
        </p:nvSpPr>
        <p:spPr>
          <a:xfrm>
            <a:off x="7543800" y="4953000"/>
            <a:ext cx="4019550" cy="990600"/>
          </a:xfrm>
          <a:prstGeom prst="roundRect">
            <a:avLst>
              <a:gd name="adj" fmla="val 7692"/>
            </a:avLst>
          </a:prstGeom>
          <a:solidFill>
            <a:srgbClr val="F1F9E5"/>
          </a:solidFill>
          <a:ln w="1143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9" name="focus-title">
            <a:extLst>
              <a:ext uri="{FF2B5EF4-FFF2-40B4-BE49-F238E27FC236}">
                <a16:creationId xmlns:a16="http://schemas.microsoft.com/office/drawing/2014/main" id="{02A5B517-EF72-41EE-B8B7-F631E24AE051}"/>
              </a:ext>
            </a:extLst>
          </p:cNvPr>
          <p:cNvSpPr>
            <a:spLocks noGrp="1"/>
          </p:cNvSpPr>
          <p:nvPr/>
        </p:nvSpPr>
        <p:spPr>
          <a:xfrm>
            <a:off x="7734300" y="5029200"/>
            <a:ext cx="1714500" cy="247650"/>
          </a:xfrm>
          <a:prstGeom prst="rect">
            <a:avLst/>
          </a:prstGeom>
          <a:noFill/>
          <a:ln w="0">
            <a:noFill/>
            <a:prstDash val="solid"/>
          </a:ln>
        </p:spPr>
        <p:txBody>
          <a:bodyPr anchor="ctr"/>
          <a:lstStyle/>
          <a:p>
            <a:pPr algn="l">
              <a:defRPr sz="1275" b="1">
                <a:solidFill>
                  <a:srgbClr val="79C600"/>
                </a:solidFill>
              </a:defRPr>
            </a:pPr>
            <a:r>
              <a:rPr sz="1275" b="1">
                <a:solidFill>
                  <a:srgbClr val="79C600"/>
                </a:solidFill>
                <a:latin typeface="微软雅黑" panose="020B0503020204020204" pitchFamily="34" charset="-122"/>
                <a:ea typeface="微软雅黑" panose="020B0503020204020204" pitchFamily="34" charset="-122"/>
              </a:rPr>
              <a:t>前三项优先焦点</a:t>
            </a:r>
          </a:p>
        </p:txBody>
      </p:sp>
      <p:sp>
        <p:nvSpPr>
          <p:cNvPr id="80" name="focus-lines">
            <a:extLst>
              <a:ext uri="{FF2B5EF4-FFF2-40B4-BE49-F238E27FC236}">
                <a16:creationId xmlns:a16="http://schemas.microsoft.com/office/drawing/2014/main" id="{BE483D39-1F61-4B8D-A203-5F6CDF0345EF}"/>
              </a:ext>
            </a:extLst>
          </p:cNvPr>
          <p:cNvSpPr>
            <a:spLocks noGrp="1"/>
          </p:cNvSpPr>
          <p:nvPr/>
        </p:nvSpPr>
        <p:spPr>
          <a:xfrm>
            <a:off x="7734300" y="5276850"/>
            <a:ext cx="3562350" cy="609600"/>
          </a:xfrm>
          <a:prstGeom prst="rect">
            <a:avLst/>
          </a:prstGeom>
          <a:noFill/>
          <a:ln w="0">
            <a:noFill/>
            <a:prstDash val="solid"/>
          </a:ln>
        </p:spPr>
        <p:txBody>
          <a:bodyPr anchor="ctr"/>
          <a:lstStyle/>
          <a:p>
            <a:pPr algn="l">
              <a:defRPr sz="1050" b="0">
                <a:solidFill>
                  <a:srgbClr val="102A4C"/>
                </a:solidFill>
              </a:defRPr>
            </a:pPr>
            <a:r>
              <a:rPr sz="1050" b="0">
                <a:solidFill>
                  <a:srgbClr val="102A4C"/>
                </a:solidFill>
                <a:latin typeface="微软雅黑" panose="020B0503020204020204" pitchFamily="34" charset="-122"/>
                <a:ea typeface="微软雅黑" panose="020B0503020204020204" pitchFamily="34" charset="-122"/>
              </a:rPr>
              <a:t>1. __________________　得分：____</a:t>
            </a:r>
          </a:p>
          <a:p>
            <a:pPr algn="l">
              <a:defRPr sz="1050" b="0">
                <a:solidFill>
                  <a:srgbClr val="102A4C"/>
                </a:solidFill>
              </a:defRPr>
            </a:pPr>
            <a:r>
              <a:rPr sz="1050" b="0">
                <a:solidFill>
                  <a:srgbClr val="102A4C"/>
                </a:solidFill>
                <a:latin typeface="微软雅黑" panose="020B0503020204020204" pitchFamily="34" charset="-122"/>
                <a:ea typeface="微软雅黑" panose="020B0503020204020204" pitchFamily="34" charset="-122"/>
              </a:rPr>
              <a:t>2. __________________　得分：____</a:t>
            </a:r>
          </a:p>
          <a:p>
            <a:pPr algn="l">
              <a:defRPr sz="1050" b="0">
                <a:solidFill>
                  <a:srgbClr val="102A4C"/>
                </a:solidFill>
              </a:defRPr>
            </a:pPr>
            <a:r>
              <a:rPr sz="1050" b="0">
                <a:solidFill>
                  <a:srgbClr val="102A4C"/>
                </a:solidFill>
                <a:latin typeface="微软雅黑" panose="020B0503020204020204" pitchFamily="34" charset="-122"/>
                <a:ea typeface="微软雅黑" panose="020B0503020204020204" pitchFamily="34" charset="-122"/>
              </a:rPr>
              <a:t>3. __________________　得分：____</a:t>
            </a:r>
          </a:p>
        </p:txBody>
      </p:sp>
      <p:sp>
        <p:nvSpPr>
          <p:cNvPr id="81" name="footer2">
            <a:extLst>
              <a:ext uri="{FF2B5EF4-FFF2-40B4-BE49-F238E27FC236}">
                <a16:creationId xmlns:a16="http://schemas.microsoft.com/office/drawing/2014/main" id="{0E3A846D-49F8-4936-B00F-0A3F598221CD}"/>
              </a:ext>
            </a:extLst>
          </p:cNvPr>
          <p:cNvSpPr>
            <a:spLocks noGrp="1"/>
          </p:cNvSpPr>
          <p:nvPr/>
        </p:nvSpPr>
        <p:spPr>
          <a:xfrm>
            <a:off x="628650" y="6172200"/>
            <a:ext cx="10934700" cy="495300"/>
          </a:xfrm>
          <a:prstGeom prst="roundRect">
            <a:avLst>
              <a:gd name="adj" fmla="val 15385"/>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2" name="footer2-main">
            <a:extLst>
              <a:ext uri="{FF2B5EF4-FFF2-40B4-BE49-F238E27FC236}">
                <a16:creationId xmlns:a16="http://schemas.microsoft.com/office/drawing/2014/main" id="{7336EF02-7FEE-4A7F-B51C-27527019E04C}"/>
              </a:ext>
            </a:extLst>
          </p:cNvPr>
          <p:cNvSpPr>
            <a:spLocks noGrp="1"/>
          </p:cNvSpPr>
          <p:nvPr/>
        </p:nvSpPr>
        <p:spPr>
          <a:xfrm>
            <a:off x="857250" y="6257925"/>
            <a:ext cx="4476750" cy="304800"/>
          </a:xfrm>
          <a:prstGeom prst="rect">
            <a:avLst/>
          </a:prstGeom>
          <a:noFill/>
          <a:ln w="0">
            <a:noFill/>
            <a:prstDash val="solid"/>
          </a:ln>
        </p:spPr>
        <p:txBody>
          <a:bodyPr anchor="ctr"/>
          <a:lstStyle/>
          <a:p>
            <a:pPr algn="l">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选择标准：高影响、能行动、可验证。</a:t>
            </a:r>
          </a:p>
        </p:txBody>
      </p:sp>
      <p:sp>
        <p:nvSpPr>
          <p:cNvPr id="83" name="footer2-sub">
            <a:extLst>
              <a:ext uri="{FF2B5EF4-FFF2-40B4-BE49-F238E27FC236}">
                <a16:creationId xmlns:a16="http://schemas.microsoft.com/office/drawing/2014/main" id="{87AA5600-D009-4D43-BC69-3C149E17D7C7}"/>
              </a:ext>
            </a:extLst>
          </p:cNvPr>
          <p:cNvSpPr>
            <a:spLocks noGrp="1"/>
          </p:cNvSpPr>
          <p:nvPr/>
        </p:nvSpPr>
        <p:spPr>
          <a:xfrm>
            <a:off x="6343650" y="6257925"/>
            <a:ext cx="4762500" cy="304800"/>
          </a:xfrm>
          <a:prstGeom prst="rect">
            <a:avLst/>
          </a:prstGeom>
          <a:noFill/>
          <a:ln w="0">
            <a:noFill/>
            <a:prstDash val="solid"/>
          </a:ln>
        </p:spPr>
        <p:txBody>
          <a:bodyPr anchor="ctr"/>
          <a:lstStyle/>
          <a:p>
            <a:pPr algn="ctr">
              <a:defRPr sz="1200" b="1">
                <a:solidFill>
                  <a:srgbClr val="D8E7FA"/>
                </a:solidFill>
              </a:defRPr>
            </a:pPr>
            <a:r>
              <a:rPr sz="1200" b="1">
                <a:solidFill>
                  <a:srgbClr val="D8E7FA"/>
                </a:solidFill>
                <a:latin typeface="微软雅黑" panose="020B0503020204020204" pitchFamily="34" charset="-122"/>
                <a:ea typeface="微软雅黑" panose="020B0503020204020204" pitchFamily="34" charset="-122"/>
              </a:rPr>
              <a:t>最终焦点：____________________________</a:t>
            </a:r>
          </a:p>
        </p:txBody>
      </p:sp>
    </p:spTree>
    <p:extLst>
      <p:ext uri="{BB962C8B-B14F-4D97-AF65-F5344CB8AC3E}">
        <p14:creationId xmlns:p14="http://schemas.microsoft.com/office/powerpoint/2010/main" val="336083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A2F171-692F-C9F5-D21D-6131B037306B}"/>
              </a:ext>
            </a:extLst>
          </p:cNvPr>
          <p:cNvSpPr>
            <a:spLocks noGrp="1"/>
          </p:cNvSpPr>
          <p:nvPr>
            <p:ph type="ctrTitle"/>
          </p:nvPr>
        </p:nvSpPr>
        <p:spPr>
          <a:xfrm>
            <a:off x="4464050" y="2489200"/>
            <a:ext cx="6671743" cy="939800"/>
          </a:xfrm>
        </p:spPr>
        <p:txBody>
          <a:bodyPr/>
          <a:lstStyle/>
          <a:p>
            <a:r>
              <a:rPr lang="zh-CN" altLang="en-US" sz="1800" dirty="0"/>
              <a:t>工作扫描：寻找工作中的问题，并进行描述</a:t>
            </a:r>
            <a:br>
              <a:rPr lang="en-US" altLang="zh-CN" sz="1800" dirty="0"/>
            </a:br>
            <a:br>
              <a:rPr lang="en-US" altLang="zh-CN" sz="1800" dirty="0"/>
            </a:br>
            <a:r>
              <a:rPr lang="en-US" altLang="zh-CN" sz="1800" dirty="0"/>
              <a:t>1.</a:t>
            </a:r>
            <a:r>
              <a:rPr lang="zh-CN" altLang="en-US" sz="1800" b="0" dirty="0"/>
              <a:t>切入视角：我“又”项（反复与经常）</a:t>
            </a:r>
            <a:br>
              <a:rPr lang="en-US" altLang="zh-CN" sz="1800" b="0" dirty="0"/>
            </a:br>
            <a:r>
              <a:rPr lang="zh-CN" altLang="en-US" sz="1200" b="0" dirty="0"/>
              <a:t>注意：</a:t>
            </a:r>
            <a:r>
              <a:rPr lang="zh-CN" altLang="zh-CN" sz="1200" b="1" kern="100" dirty="0">
                <a:effectLst/>
                <a:cs typeface="Times New Roman" panose="02020603050405020304" pitchFamily="18" charset="0"/>
              </a:rPr>
              <a:t>“又”有两种：一种是“又要做”，消耗时间；另一种是“又错了”，代价大。“又”要是我们可控范围的事情，不要超出你的掌控范围。</a:t>
            </a:r>
            <a:br>
              <a:rPr lang="zh-CN" altLang="zh-CN" sz="1800" kern="100" dirty="0">
                <a:effectLst/>
                <a:cs typeface="Times New Roman" panose="02020603050405020304" pitchFamily="18" charset="0"/>
              </a:rPr>
            </a:br>
            <a:br>
              <a:rPr lang="en-US" altLang="zh-CN" sz="1800" kern="100" dirty="0">
                <a:effectLst/>
                <a:cs typeface="Times New Roman" panose="02020603050405020304" pitchFamily="18" charset="0"/>
              </a:rPr>
            </a:br>
            <a:br>
              <a:rPr lang="en-US" altLang="zh-CN" sz="1800" kern="100" dirty="0">
                <a:effectLst/>
                <a:cs typeface="Times New Roman" panose="02020603050405020304" pitchFamily="18" charset="0"/>
              </a:rPr>
            </a:br>
            <a:r>
              <a:rPr lang="en-US" altLang="zh-CN" sz="1800" kern="100" dirty="0">
                <a:effectLst/>
                <a:cs typeface="Times New Roman" panose="02020603050405020304" pitchFamily="18" charset="0"/>
              </a:rPr>
              <a:t>2.</a:t>
            </a:r>
            <a:r>
              <a:rPr lang="zh-CN" altLang="en-US" sz="1800" b="0" kern="100" dirty="0">
                <a:effectLst/>
                <a:cs typeface="Times New Roman" panose="02020603050405020304" pitchFamily="18" charset="0"/>
              </a:rPr>
              <a:t>评估视角：</a:t>
            </a:r>
            <a:r>
              <a:rPr lang="en-US" altLang="zh-CN" sz="1800" b="0" kern="100" dirty="0">
                <a:effectLst/>
                <a:cs typeface="Times New Roman" panose="02020603050405020304" pitchFamily="18" charset="0"/>
              </a:rPr>
              <a:t>4E</a:t>
            </a:r>
            <a:r>
              <a:rPr lang="zh-CN" altLang="en-US" sz="1800" b="0" kern="100" dirty="0">
                <a:effectLst/>
                <a:cs typeface="Times New Roman" panose="02020603050405020304" pitchFamily="18" charset="0"/>
              </a:rPr>
              <a:t>衡量</a:t>
            </a:r>
            <a:r>
              <a:rPr lang="en-US" altLang="zh-CN" sz="1800" b="0" kern="100" dirty="0">
                <a:effectLst/>
                <a:cs typeface="Times New Roman" panose="02020603050405020304" pitchFamily="18" charset="0"/>
              </a:rPr>
              <a:t>-</a:t>
            </a:r>
            <a:r>
              <a:rPr lang="zh-CN" altLang="en-US" sz="1800" b="0" kern="100" dirty="0">
                <a:effectLst/>
                <a:cs typeface="Times New Roman" panose="02020603050405020304" pitchFamily="18" charset="0"/>
              </a:rPr>
              <a:t>简单</a:t>
            </a:r>
            <a:r>
              <a:rPr lang="en-US" altLang="zh-CN" sz="1800" b="0" kern="100" dirty="0">
                <a:cs typeface="Times New Roman" panose="02020603050405020304" pitchFamily="18" charset="0"/>
              </a:rPr>
              <a:t>(easy)</a:t>
            </a:r>
            <a:r>
              <a:rPr lang="zh-CN" altLang="en-US" sz="1800" b="0" kern="100" dirty="0">
                <a:cs typeface="Times New Roman" panose="02020603050405020304" pitchFamily="18" charset="0"/>
              </a:rPr>
              <a:t>、高效（</a:t>
            </a:r>
            <a:r>
              <a:rPr lang="en-US" altLang="zh-CN" sz="1800" b="0" kern="100" dirty="0">
                <a:cs typeface="Times New Roman" panose="02020603050405020304" pitchFamily="18" charset="0"/>
              </a:rPr>
              <a:t>efficient)</a:t>
            </a:r>
            <a:r>
              <a:rPr lang="zh-CN" altLang="en-US" sz="1800" b="0" kern="100" dirty="0">
                <a:cs typeface="Times New Roman" panose="02020603050405020304" pitchFamily="18" charset="0"/>
              </a:rPr>
              <a:t>、可测（</a:t>
            </a:r>
            <a:r>
              <a:rPr lang="en-US" altLang="zh-CN" sz="1800" b="0" kern="100" dirty="0">
                <a:cs typeface="Times New Roman" panose="02020603050405020304" pitchFamily="18" charset="0"/>
              </a:rPr>
              <a:t>evaluable)</a:t>
            </a:r>
            <a:r>
              <a:rPr lang="zh-CN" altLang="en-US" sz="1800" b="0" kern="100" dirty="0">
                <a:cs typeface="Times New Roman" panose="02020603050405020304" pitchFamily="18" charset="0"/>
              </a:rPr>
              <a:t>、经济（</a:t>
            </a:r>
            <a:r>
              <a:rPr lang="en-US" altLang="zh-CN" sz="1800" b="0" kern="100" dirty="0">
                <a:cs typeface="Times New Roman" panose="02020603050405020304" pitchFamily="18" charset="0"/>
              </a:rPr>
              <a:t>economical)</a:t>
            </a:r>
            <a:br>
              <a:rPr lang="en-US" altLang="zh-CN" sz="1800" b="0" dirty="0"/>
            </a:br>
            <a:endParaRPr lang="zh-CN" altLang="en-US" sz="1800" b="0" dirty="0"/>
          </a:p>
        </p:txBody>
      </p:sp>
      <p:sp>
        <p:nvSpPr>
          <p:cNvPr id="3" name="页脚占位符 2">
            <a:extLst>
              <a:ext uri="{FF2B5EF4-FFF2-40B4-BE49-F238E27FC236}">
                <a16:creationId xmlns:a16="http://schemas.microsoft.com/office/drawing/2014/main" id="{36484421-DF4E-44B2-5A3E-15D23596E191}"/>
              </a:ext>
            </a:extLst>
          </p:cNvPr>
          <p:cNvSpPr>
            <a:spLocks noGrp="1"/>
          </p:cNvSpPr>
          <p:nvPr>
            <p:ph type="ftr" sz="quarter" idx="10"/>
          </p:nvPr>
        </p:nvSpPr>
        <p:spPr/>
        <p:txBody>
          <a:bodyPr/>
          <a:lstStyle/>
          <a:p>
            <a:pPr>
              <a:defRPr/>
            </a:pPr>
            <a:r>
              <a:rPr lang="en-US" altLang="zh-CN"/>
              <a:t>Leo Huang</a:t>
            </a:r>
            <a:endParaRPr lang="de-DE" altLang="zh-CN"/>
          </a:p>
        </p:txBody>
      </p:sp>
      <p:sp>
        <p:nvSpPr>
          <p:cNvPr id="4" name="灯片编号占位符 3">
            <a:extLst>
              <a:ext uri="{FF2B5EF4-FFF2-40B4-BE49-F238E27FC236}">
                <a16:creationId xmlns:a16="http://schemas.microsoft.com/office/drawing/2014/main" id="{4B522615-D886-A9F1-672D-642EABD38EA0}"/>
              </a:ext>
            </a:extLst>
          </p:cNvPr>
          <p:cNvSpPr>
            <a:spLocks noGrp="1"/>
          </p:cNvSpPr>
          <p:nvPr>
            <p:ph type="sldNum" sz="quarter" idx="11"/>
          </p:nvPr>
        </p:nvSpPr>
        <p:spPr/>
        <p:txBody>
          <a:bodyPr/>
          <a:lstStyle/>
          <a:p>
            <a:pPr>
              <a:defRPr/>
            </a:pPr>
            <a:fld id="{C5E9B3A2-D082-4024-82EE-0E4933B1D354}" type="slidenum">
              <a:rPr lang="de-DE" altLang="zh-CN" smtClean="0"/>
              <a:pPr>
                <a:defRPr/>
              </a:pPr>
              <a:t>26</a:t>
            </a:fld>
            <a:endParaRPr lang="de-DE" altLang="zh-CN"/>
          </a:p>
        </p:txBody>
      </p:sp>
    </p:spTree>
    <p:extLst>
      <p:ext uri="{BB962C8B-B14F-4D97-AF65-F5344CB8AC3E}">
        <p14:creationId xmlns:p14="http://schemas.microsoft.com/office/powerpoint/2010/main" val="3747556948"/>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6F88F0-6814-B7C4-E584-F9CFCA2D05D5}"/>
              </a:ext>
            </a:extLst>
          </p:cNvPr>
          <p:cNvSpPr>
            <a:spLocks noGrp="1"/>
          </p:cNvSpPr>
          <p:nvPr>
            <p:ph type="title"/>
          </p:nvPr>
        </p:nvSpPr>
        <p:spPr/>
        <p:txBody>
          <a:bodyPr/>
          <a:lstStyle/>
          <a:p>
            <a:r>
              <a:rPr lang="zh-CN" altLang="en-US" dirty="0"/>
              <a:t>练习：工作扫描表</a:t>
            </a:r>
          </a:p>
        </p:txBody>
      </p:sp>
      <p:sp>
        <p:nvSpPr>
          <p:cNvPr id="4" name="页脚占位符 3">
            <a:extLst>
              <a:ext uri="{FF2B5EF4-FFF2-40B4-BE49-F238E27FC236}">
                <a16:creationId xmlns:a16="http://schemas.microsoft.com/office/drawing/2014/main" id="{B99931CB-E98B-2E29-4385-E1360172232E}"/>
              </a:ext>
            </a:extLst>
          </p:cNvPr>
          <p:cNvSpPr>
            <a:spLocks noGrp="1"/>
          </p:cNvSpPr>
          <p:nvPr>
            <p:ph type="ftr" sz="quarter" idx="13"/>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0F3EC9D2-9760-6609-B60B-A902D46DC956}"/>
              </a:ext>
            </a:extLst>
          </p:cNvPr>
          <p:cNvSpPr>
            <a:spLocks noGrp="1"/>
          </p:cNvSpPr>
          <p:nvPr>
            <p:ph type="sldNum" sz="quarter" idx="14"/>
          </p:nvPr>
        </p:nvSpPr>
        <p:spPr/>
        <p:txBody>
          <a:bodyPr/>
          <a:lstStyle/>
          <a:p>
            <a:pPr>
              <a:defRPr/>
            </a:pPr>
            <a:fld id="{388C7E40-5DD8-41F4-BDEA-EDA00605A11C}" type="slidenum">
              <a:rPr lang="de-DE" altLang="zh-CN" smtClean="0"/>
              <a:pPr>
                <a:defRPr/>
              </a:pPr>
              <a:t>27</a:t>
            </a:fld>
            <a:endParaRPr lang="de-DE" altLang="zh-CN"/>
          </a:p>
        </p:txBody>
      </p:sp>
      <p:graphicFrame>
        <p:nvGraphicFramePr>
          <p:cNvPr id="6" name="表格 5">
            <a:extLst>
              <a:ext uri="{FF2B5EF4-FFF2-40B4-BE49-F238E27FC236}">
                <a16:creationId xmlns:a16="http://schemas.microsoft.com/office/drawing/2014/main" id="{DBEF371D-6F02-A251-83B5-888A19C96329}"/>
              </a:ext>
            </a:extLst>
          </p:cNvPr>
          <p:cNvGraphicFramePr>
            <a:graphicFrameLocks noGrp="1"/>
          </p:cNvGraphicFramePr>
          <p:nvPr>
            <p:extLst>
              <p:ext uri="{D42A27DB-BD31-4B8C-83A1-F6EECF244321}">
                <p14:modId xmlns:p14="http://schemas.microsoft.com/office/powerpoint/2010/main" val="1008938017"/>
              </p:ext>
            </p:extLst>
          </p:nvPr>
        </p:nvGraphicFramePr>
        <p:xfrm>
          <a:off x="695400" y="1585416"/>
          <a:ext cx="9980217" cy="3235960"/>
        </p:xfrm>
        <a:graphic>
          <a:graphicData uri="http://schemas.openxmlformats.org/drawingml/2006/table">
            <a:tbl>
              <a:tblPr firstRow="1" bandRow="1">
                <a:tableStyleId>{073A0DAA-6AF3-43AB-8588-CEC1D06C72B9}</a:tableStyleId>
              </a:tblPr>
              <a:tblGrid>
                <a:gridCol w="639367">
                  <a:extLst>
                    <a:ext uri="{9D8B030D-6E8A-4147-A177-3AD203B41FA5}">
                      <a16:colId xmlns:a16="http://schemas.microsoft.com/office/drawing/2014/main" val="2368354077"/>
                    </a:ext>
                  </a:extLst>
                </a:gridCol>
                <a:gridCol w="2997200">
                  <a:extLst>
                    <a:ext uri="{9D8B030D-6E8A-4147-A177-3AD203B41FA5}">
                      <a16:colId xmlns:a16="http://schemas.microsoft.com/office/drawing/2014/main" val="2770145559"/>
                    </a:ext>
                  </a:extLst>
                </a:gridCol>
                <a:gridCol w="1263650">
                  <a:extLst>
                    <a:ext uri="{9D8B030D-6E8A-4147-A177-3AD203B41FA5}">
                      <a16:colId xmlns:a16="http://schemas.microsoft.com/office/drawing/2014/main" val="1809684856"/>
                    </a:ext>
                  </a:extLst>
                </a:gridCol>
                <a:gridCol w="1447800">
                  <a:extLst>
                    <a:ext uri="{9D8B030D-6E8A-4147-A177-3AD203B41FA5}">
                      <a16:colId xmlns:a16="http://schemas.microsoft.com/office/drawing/2014/main" val="2213416932"/>
                    </a:ext>
                  </a:extLst>
                </a:gridCol>
                <a:gridCol w="1143000">
                  <a:extLst>
                    <a:ext uri="{9D8B030D-6E8A-4147-A177-3AD203B41FA5}">
                      <a16:colId xmlns:a16="http://schemas.microsoft.com/office/drawing/2014/main" val="2172234044"/>
                    </a:ext>
                  </a:extLst>
                </a:gridCol>
                <a:gridCol w="1225550">
                  <a:extLst>
                    <a:ext uri="{9D8B030D-6E8A-4147-A177-3AD203B41FA5}">
                      <a16:colId xmlns:a16="http://schemas.microsoft.com/office/drawing/2014/main" val="990814804"/>
                    </a:ext>
                  </a:extLst>
                </a:gridCol>
                <a:gridCol w="1263650">
                  <a:extLst>
                    <a:ext uri="{9D8B030D-6E8A-4147-A177-3AD203B41FA5}">
                      <a16:colId xmlns:a16="http://schemas.microsoft.com/office/drawing/2014/main" val="4071634127"/>
                    </a:ext>
                  </a:extLst>
                </a:gridCol>
              </a:tblGrid>
              <a:tr h="370840">
                <a:tc>
                  <a:txBody>
                    <a:bodyPr/>
                    <a:lstStyle/>
                    <a:p>
                      <a:pPr algn="ctr"/>
                      <a:r>
                        <a:rPr lang="zh-CN" altLang="en-US" dirty="0"/>
                        <a:t>序号</a:t>
                      </a:r>
                    </a:p>
                  </a:txBody>
                  <a:tcPr/>
                </a:tc>
                <a:tc>
                  <a:txBody>
                    <a:bodyPr/>
                    <a:lstStyle/>
                    <a:p>
                      <a:pPr algn="ctr"/>
                      <a:r>
                        <a:rPr lang="zh-CN" altLang="en-US" dirty="0"/>
                        <a:t>任务描述</a:t>
                      </a:r>
                    </a:p>
                  </a:txBody>
                  <a:tcPr/>
                </a:tc>
                <a:tc>
                  <a:txBody>
                    <a:bodyPr/>
                    <a:lstStyle/>
                    <a:p>
                      <a:pPr algn="ctr"/>
                      <a:r>
                        <a:rPr lang="zh-CN" altLang="en-US" dirty="0"/>
                        <a:t>“我又”项</a:t>
                      </a:r>
                    </a:p>
                  </a:txBody>
                  <a:tcPr/>
                </a:tc>
                <a:tc>
                  <a:txBody>
                    <a:bodyPr/>
                    <a:lstStyle/>
                    <a:p>
                      <a:pPr algn="ctr"/>
                      <a:r>
                        <a:rPr lang="zh-CN" altLang="en-US" dirty="0"/>
                        <a:t>简单</a:t>
                      </a:r>
                      <a:endParaRPr lang="en-US" altLang="zh-CN" dirty="0"/>
                    </a:p>
                    <a:p>
                      <a:pPr algn="ctr"/>
                      <a:r>
                        <a:rPr lang="zh-CN" altLang="en-US" dirty="0"/>
                        <a:t>（单场景）</a:t>
                      </a:r>
                    </a:p>
                  </a:txBody>
                  <a:tcPr/>
                </a:tc>
                <a:tc>
                  <a:txBody>
                    <a:bodyPr/>
                    <a:lstStyle/>
                    <a:p>
                      <a:pPr algn="ctr"/>
                      <a:r>
                        <a:rPr lang="zh-CN" altLang="en-US" dirty="0"/>
                        <a:t>高效</a:t>
                      </a:r>
                      <a:endParaRPr lang="en-US" altLang="zh-CN" dirty="0"/>
                    </a:p>
                    <a:p>
                      <a:pPr algn="ctr"/>
                      <a:r>
                        <a:rPr lang="zh-CN" altLang="en-US" dirty="0"/>
                        <a:t>（快见效）</a:t>
                      </a:r>
                    </a:p>
                  </a:txBody>
                  <a:tcPr/>
                </a:tc>
                <a:tc>
                  <a:txBody>
                    <a:bodyPr/>
                    <a:lstStyle/>
                    <a:p>
                      <a:pPr algn="ctr"/>
                      <a:r>
                        <a:rPr lang="zh-CN" altLang="en-US" dirty="0"/>
                        <a:t>可测</a:t>
                      </a:r>
                      <a:endParaRPr lang="en-US" altLang="zh-CN" dirty="0"/>
                    </a:p>
                    <a:p>
                      <a:pPr algn="ctr"/>
                      <a:r>
                        <a:rPr lang="zh-CN" altLang="en-US" dirty="0"/>
                        <a:t>（易测量）</a:t>
                      </a:r>
                    </a:p>
                  </a:txBody>
                  <a:tcPr/>
                </a:tc>
                <a:tc>
                  <a:txBody>
                    <a:bodyPr/>
                    <a:lstStyle/>
                    <a:p>
                      <a:pPr algn="ctr"/>
                      <a:r>
                        <a:rPr lang="zh-CN" altLang="en-US" dirty="0"/>
                        <a:t>经济</a:t>
                      </a:r>
                      <a:endParaRPr lang="en-US" altLang="zh-CN" dirty="0"/>
                    </a:p>
                    <a:p>
                      <a:pPr algn="ctr"/>
                      <a:r>
                        <a:rPr lang="zh-CN" altLang="en-US" dirty="0"/>
                        <a:t>（高价值）</a:t>
                      </a:r>
                    </a:p>
                  </a:txBody>
                  <a:tcPr/>
                </a:tc>
                <a:extLst>
                  <a:ext uri="{0D108BD9-81ED-4DB2-BD59-A6C34878D82A}">
                    <a16:rowId xmlns:a16="http://schemas.microsoft.com/office/drawing/2014/main" val="1949553092"/>
                  </a:ext>
                </a:extLst>
              </a:tr>
              <a:tr h="370840">
                <a:tc rowSpan="2">
                  <a:txBody>
                    <a:bodyPr/>
                    <a:lstStyle/>
                    <a:p>
                      <a:pPr algn="ctr"/>
                      <a:r>
                        <a:rPr lang="zh-CN" altLang="en-US" sz="1100" i="1" dirty="0"/>
                        <a:t>举例</a:t>
                      </a:r>
                    </a:p>
                  </a:txBody>
                  <a:tcPr/>
                </a:tc>
                <a:tc>
                  <a:txBody>
                    <a:bodyPr/>
                    <a:lstStyle/>
                    <a:p>
                      <a:pPr algn="ctr"/>
                      <a:r>
                        <a:rPr lang="zh-CN" altLang="en-US" sz="1100" i="1" dirty="0"/>
                        <a:t>常规现场安全点检</a:t>
                      </a:r>
                    </a:p>
                  </a:txBody>
                  <a:tcPr/>
                </a:tc>
                <a:tc>
                  <a:txBody>
                    <a:bodyPr/>
                    <a:lstStyle/>
                    <a:p>
                      <a:pPr algn="ctr"/>
                      <a:r>
                        <a:rPr lang="zh-CN" altLang="en-US" sz="1100" i="1" dirty="0"/>
                        <a:t>是</a:t>
                      </a:r>
                    </a:p>
                  </a:txBody>
                  <a:tcPr/>
                </a:tc>
                <a:tc>
                  <a:txBody>
                    <a:bodyPr/>
                    <a:lstStyle/>
                    <a:p>
                      <a:pPr algn="ctr"/>
                      <a:r>
                        <a:rPr lang="zh-CN" altLang="en-US" sz="1100" i="1" dirty="0"/>
                        <a:t>否</a:t>
                      </a:r>
                    </a:p>
                  </a:txBody>
                  <a:tcPr/>
                </a:tc>
                <a:tc>
                  <a:txBody>
                    <a:bodyPr/>
                    <a:lstStyle/>
                    <a:p>
                      <a:pPr algn="ctr"/>
                      <a:endParaRPr lang="zh-CN" altLang="en-US" sz="1100" i="1" dirty="0"/>
                    </a:p>
                  </a:txBody>
                  <a:tcPr/>
                </a:tc>
                <a:tc>
                  <a:txBody>
                    <a:bodyPr/>
                    <a:lstStyle/>
                    <a:p>
                      <a:pPr algn="ctr"/>
                      <a:endParaRPr lang="zh-CN" altLang="en-US" sz="1100" i="1"/>
                    </a:p>
                  </a:txBody>
                  <a:tcPr/>
                </a:tc>
                <a:tc>
                  <a:txBody>
                    <a:bodyPr/>
                    <a:lstStyle/>
                    <a:p>
                      <a:pPr algn="ctr"/>
                      <a:endParaRPr lang="zh-CN" altLang="en-US" sz="1100" i="1"/>
                    </a:p>
                  </a:txBody>
                  <a:tcPr/>
                </a:tc>
                <a:extLst>
                  <a:ext uri="{0D108BD9-81ED-4DB2-BD59-A6C34878D82A}">
                    <a16:rowId xmlns:a16="http://schemas.microsoft.com/office/drawing/2014/main" val="3390019974"/>
                  </a:ext>
                </a:extLst>
              </a:tr>
              <a:tr h="370840">
                <a:tc vMerge="1">
                  <a:txBody>
                    <a:bodyPr/>
                    <a:lstStyle/>
                    <a:p>
                      <a:pPr algn="ctr"/>
                      <a:endParaRPr lang="zh-CN" altLang="en-US" sz="1100" i="1" dirty="0"/>
                    </a:p>
                  </a:txBody>
                  <a:tcPr/>
                </a:tc>
                <a:tc>
                  <a:txBody>
                    <a:bodyPr/>
                    <a:lstStyle/>
                    <a:p>
                      <a:pPr algn="ctr"/>
                      <a:r>
                        <a:rPr lang="zh-CN" altLang="en-US" sz="1100" i="1" dirty="0"/>
                        <a:t>设备开启的标准化操作</a:t>
                      </a:r>
                    </a:p>
                  </a:txBody>
                  <a:tcPr/>
                </a:tc>
                <a:tc>
                  <a:txBody>
                    <a:bodyPr/>
                    <a:lstStyle/>
                    <a:p>
                      <a:pPr algn="ctr"/>
                      <a:r>
                        <a:rPr lang="zh-CN" altLang="en-US" sz="1100" i="1" dirty="0"/>
                        <a:t>是</a:t>
                      </a:r>
                    </a:p>
                  </a:txBody>
                  <a:tcPr/>
                </a:tc>
                <a:tc>
                  <a:txBody>
                    <a:bodyPr/>
                    <a:lstStyle/>
                    <a:p>
                      <a:pPr algn="ctr"/>
                      <a:r>
                        <a:rPr lang="zh-CN" altLang="en-US" sz="1100" i="1" dirty="0"/>
                        <a:t>是</a:t>
                      </a:r>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a:p>
                  </a:txBody>
                  <a:tcPr/>
                </a:tc>
                <a:extLst>
                  <a:ext uri="{0D108BD9-81ED-4DB2-BD59-A6C34878D82A}">
                    <a16:rowId xmlns:a16="http://schemas.microsoft.com/office/drawing/2014/main" val="3671063701"/>
                  </a:ext>
                </a:extLst>
              </a:tr>
              <a:tr h="370840">
                <a:tc gridSpan="7">
                  <a:txBody>
                    <a:bodyPr/>
                    <a:lstStyle/>
                    <a:p>
                      <a:pPr algn="ctr"/>
                      <a:r>
                        <a:rPr lang="zh-CN" altLang="en-US" sz="1100" i="1" dirty="0"/>
                        <a:t>请陈述你自己工作中的任务项</a:t>
                      </a:r>
                    </a:p>
                  </a:txBody>
                  <a:tcPr/>
                </a:tc>
                <a:tc hMerge="1">
                  <a:txBody>
                    <a:bodyPr/>
                    <a:lstStyle/>
                    <a:p>
                      <a:pPr algn="ctr"/>
                      <a:endParaRPr lang="zh-CN" altLang="en-US" sz="1100" i="1" dirty="0"/>
                    </a:p>
                  </a:txBody>
                  <a:tcPr/>
                </a:tc>
                <a:tc hMerge="1">
                  <a:txBody>
                    <a:bodyPr/>
                    <a:lstStyle/>
                    <a:p>
                      <a:pPr algn="ctr"/>
                      <a:endParaRPr lang="zh-CN" altLang="en-US" sz="1100" i="1" dirty="0"/>
                    </a:p>
                  </a:txBody>
                  <a:tcPr/>
                </a:tc>
                <a:tc hMerge="1">
                  <a:txBody>
                    <a:bodyPr/>
                    <a:lstStyle/>
                    <a:p>
                      <a:pPr algn="ctr"/>
                      <a:endParaRPr lang="zh-CN" altLang="en-US" sz="1100" i="1" dirty="0"/>
                    </a:p>
                  </a:txBody>
                  <a:tcPr/>
                </a:tc>
                <a:tc hMerge="1">
                  <a:txBody>
                    <a:bodyPr/>
                    <a:lstStyle/>
                    <a:p>
                      <a:pPr algn="ctr"/>
                      <a:endParaRPr lang="zh-CN" altLang="en-US" sz="1100" i="1" dirty="0"/>
                    </a:p>
                  </a:txBody>
                  <a:tcPr/>
                </a:tc>
                <a:tc hMerge="1">
                  <a:txBody>
                    <a:bodyPr/>
                    <a:lstStyle/>
                    <a:p>
                      <a:pPr algn="ctr"/>
                      <a:endParaRPr lang="zh-CN" altLang="en-US" sz="1100" i="1" dirty="0"/>
                    </a:p>
                  </a:txBody>
                  <a:tcPr/>
                </a:tc>
                <a:tc hMerge="1">
                  <a:txBody>
                    <a:bodyPr/>
                    <a:lstStyle/>
                    <a:p>
                      <a:pPr algn="ctr"/>
                      <a:endParaRPr lang="zh-CN" altLang="en-US" sz="1100" i="1" dirty="0"/>
                    </a:p>
                  </a:txBody>
                  <a:tcPr/>
                </a:tc>
                <a:extLst>
                  <a:ext uri="{0D108BD9-81ED-4DB2-BD59-A6C34878D82A}">
                    <a16:rowId xmlns:a16="http://schemas.microsoft.com/office/drawing/2014/main" val="2488804484"/>
                  </a:ext>
                </a:extLst>
              </a:tr>
              <a:tr h="370840">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extLst>
                  <a:ext uri="{0D108BD9-81ED-4DB2-BD59-A6C34878D82A}">
                    <a16:rowId xmlns:a16="http://schemas.microsoft.com/office/drawing/2014/main" val="1790747064"/>
                  </a:ext>
                </a:extLst>
              </a:tr>
              <a:tr h="370840">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extLst>
                  <a:ext uri="{0D108BD9-81ED-4DB2-BD59-A6C34878D82A}">
                    <a16:rowId xmlns:a16="http://schemas.microsoft.com/office/drawing/2014/main" val="545689209"/>
                  </a:ext>
                </a:extLst>
              </a:tr>
              <a:tr h="370840">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tc>
                  <a:txBody>
                    <a:bodyPr/>
                    <a:lstStyle/>
                    <a:p>
                      <a:pPr algn="ctr"/>
                      <a:endParaRPr lang="zh-CN" altLang="en-US" sz="1100" i="1" dirty="0"/>
                    </a:p>
                  </a:txBody>
                  <a:tcPr/>
                </a:tc>
                <a:extLst>
                  <a:ext uri="{0D108BD9-81ED-4DB2-BD59-A6C34878D82A}">
                    <a16:rowId xmlns:a16="http://schemas.microsoft.com/office/drawing/2014/main" val="2164362633"/>
                  </a:ext>
                </a:extLst>
              </a:tr>
              <a:tr h="370840">
                <a:tc>
                  <a:txBody>
                    <a:bodyPr/>
                    <a:lstStyle/>
                    <a:p>
                      <a:pPr algn="ctr"/>
                      <a:endParaRPr lang="zh-CN" altLang="en-US" sz="1100" i="1"/>
                    </a:p>
                  </a:txBody>
                  <a:tcPr/>
                </a:tc>
                <a:tc>
                  <a:txBody>
                    <a:bodyPr/>
                    <a:lstStyle/>
                    <a:p>
                      <a:pPr algn="ctr"/>
                      <a:endParaRPr lang="zh-CN" altLang="en-US" sz="1100" i="1"/>
                    </a:p>
                  </a:txBody>
                  <a:tcPr/>
                </a:tc>
                <a:tc>
                  <a:txBody>
                    <a:bodyPr/>
                    <a:lstStyle/>
                    <a:p>
                      <a:pPr algn="ctr"/>
                      <a:endParaRPr lang="zh-CN" altLang="en-US" sz="1100" i="1"/>
                    </a:p>
                  </a:txBody>
                  <a:tcPr/>
                </a:tc>
                <a:tc>
                  <a:txBody>
                    <a:bodyPr/>
                    <a:lstStyle/>
                    <a:p>
                      <a:pPr algn="ctr"/>
                      <a:endParaRPr lang="zh-CN" altLang="en-US" sz="1100" i="1"/>
                    </a:p>
                  </a:txBody>
                  <a:tcPr/>
                </a:tc>
                <a:tc>
                  <a:txBody>
                    <a:bodyPr/>
                    <a:lstStyle/>
                    <a:p>
                      <a:pPr algn="ctr"/>
                      <a:endParaRPr lang="zh-CN" altLang="en-US" sz="1100" i="1"/>
                    </a:p>
                  </a:txBody>
                  <a:tcPr/>
                </a:tc>
                <a:tc>
                  <a:txBody>
                    <a:bodyPr/>
                    <a:lstStyle/>
                    <a:p>
                      <a:pPr algn="ctr"/>
                      <a:endParaRPr lang="zh-CN" altLang="en-US" sz="1100" i="1"/>
                    </a:p>
                  </a:txBody>
                  <a:tcPr/>
                </a:tc>
                <a:tc>
                  <a:txBody>
                    <a:bodyPr/>
                    <a:lstStyle/>
                    <a:p>
                      <a:pPr algn="ctr"/>
                      <a:endParaRPr lang="zh-CN" altLang="en-US" sz="1100" i="1" dirty="0"/>
                    </a:p>
                  </a:txBody>
                  <a:tcPr/>
                </a:tc>
                <a:extLst>
                  <a:ext uri="{0D108BD9-81ED-4DB2-BD59-A6C34878D82A}">
                    <a16:rowId xmlns:a16="http://schemas.microsoft.com/office/drawing/2014/main" val="3909526211"/>
                  </a:ext>
                </a:extLst>
              </a:tr>
            </a:tbl>
          </a:graphicData>
        </a:graphic>
      </p:graphicFrame>
    </p:spTree>
    <p:extLst>
      <p:ext uri="{BB962C8B-B14F-4D97-AF65-F5344CB8AC3E}">
        <p14:creationId xmlns:p14="http://schemas.microsoft.com/office/powerpoint/2010/main" val="3315692232"/>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BE2D6B3-B26B-45B8-81AB-AE2B8DEE0EA3}"/>
              </a:ext>
            </a:extLst>
          </p:cNvPr>
          <p:cNvSpPr>
            <a:spLocks noGrp="1"/>
          </p:cNvSpPr>
          <p:nvPr/>
        </p:nvSpPr>
        <p:spPr>
          <a:xfrm>
            <a:off x="539750" y="442912"/>
            <a:ext cx="10287000" cy="523875"/>
          </a:xfrm>
          <a:prstGeom prst="rect">
            <a:avLst/>
          </a:prstGeom>
          <a:noFill/>
          <a:ln w="0">
            <a:noFill/>
            <a:prstDash val="solid"/>
          </a:ln>
        </p:spPr>
        <p:txBody>
          <a:bodyPr anchor="ctr"/>
          <a:lstStyle/>
          <a:p>
            <a:pPr algn="l">
              <a:defRPr sz="2625" b="1">
                <a:solidFill>
                  <a:srgbClr val="101828"/>
                </a:solidFill>
              </a:defRPr>
            </a:pPr>
            <a:r>
              <a:rPr sz="2625" b="1" dirty="0" err="1">
                <a:solidFill>
                  <a:srgbClr val="101828"/>
                </a:solidFill>
                <a:latin typeface="微软雅黑" panose="020B0503020204020204" pitchFamily="34" charset="-122"/>
                <a:ea typeface="微软雅黑" panose="020B0503020204020204" pitchFamily="34" charset="-122"/>
              </a:rPr>
              <a:t>先识别“值得解决的问题</a:t>
            </a:r>
            <a:r>
              <a:rPr sz="2625" b="1" dirty="0">
                <a:solidFill>
                  <a:srgbClr val="101828"/>
                </a:solidFill>
                <a:latin typeface="微软雅黑" panose="020B0503020204020204" pitchFamily="34" charset="-122"/>
                <a:ea typeface="微软雅黑" panose="020B0503020204020204" pitchFamily="34" charset="-122"/>
              </a:rPr>
              <a:t>”</a:t>
            </a:r>
          </a:p>
        </p:txBody>
      </p:sp>
      <p:sp>
        <p:nvSpPr>
          <p:cNvPr id="5" name="矩形 4">
            <a:extLst>
              <a:ext uri="{FF2B5EF4-FFF2-40B4-BE49-F238E27FC236}">
                <a16:creationId xmlns:a16="http://schemas.microsoft.com/office/drawing/2014/main" id="{BB39D705-9434-421A-A8EE-5D7CEE6BA727}"/>
              </a:ext>
            </a:extLst>
          </p:cNvPr>
          <p:cNvSpPr>
            <a:spLocks noGrp="1"/>
          </p:cNvSpPr>
          <p:nvPr/>
        </p:nvSpPr>
        <p:spPr>
          <a:xfrm>
            <a:off x="609600" y="1381125"/>
            <a:ext cx="10953750" cy="323850"/>
          </a:xfrm>
          <a:prstGeom prst="rect">
            <a:avLst/>
          </a:prstGeom>
          <a:noFill/>
          <a:ln w="0">
            <a:noFill/>
            <a:prstDash val="solid"/>
          </a:ln>
        </p:spPr>
        <p:txBody>
          <a:bodyPr anchor="ctr"/>
          <a:lstStyle/>
          <a:p>
            <a:pPr algn="l">
              <a:defRPr sz="1650" b="1">
                <a:solidFill>
                  <a:srgbClr val="2563EB"/>
                </a:solidFill>
              </a:defRPr>
            </a:pPr>
            <a:r>
              <a:rPr sz="1650" b="1">
                <a:solidFill>
                  <a:srgbClr val="2563EB"/>
                </a:solidFill>
                <a:latin typeface="微软雅黑" panose="020B0503020204020204" pitchFamily="34" charset="-122"/>
                <a:ea typeface="微软雅黑" panose="020B0503020204020204" pitchFamily="34" charset="-122"/>
              </a:rPr>
              <a:t>我们看到的是偶发噪声，还是正在恶化的业务信号？</a:t>
            </a:r>
          </a:p>
        </p:txBody>
      </p:sp>
      <p:sp>
        <p:nvSpPr>
          <p:cNvPr id="6" name="矩形: 圆角 5">
            <a:extLst>
              <a:ext uri="{FF2B5EF4-FFF2-40B4-BE49-F238E27FC236}">
                <a16:creationId xmlns:a16="http://schemas.microsoft.com/office/drawing/2014/main" id="{923085E2-632C-4C22-AD91-D12D3A455044}"/>
              </a:ext>
            </a:extLst>
          </p:cNvPr>
          <p:cNvSpPr>
            <a:spLocks noGrp="1"/>
          </p:cNvSpPr>
          <p:nvPr/>
        </p:nvSpPr>
        <p:spPr>
          <a:xfrm>
            <a:off x="609600" y="1847850"/>
            <a:ext cx="2476500" cy="4171950"/>
          </a:xfrm>
          <a:prstGeom prst="roundRect">
            <a:avLst>
              <a:gd name="adj" fmla="val 4615"/>
            </a:avLst>
          </a:prstGeom>
          <a:solidFill>
            <a:srgbClr val="F2F4F7"/>
          </a:solidFill>
          <a:ln w="9525">
            <a:solidFill>
              <a:srgbClr val="F2F4F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8FF54C3D-E392-4EAE-B986-E4BBDC73A004}"/>
              </a:ext>
            </a:extLst>
          </p:cNvPr>
          <p:cNvSpPr>
            <a:spLocks noGrp="1"/>
          </p:cNvSpPr>
          <p:nvPr/>
        </p:nvSpPr>
        <p:spPr>
          <a:xfrm>
            <a:off x="800100" y="2038350"/>
            <a:ext cx="1905000" cy="228600"/>
          </a:xfrm>
          <a:prstGeom prst="rect">
            <a:avLst/>
          </a:prstGeom>
          <a:noFill/>
          <a:ln w="0">
            <a:noFill/>
            <a:prstDash val="solid"/>
          </a:ln>
        </p:spPr>
        <p:txBody>
          <a:bodyPr anchor="ctr"/>
          <a:lstStyle/>
          <a:p>
            <a:pPr algn="l">
              <a:defRPr sz="1125" b="1">
                <a:solidFill>
                  <a:srgbClr val="2563EB"/>
                </a:solidFill>
              </a:defRPr>
            </a:pPr>
            <a:r>
              <a:rPr sz="1125" b="1" dirty="0" err="1">
                <a:solidFill>
                  <a:srgbClr val="2563EB"/>
                </a:solidFill>
                <a:latin typeface="微软雅黑" panose="020B0503020204020204" pitchFamily="34" charset="-122"/>
                <a:ea typeface="微软雅黑" panose="020B0503020204020204" pitchFamily="34" charset="-122"/>
              </a:rPr>
              <a:t>用户输入</a:t>
            </a:r>
            <a:endParaRPr sz="1125" b="1" dirty="0">
              <a:solidFill>
                <a:srgbClr val="2563EB"/>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E9A96091-C12F-4344-82EE-DAD211B8B2CD}"/>
              </a:ext>
            </a:extLst>
          </p:cNvPr>
          <p:cNvSpPr>
            <a:spLocks noGrp="1"/>
          </p:cNvSpPr>
          <p:nvPr/>
        </p:nvSpPr>
        <p:spPr>
          <a:xfrm>
            <a:off x="800100" y="2381250"/>
            <a:ext cx="2095500" cy="3286125"/>
          </a:xfrm>
          <a:prstGeom prst="rect">
            <a:avLst/>
          </a:prstGeom>
          <a:noFill/>
          <a:ln w="0">
            <a:noFill/>
            <a:prstDash val="solid"/>
          </a:ln>
        </p:spPr>
        <p:txBody>
          <a:bodyPr anchor="ctr"/>
          <a:lstStyle/>
          <a:p>
            <a:pPr algn="l">
              <a:defRPr sz="1275" b="0">
                <a:solidFill>
                  <a:srgbClr val="101828"/>
                </a:solidFill>
              </a:defRPr>
            </a:pPr>
            <a:r>
              <a:rPr sz="1275" b="0" dirty="0" err="1">
                <a:solidFill>
                  <a:srgbClr val="101828"/>
                </a:solidFill>
                <a:latin typeface="微软雅黑" panose="020B0503020204020204" pitchFamily="34" charset="-122"/>
                <a:ea typeface="微软雅黑" panose="020B0503020204020204" pitchFamily="34" charset="-122"/>
              </a:rPr>
              <a:t>日报、投诉、经营数据、项目记录、会议纪要、质量异常等</a:t>
            </a:r>
            <a:r>
              <a:rPr sz="1275" b="0" dirty="0">
                <a:solidFill>
                  <a:srgbClr val="101828"/>
                </a:solidFill>
                <a:latin typeface="微软雅黑" panose="020B0503020204020204" pitchFamily="34" charset="-122"/>
                <a:ea typeface="微软雅黑" panose="020B0503020204020204" pitchFamily="34" charset="-122"/>
              </a:rPr>
              <a:t>。</a:t>
            </a:r>
          </a:p>
          <a:p>
            <a:endParaRPr sz="1275" b="0" dirty="0">
              <a:solidFill>
                <a:srgbClr val="101828"/>
              </a:solidFill>
              <a:latin typeface="微软雅黑" panose="020B0503020204020204" pitchFamily="34" charset="-122"/>
              <a:ea typeface="微软雅黑" panose="020B0503020204020204" pitchFamily="34" charset="-122"/>
            </a:endParaRPr>
          </a:p>
          <a:p>
            <a:pPr algn="l">
              <a:defRPr sz="1275" b="0">
                <a:solidFill>
                  <a:srgbClr val="101828"/>
                </a:solidFill>
              </a:defRPr>
            </a:pPr>
            <a:r>
              <a:rPr sz="1275" b="0" dirty="0" err="1">
                <a:solidFill>
                  <a:srgbClr val="101828"/>
                </a:solidFill>
                <a:latin typeface="微软雅黑" panose="020B0503020204020204" pitchFamily="34" charset="-122"/>
                <a:ea typeface="微软雅黑" panose="020B0503020204020204" pitchFamily="34" charset="-122"/>
              </a:rPr>
              <a:t>建议补充：指标标准、观察周期、业务范围</a:t>
            </a:r>
            <a:r>
              <a:rPr sz="1275" b="0" dirty="0">
                <a:solidFill>
                  <a:srgbClr val="101828"/>
                </a:solidFill>
                <a:latin typeface="微软雅黑" panose="020B0503020204020204" pitchFamily="34" charset="-122"/>
                <a:ea typeface="微软雅黑" panose="020B0503020204020204" pitchFamily="34" charset="-122"/>
              </a:rPr>
              <a:t>。</a:t>
            </a:r>
          </a:p>
        </p:txBody>
      </p:sp>
      <p:sp>
        <p:nvSpPr>
          <p:cNvPr id="9" name="矩形: 圆角 8">
            <a:extLst>
              <a:ext uri="{FF2B5EF4-FFF2-40B4-BE49-F238E27FC236}">
                <a16:creationId xmlns:a16="http://schemas.microsoft.com/office/drawing/2014/main" id="{E787CD5F-1566-42F5-B9ED-F22E977C66D0}"/>
              </a:ext>
            </a:extLst>
          </p:cNvPr>
          <p:cNvSpPr>
            <a:spLocks noGrp="1"/>
          </p:cNvSpPr>
          <p:nvPr/>
        </p:nvSpPr>
        <p:spPr>
          <a:xfrm>
            <a:off x="3276600" y="1847850"/>
            <a:ext cx="5334000" cy="4171950"/>
          </a:xfrm>
          <a:prstGeom prst="roundRect">
            <a:avLst>
              <a:gd name="adj" fmla="val 2740"/>
            </a:avLst>
          </a:prstGeom>
          <a:solidFill>
            <a:srgbClr val="EAF2FF"/>
          </a:solidFill>
          <a:ln w="9525">
            <a:solidFill>
              <a:srgbClr val="B2CC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8265D030-9527-4359-A1E7-0DA3C5BD484A}"/>
              </a:ext>
            </a:extLst>
          </p:cNvPr>
          <p:cNvSpPr>
            <a:spLocks noGrp="1"/>
          </p:cNvSpPr>
          <p:nvPr/>
        </p:nvSpPr>
        <p:spPr>
          <a:xfrm>
            <a:off x="3505200" y="2038350"/>
            <a:ext cx="238125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可复制提示词</a:t>
            </a:r>
          </a:p>
        </p:txBody>
      </p:sp>
      <p:sp>
        <p:nvSpPr>
          <p:cNvPr id="11" name="矩形 10">
            <a:extLst>
              <a:ext uri="{FF2B5EF4-FFF2-40B4-BE49-F238E27FC236}">
                <a16:creationId xmlns:a16="http://schemas.microsoft.com/office/drawing/2014/main" id="{6A427FB5-983A-4AD2-8708-5A0457D10701}"/>
              </a:ext>
            </a:extLst>
          </p:cNvPr>
          <p:cNvSpPr>
            <a:spLocks noGrp="1"/>
          </p:cNvSpPr>
          <p:nvPr/>
        </p:nvSpPr>
        <p:spPr>
          <a:xfrm>
            <a:off x="3505200" y="2381250"/>
            <a:ext cx="4876800" cy="3333750"/>
          </a:xfrm>
          <a:prstGeom prst="rect">
            <a:avLst/>
          </a:prstGeom>
          <a:noFill/>
          <a:ln w="0">
            <a:noFill/>
            <a:prstDash val="solid"/>
          </a:ln>
        </p:spPr>
        <p:txBody>
          <a:bodyPr anchor="ctr"/>
          <a:lstStyle/>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你是“</a:t>
            </a:r>
            <a:r>
              <a:rPr sz="1200" b="0" dirty="0" err="1">
                <a:solidFill>
                  <a:srgbClr val="101828"/>
                </a:solidFill>
                <a:latin typeface="微软雅黑" panose="020B0503020204020204" pitchFamily="34" charset="-122"/>
                <a:ea typeface="微软雅黑" panose="020B0503020204020204" pitchFamily="34" charset="-122"/>
              </a:rPr>
              <a:t>AI问题雷达</a:t>
            </a: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请只基于我提供的材料扫描</a:t>
            </a:r>
            <a:r>
              <a:rPr sz="1200" b="0" dirty="0">
                <a:solidFill>
                  <a:srgbClr val="101828"/>
                </a:solidFill>
                <a:latin typeface="微软雅黑" panose="020B0503020204020204" pitchFamily="34" charset="-122"/>
                <a:ea typeface="微软雅黑" panose="020B0503020204020204" pitchFamily="34" charset="-122"/>
              </a:rPr>
              <a:t>：</a:t>
            </a:r>
          </a:p>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1. </a:t>
            </a:r>
            <a:r>
              <a:rPr sz="1200" b="0" dirty="0" err="1">
                <a:solidFill>
                  <a:srgbClr val="101828"/>
                </a:solidFill>
                <a:latin typeface="微软雅黑" panose="020B0503020204020204" pitchFamily="34" charset="-122"/>
                <a:ea typeface="微软雅黑" panose="020B0503020204020204" pitchFamily="34" charset="-122"/>
              </a:rPr>
              <a:t>明显异常：偏离目标或标准</a:t>
            </a:r>
            <a:r>
              <a:rPr sz="1200" b="0" dirty="0">
                <a:solidFill>
                  <a:srgbClr val="101828"/>
                </a:solidFill>
                <a:latin typeface="微软雅黑" panose="020B0503020204020204" pitchFamily="34" charset="-122"/>
                <a:ea typeface="微软雅黑" panose="020B0503020204020204" pitchFamily="34" charset="-122"/>
              </a:rPr>
              <a:t>；</a:t>
            </a:r>
          </a:p>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2. </a:t>
            </a:r>
            <a:r>
              <a:rPr sz="1200" b="0" dirty="0" err="1">
                <a:solidFill>
                  <a:srgbClr val="101828"/>
                </a:solidFill>
                <a:latin typeface="微软雅黑" panose="020B0503020204020204" pitchFamily="34" charset="-122"/>
                <a:ea typeface="微软雅黑" panose="020B0503020204020204" pitchFamily="34" charset="-122"/>
              </a:rPr>
              <a:t>趋势：持续改善或恶化</a:t>
            </a:r>
            <a:r>
              <a:rPr sz="1200" b="0" dirty="0">
                <a:solidFill>
                  <a:srgbClr val="101828"/>
                </a:solidFill>
                <a:latin typeface="微软雅黑" panose="020B0503020204020204" pitchFamily="34" charset="-122"/>
                <a:ea typeface="微软雅黑" panose="020B0503020204020204" pitchFamily="34" charset="-122"/>
              </a:rPr>
              <a:t>；</a:t>
            </a:r>
          </a:p>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3. </a:t>
            </a:r>
            <a:r>
              <a:rPr sz="1200" b="0" dirty="0" err="1">
                <a:solidFill>
                  <a:srgbClr val="101828"/>
                </a:solidFill>
                <a:latin typeface="微软雅黑" panose="020B0503020204020204" pitchFamily="34" charset="-122"/>
                <a:ea typeface="微软雅黑" panose="020B0503020204020204" pitchFamily="34" charset="-122"/>
              </a:rPr>
              <a:t>重复事件：高频出现的模式</a:t>
            </a:r>
            <a:r>
              <a:rPr sz="1200" b="0" dirty="0">
                <a:solidFill>
                  <a:srgbClr val="101828"/>
                </a:solidFill>
                <a:latin typeface="微软雅黑" panose="020B0503020204020204" pitchFamily="34" charset="-122"/>
                <a:ea typeface="微软雅黑" panose="020B0503020204020204" pitchFamily="34" charset="-122"/>
              </a:rPr>
              <a:t>；</a:t>
            </a:r>
          </a:p>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4. </a:t>
            </a:r>
            <a:r>
              <a:rPr sz="1200" b="0" dirty="0" err="1">
                <a:solidFill>
                  <a:srgbClr val="101828"/>
                </a:solidFill>
                <a:latin typeface="微软雅黑" panose="020B0503020204020204" pitchFamily="34" charset="-122"/>
                <a:ea typeface="微软雅黑" panose="020B0503020204020204" pitchFamily="34" charset="-122"/>
              </a:rPr>
              <a:t>弱信号：当前影响小但可能放大</a:t>
            </a:r>
            <a:r>
              <a:rPr sz="1200" b="0" dirty="0">
                <a:solidFill>
                  <a:srgbClr val="101828"/>
                </a:solidFill>
                <a:latin typeface="微软雅黑" panose="020B0503020204020204" pitchFamily="34" charset="-122"/>
                <a:ea typeface="微软雅黑" panose="020B0503020204020204" pitchFamily="34" charset="-122"/>
              </a:rPr>
              <a:t>。</a:t>
            </a:r>
          </a:p>
          <a:p>
            <a:pPr algn="l">
              <a:defRPr sz="1200" b="0">
                <a:solidFill>
                  <a:srgbClr val="101828"/>
                </a:solidFill>
              </a:defRPr>
            </a:pPr>
            <a:r>
              <a:rPr sz="1200" b="0" dirty="0" err="1">
                <a:solidFill>
                  <a:srgbClr val="101828"/>
                </a:solidFill>
                <a:latin typeface="微软雅黑" panose="020B0503020204020204" pitchFamily="34" charset="-122"/>
                <a:ea typeface="微软雅黑" panose="020B0503020204020204" pitchFamily="34" charset="-122"/>
              </a:rPr>
              <a:t>先指出信息缺口，不推测原因。最后按“信号</a:t>
            </a: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证据</a:t>
            </a: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频率</a:t>
            </a: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影响</a:t>
            </a: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趋势</a:t>
            </a: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建议优先级”输出问题机会池</a:t>
            </a:r>
            <a:r>
              <a:rPr sz="1200" b="0" dirty="0">
                <a:solidFill>
                  <a:srgbClr val="101828"/>
                </a:solidFill>
                <a:latin typeface="微软雅黑" panose="020B0503020204020204" pitchFamily="34" charset="-122"/>
                <a:ea typeface="微软雅黑" panose="020B0503020204020204" pitchFamily="34" charset="-122"/>
              </a:rPr>
              <a:t>。</a:t>
            </a:r>
          </a:p>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a:t>
            </a:r>
            <a:r>
              <a:rPr sz="1200" b="0" dirty="0" err="1">
                <a:solidFill>
                  <a:srgbClr val="101828"/>
                </a:solidFill>
                <a:latin typeface="微软雅黑" panose="020B0503020204020204" pitchFamily="34" charset="-122"/>
                <a:ea typeface="微软雅黑" panose="020B0503020204020204" pitchFamily="34" charset="-122"/>
              </a:rPr>
              <a:t>材料】粘贴内容</a:t>
            </a:r>
            <a:endParaRPr sz="1200" b="0" dirty="0">
              <a:solidFill>
                <a:srgbClr val="101828"/>
              </a:solidFill>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87E46840-A802-474D-B742-00A534A4786E}"/>
              </a:ext>
            </a:extLst>
          </p:cNvPr>
          <p:cNvSpPr>
            <a:spLocks noGrp="1"/>
          </p:cNvSpPr>
          <p:nvPr/>
        </p:nvSpPr>
        <p:spPr>
          <a:xfrm>
            <a:off x="8801100" y="1847850"/>
            <a:ext cx="2781300" cy="1952625"/>
          </a:xfrm>
          <a:prstGeom prst="roundRect">
            <a:avLst>
              <a:gd name="adj" fmla="val 585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26FDCD68-9641-441A-8606-04C8BE1324BE}"/>
              </a:ext>
            </a:extLst>
          </p:cNvPr>
          <p:cNvSpPr>
            <a:spLocks noGrp="1"/>
          </p:cNvSpPr>
          <p:nvPr/>
        </p:nvSpPr>
        <p:spPr>
          <a:xfrm>
            <a:off x="9010650" y="2038350"/>
            <a:ext cx="2095500" cy="228600"/>
          </a:xfrm>
          <a:prstGeom prst="rect">
            <a:avLst/>
          </a:prstGeom>
          <a:noFill/>
          <a:ln w="0">
            <a:noFill/>
            <a:prstDash val="solid"/>
          </a:ln>
        </p:spPr>
        <p:txBody>
          <a:bodyPr anchor="ctr"/>
          <a:lstStyle/>
          <a:p>
            <a:pPr algn="l">
              <a:defRPr sz="1125" b="1">
                <a:solidFill>
                  <a:srgbClr val="12B76A"/>
                </a:solidFill>
              </a:defRPr>
            </a:pPr>
            <a:r>
              <a:rPr sz="1125" b="1">
                <a:solidFill>
                  <a:srgbClr val="12B76A"/>
                </a:solidFill>
                <a:latin typeface="微软雅黑" panose="020B0503020204020204" pitchFamily="34" charset="-122"/>
                <a:ea typeface="微软雅黑" panose="020B0503020204020204" pitchFamily="34" charset="-122"/>
              </a:rPr>
              <a:t>AI输出</a:t>
            </a:r>
          </a:p>
        </p:txBody>
      </p:sp>
      <p:sp>
        <p:nvSpPr>
          <p:cNvPr id="14" name="矩形 13">
            <a:extLst>
              <a:ext uri="{FF2B5EF4-FFF2-40B4-BE49-F238E27FC236}">
                <a16:creationId xmlns:a16="http://schemas.microsoft.com/office/drawing/2014/main" id="{651E43D9-D2CD-4E42-AD79-8BE542F7653A}"/>
              </a:ext>
            </a:extLst>
          </p:cNvPr>
          <p:cNvSpPr>
            <a:spLocks noGrp="1"/>
          </p:cNvSpPr>
          <p:nvPr/>
        </p:nvSpPr>
        <p:spPr>
          <a:xfrm>
            <a:off x="9010650" y="2381250"/>
            <a:ext cx="2362200" cy="11620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问题机会池；异常证据；优先级；待补数据清单。</a:t>
            </a:r>
          </a:p>
        </p:txBody>
      </p:sp>
      <p:sp>
        <p:nvSpPr>
          <p:cNvPr id="15" name="矩形: 圆角 14">
            <a:extLst>
              <a:ext uri="{FF2B5EF4-FFF2-40B4-BE49-F238E27FC236}">
                <a16:creationId xmlns:a16="http://schemas.microsoft.com/office/drawing/2014/main" id="{0032085D-3955-4666-B48E-965A9390AF66}"/>
              </a:ext>
            </a:extLst>
          </p:cNvPr>
          <p:cNvSpPr>
            <a:spLocks noGrp="1"/>
          </p:cNvSpPr>
          <p:nvPr/>
        </p:nvSpPr>
        <p:spPr>
          <a:xfrm>
            <a:off x="8801100" y="3990975"/>
            <a:ext cx="2781300" cy="2028825"/>
          </a:xfrm>
          <a:prstGeom prst="roundRect">
            <a:avLst>
              <a:gd name="adj" fmla="val 563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924DD31B-8258-4AC6-B5B7-CBDF2870AAEE}"/>
              </a:ext>
            </a:extLst>
          </p:cNvPr>
          <p:cNvSpPr>
            <a:spLocks noGrp="1"/>
          </p:cNvSpPr>
          <p:nvPr/>
        </p:nvSpPr>
        <p:spPr>
          <a:xfrm>
            <a:off x="9010650" y="4181475"/>
            <a:ext cx="2095500" cy="228600"/>
          </a:xfrm>
          <a:prstGeom prst="rect">
            <a:avLst/>
          </a:prstGeom>
          <a:noFill/>
          <a:ln w="0">
            <a:noFill/>
            <a:prstDash val="solid"/>
          </a:ln>
        </p:spPr>
        <p:txBody>
          <a:bodyPr anchor="ctr"/>
          <a:lstStyle/>
          <a:p>
            <a:pPr algn="l">
              <a:defRPr sz="1125" b="1">
                <a:solidFill>
                  <a:srgbClr val="F79009"/>
                </a:solidFill>
              </a:defRPr>
            </a:pPr>
            <a:r>
              <a:rPr sz="1125" b="1">
                <a:solidFill>
                  <a:srgbClr val="F79009"/>
                </a:solidFill>
                <a:latin typeface="微软雅黑" panose="020B0503020204020204" pitchFamily="34" charset="-122"/>
                <a:ea typeface="微软雅黑" panose="020B0503020204020204" pitchFamily="34" charset="-122"/>
              </a:rPr>
              <a:t>人工判断</a:t>
            </a:r>
          </a:p>
        </p:txBody>
      </p:sp>
      <p:sp>
        <p:nvSpPr>
          <p:cNvPr id="17" name="矩形 16">
            <a:extLst>
              <a:ext uri="{FF2B5EF4-FFF2-40B4-BE49-F238E27FC236}">
                <a16:creationId xmlns:a16="http://schemas.microsoft.com/office/drawing/2014/main" id="{878E7506-B404-460E-8E84-56725BE3D364}"/>
              </a:ext>
            </a:extLst>
          </p:cNvPr>
          <p:cNvSpPr>
            <a:spLocks noGrp="1"/>
          </p:cNvSpPr>
          <p:nvPr/>
        </p:nvSpPr>
        <p:spPr>
          <a:xfrm>
            <a:off x="9010650" y="4524375"/>
            <a:ext cx="2362200" cy="12382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确认数据口径；排除噪声；选择1个进入定义的问题。</a:t>
            </a:r>
          </a:p>
        </p:txBody>
      </p:sp>
      <p:sp>
        <p:nvSpPr>
          <p:cNvPr id="20" name="页脚占位符 3">
            <a:extLst>
              <a:ext uri="{FF2B5EF4-FFF2-40B4-BE49-F238E27FC236}">
                <a16:creationId xmlns:a16="http://schemas.microsoft.com/office/drawing/2014/main" id="{C1DB29F7-D058-5CA5-9E23-14BA1433E2E4}"/>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00">
                <a:solidFill>
                  <a:schemeClr val="bg2"/>
                </a:solidFill>
              </a:rPr>
              <a:t>Leo Huang</a:t>
            </a:r>
            <a:endParaRPr lang="de-DE" altLang="zh-CN" sz="1000">
              <a:solidFill>
                <a:schemeClr val="bg2"/>
              </a:solidFill>
            </a:endParaRPr>
          </a:p>
        </p:txBody>
      </p:sp>
      <p:sp>
        <p:nvSpPr>
          <p:cNvPr id="21" name="灯片编号占位符 4">
            <a:extLst>
              <a:ext uri="{FF2B5EF4-FFF2-40B4-BE49-F238E27FC236}">
                <a16:creationId xmlns:a16="http://schemas.microsoft.com/office/drawing/2014/main" id="{A69A32FA-F358-DDF9-7FAE-13D55246ADFB}"/>
              </a:ext>
            </a:extLst>
          </p:cNvPr>
          <p:cNvSpPr txBox="1">
            <a:spLocks/>
          </p:cNvSpPr>
          <p:nvPr/>
        </p:nvSpPr>
        <p:spPr>
          <a:xfrm>
            <a:off x="11496674" y="6416675"/>
            <a:ext cx="4540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388C7E40-5DD8-41F4-BDEA-EDA00605A11C}" type="slidenum">
              <a:rPr lang="de-DE" altLang="zh-CN" sz="1000" smtClean="0">
                <a:solidFill>
                  <a:schemeClr val="bg2"/>
                </a:solidFill>
              </a:rPr>
              <a:pPr>
                <a:defRPr/>
              </a:pPr>
              <a:t>28</a:t>
            </a:fld>
            <a:endParaRPr lang="de-DE" altLang="zh-CN" sz="1000" dirty="0">
              <a:solidFill>
                <a:schemeClr val="bg2"/>
              </a:solidFill>
            </a:endParaRPr>
          </a:p>
        </p:txBody>
      </p:sp>
    </p:spTree>
    <p:extLst>
      <p:ext uri="{BB962C8B-B14F-4D97-AF65-F5344CB8AC3E}">
        <p14:creationId xmlns:p14="http://schemas.microsoft.com/office/powerpoint/2010/main" val="1173370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684D0CC-7585-401B-9B08-D37704870E5A}"/>
              </a:ext>
            </a:extLst>
          </p:cNvPr>
          <p:cNvSpPr>
            <a:spLocks noGrp="1"/>
          </p:cNvSpPr>
          <p:nvPr/>
        </p:nvSpPr>
        <p:spPr>
          <a:xfrm>
            <a:off x="609600" y="500063"/>
            <a:ext cx="10287000" cy="523875"/>
          </a:xfrm>
          <a:prstGeom prst="rect">
            <a:avLst/>
          </a:prstGeom>
          <a:noFill/>
          <a:ln w="0">
            <a:noFill/>
            <a:prstDash val="solid"/>
          </a:ln>
        </p:spPr>
        <p:txBody>
          <a:bodyPr anchor="ctr"/>
          <a:lstStyle/>
          <a:p>
            <a:pPr algn="l">
              <a:defRPr sz="2625" b="1">
                <a:solidFill>
                  <a:srgbClr val="101828"/>
                </a:solidFill>
              </a:defRPr>
            </a:pPr>
            <a:r>
              <a:rPr sz="2625" b="1" dirty="0" err="1">
                <a:solidFill>
                  <a:srgbClr val="101828"/>
                </a:solidFill>
                <a:latin typeface="微软雅黑" panose="020B0503020204020204" pitchFamily="34" charset="-122"/>
                <a:ea typeface="微软雅黑" panose="020B0503020204020204" pitchFamily="34" charset="-122"/>
              </a:rPr>
              <a:t>把现象改写为有边界、可验证的问题</a:t>
            </a:r>
            <a:endParaRPr sz="2625" b="1" dirty="0">
              <a:solidFill>
                <a:srgbClr val="101828"/>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28AC6DA8-3947-4348-856D-169635E8ACFB}"/>
              </a:ext>
            </a:extLst>
          </p:cNvPr>
          <p:cNvSpPr>
            <a:spLocks noGrp="1"/>
          </p:cNvSpPr>
          <p:nvPr/>
        </p:nvSpPr>
        <p:spPr>
          <a:xfrm>
            <a:off x="609600" y="1381125"/>
            <a:ext cx="10953750" cy="323850"/>
          </a:xfrm>
          <a:prstGeom prst="rect">
            <a:avLst/>
          </a:prstGeom>
          <a:noFill/>
          <a:ln w="0">
            <a:noFill/>
            <a:prstDash val="solid"/>
          </a:ln>
        </p:spPr>
        <p:txBody>
          <a:bodyPr anchor="ctr"/>
          <a:lstStyle/>
          <a:p>
            <a:pPr algn="l">
              <a:defRPr sz="1650" b="1">
                <a:solidFill>
                  <a:srgbClr val="2563EB"/>
                </a:solidFill>
              </a:defRPr>
            </a:pPr>
            <a:r>
              <a:rPr sz="1650" b="1">
                <a:solidFill>
                  <a:srgbClr val="2563EB"/>
                </a:solidFill>
                <a:latin typeface="微软雅黑" panose="020B0503020204020204" pitchFamily="34" charset="-122"/>
                <a:ea typeface="微软雅黑" panose="020B0503020204020204" pitchFamily="34" charset="-122"/>
              </a:rPr>
              <a:t>问题发生在哪里、影响谁、差距多大、何时需要改善？</a:t>
            </a:r>
          </a:p>
        </p:txBody>
      </p:sp>
      <p:sp>
        <p:nvSpPr>
          <p:cNvPr id="6" name="矩形: 圆角 5">
            <a:extLst>
              <a:ext uri="{FF2B5EF4-FFF2-40B4-BE49-F238E27FC236}">
                <a16:creationId xmlns:a16="http://schemas.microsoft.com/office/drawing/2014/main" id="{CFFE9BE8-0B4F-43A6-924B-6E6F6D2DC835}"/>
              </a:ext>
            </a:extLst>
          </p:cNvPr>
          <p:cNvSpPr>
            <a:spLocks noGrp="1"/>
          </p:cNvSpPr>
          <p:nvPr/>
        </p:nvSpPr>
        <p:spPr>
          <a:xfrm>
            <a:off x="609600" y="1847850"/>
            <a:ext cx="2476500" cy="4171950"/>
          </a:xfrm>
          <a:prstGeom prst="roundRect">
            <a:avLst>
              <a:gd name="adj" fmla="val 4615"/>
            </a:avLst>
          </a:prstGeom>
          <a:solidFill>
            <a:srgbClr val="F2F4F7"/>
          </a:solidFill>
          <a:ln w="9525">
            <a:solidFill>
              <a:srgbClr val="F2F4F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52042CA1-6A84-4212-BA4C-CEF2FC733D7C}"/>
              </a:ext>
            </a:extLst>
          </p:cNvPr>
          <p:cNvSpPr>
            <a:spLocks noGrp="1"/>
          </p:cNvSpPr>
          <p:nvPr/>
        </p:nvSpPr>
        <p:spPr>
          <a:xfrm>
            <a:off x="800100" y="2038350"/>
            <a:ext cx="190500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用户输入</a:t>
            </a:r>
          </a:p>
        </p:txBody>
      </p:sp>
      <p:sp>
        <p:nvSpPr>
          <p:cNvPr id="8" name="矩形 7">
            <a:extLst>
              <a:ext uri="{FF2B5EF4-FFF2-40B4-BE49-F238E27FC236}">
                <a16:creationId xmlns:a16="http://schemas.microsoft.com/office/drawing/2014/main" id="{C6A32C1D-EB52-408F-A3EE-D7E83711178B}"/>
              </a:ext>
            </a:extLst>
          </p:cNvPr>
          <p:cNvSpPr>
            <a:spLocks noGrp="1"/>
          </p:cNvSpPr>
          <p:nvPr/>
        </p:nvSpPr>
        <p:spPr>
          <a:xfrm>
            <a:off x="800100" y="2381250"/>
            <a:ext cx="2095500" cy="3286125"/>
          </a:xfrm>
          <a:prstGeom prst="rect">
            <a:avLst/>
          </a:prstGeom>
          <a:noFill/>
          <a:ln w="0">
            <a:noFill/>
            <a:prstDash val="solid"/>
          </a:ln>
        </p:spPr>
        <p:txBody>
          <a:bodyPr anchor="ctr"/>
          <a:lstStyle/>
          <a:p>
            <a:pPr algn="l">
              <a:defRPr sz="1275" b="0">
                <a:solidFill>
                  <a:srgbClr val="101828"/>
                </a:solidFill>
              </a:defRPr>
            </a:pPr>
            <a:r>
              <a:rPr sz="1275" b="0">
                <a:solidFill>
                  <a:srgbClr val="101828"/>
                </a:solidFill>
                <a:latin typeface="微软雅黑" panose="020B0503020204020204" pitchFamily="34" charset="-122"/>
                <a:ea typeface="微软雅黑" panose="020B0503020204020204" pitchFamily="34" charset="-122"/>
              </a:rPr>
              <a:t>选定的问题信号；目标值与现状值；发生时间、对象、范围；已采取动作。</a:t>
            </a:r>
          </a:p>
        </p:txBody>
      </p:sp>
      <p:sp>
        <p:nvSpPr>
          <p:cNvPr id="9" name="矩形: 圆角 8">
            <a:extLst>
              <a:ext uri="{FF2B5EF4-FFF2-40B4-BE49-F238E27FC236}">
                <a16:creationId xmlns:a16="http://schemas.microsoft.com/office/drawing/2014/main" id="{3900C61B-2562-4AE7-B318-5C1A3421B4E8}"/>
              </a:ext>
            </a:extLst>
          </p:cNvPr>
          <p:cNvSpPr>
            <a:spLocks noGrp="1"/>
          </p:cNvSpPr>
          <p:nvPr/>
        </p:nvSpPr>
        <p:spPr>
          <a:xfrm>
            <a:off x="3276600" y="1847850"/>
            <a:ext cx="5334000" cy="4171950"/>
          </a:xfrm>
          <a:prstGeom prst="roundRect">
            <a:avLst>
              <a:gd name="adj" fmla="val 2740"/>
            </a:avLst>
          </a:prstGeom>
          <a:solidFill>
            <a:srgbClr val="EAF2FF"/>
          </a:solidFill>
          <a:ln w="9525">
            <a:solidFill>
              <a:srgbClr val="B2CC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38AB28BA-928B-4638-8EA2-2912E271FFAB}"/>
              </a:ext>
            </a:extLst>
          </p:cNvPr>
          <p:cNvSpPr>
            <a:spLocks noGrp="1"/>
          </p:cNvSpPr>
          <p:nvPr/>
        </p:nvSpPr>
        <p:spPr>
          <a:xfrm>
            <a:off x="3505200" y="2038350"/>
            <a:ext cx="238125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可复制提示词</a:t>
            </a:r>
          </a:p>
        </p:txBody>
      </p:sp>
      <p:sp>
        <p:nvSpPr>
          <p:cNvPr id="11" name="矩形 10">
            <a:extLst>
              <a:ext uri="{FF2B5EF4-FFF2-40B4-BE49-F238E27FC236}">
                <a16:creationId xmlns:a16="http://schemas.microsoft.com/office/drawing/2014/main" id="{F2F40943-90C3-4F32-AD06-AFD5C368B397}"/>
              </a:ext>
            </a:extLst>
          </p:cNvPr>
          <p:cNvSpPr>
            <a:spLocks noGrp="1"/>
          </p:cNvSpPr>
          <p:nvPr/>
        </p:nvSpPr>
        <p:spPr>
          <a:xfrm>
            <a:off x="3505200" y="2381250"/>
            <a:ext cx="4876800" cy="33337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你是“问题定义教练”。禁止分析原因。</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第一步，把输入逐句标记为：事实/解释/判断/假设/情绪。</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第二步，用BAIDU补齐：背景B、现状A、影响I、已行动D、期望U；信息不足时只提最多5个关键问题。</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第三步，输出标准问题陈述：在【范围/情境】下，【指标】从【基准】变为【现状】，对【对象】造成【影响】；希望在【期限】达到【目标】。</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第四步，列出问题边界与暂不讨论项。</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【输入】粘贴内容</a:t>
            </a:r>
          </a:p>
        </p:txBody>
      </p:sp>
      <p:sp>
        <p:nvSpPr>
          <p:cNvPr id="12" name="矩形: 圆角 11">
            <a:extLst>
              <a:ext uri="{FF2B5EF4-FFF2-40B4-BE49-F238E27FC236}">
                <a16:creationId xmlns:a16="http://schemas.microsoft.com/office/drawing/2014/main" id="{2B2CA093-B702-4E9D-AAA9-18728F97E65F}"/>
              </a:ext>
            </a:extLst>
          </p:cNvPr>
          <p:cNvSpPr>
            <a:spLocks noGrp="1"/>
          </p:cNvSpPr>
          <p:nvPr/>
        </p:nvSpPr>
        <p:spPr>
          <a:xfrm>
            <a:off x="8801100" y="1847850"/>
            <a:ext cx="2781300" cy="1952625"/>
          </a:xfrm>
          <a:prstGeom prst="roundRect">
            <a:avLst>
              <a:gd name="adj" fmla="val 585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13E4AB4C-28AB-4689-9512-C2BFBE72FF92}"/>
              </a:ext>
            </a:extLst>
          </p:cNvPr>
          <p:cNvSpPr>
            <a:spLocks noGrp="1"/>
          </p:cNvSpPr>
          <p:nvPr/>
        </p:nvSpPr>
        <p:spPr>
          <a:xfrm>
            <a:off x="9010650" y="2038350"/>
            <a:ext cx="2095500" cy="228600"/>
          </a:xfrm>
          <a:prstGeom prst="rect">
            <a:avLst/>
          </a:prstGeom>
          <a:noFill/>
          <a:ln w="0">
            <a:noFill/>
            <a:prstDash val="solid"/>
          </a:ln>
        </p:spPr>
        <p:txBody>
          <a:bodyPr anchor="ctr"/>
          <a:lstStyle/>
          <a:p>
            <a:pPr algn="l">
              <a:defRPr sz="1125" b="1">
                <a:solidFill>
                  <a:srgbClr val="12B76A"/>
                </a:solidFill>
              </a:defRPr>
            </a:pPr>
            <a:r>
              <a:rPr sz="1125" b="1">
                <a:solidFill>
                  <a:srgbClr val="12B76A"/>
                </a:solidFill>
                <a:latin typeface="微软雅黑" panose="020B0503020204020204" pitchFamily="34" charset="-122"/>
                <a:ea typeface="微软雅黑" panose="020B0503020204020204" pitchFamily="34" charset="-122"/>
              </a:rPr>
              <a:t>AI输出</a:t>
            </a:r>
          </a:p>
        </p:txBody>
      </p:sp>
      <p:sp>
        <p:nvSpPr>
          <p:cNvPr id="14" name="矩形 13">
            <a:extLst>
              <a:ext uri="{FF2B5EF4-FFF2-40B4-BE49-F238E27FC236}">
                <a16:creationId xmlns:a16="http://schemas.microsoft.com/office/drawing/2014/main" id="{BF4770ED-9531-48C2-A00D-EE3BE8A43AE2}"/>
              </a:ext>
            </a:extLst>
          </p:cNvPr>
          <p:cNvSpPr>
            <a:spLocks noGrp="1"/>
          </p:cNvSpPr>
          <p:nvPr/>
        </p:nvSpPr>
        <p:spPr>
          <a:xfrm>
            <a:off x="9010650" y="2381250"/>
            <a:ext cx="2362200" cy="11620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分类表；BAIDU；标准问题陈述；边界与缺口。</a:t>
            </a:r>
          </a:p>
        </p:txBody>
      </p:sp>
      <p:sp>
        <p:nvSpPr>
          <p:cNvPr id="15" name="矩形: 圆角 14">
            <a:extLst>
              <a:ext uri="{FF2B5EF4-FFF2-40B4-BE49-F238E27FC236}">
                <a16:creationId xmlns:a16="http://schemas.microsoft.com/office/drawing/2014/main" id="{2792E737-4A69-43CB-A66A-8B539DE6EC79}"/>
              </a:ext>
            </a:extLst>
          </p:cNvPr>
          <p:cNvSpPr>
            <a:spLocks noGrp="1"/>
          </p:cNvSpPr>
          <p:nvPr/>
        </p:nvSpPr>
        <p:spPr>
          <a:xfrm>
            <a:off x="8801100" y="3990975"/>
            <a:ext cx="2781300" cy="2028825"/>
          </a:xfrm>
          <a:prstGeom prst="roundRect">
            <a:avLst>
              <a:gd name="adj" fmla="val 563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D92DD079-10E6-4CD0-B0EE-74628798F8DC}"/>
              </a:ext>
            </a:extLst>
          </p:cNvPr>
          <p:cNvSpPr>
            <a:spLocks noGrp="1"/>
          </p:cNvSpPr>
          <p:nvPr/>
        </p:nvSpPr>
        <p:spPr>
          <a:xfrm>
            <a:off x="9010650" y="4181475"/>
            <a:ext cx="2095500" cy="228600"/>
          </a:xfrm>
          <a:prstGeom prst="rect">
            <a:avLst/>
          </a:prstGeom>
          <a:noFill/>
          <a:ln w="0">
            <a:noFill/>
            <a:prstDash val="solid"/>
          </a:ln>
        </p:spPr>
        <p:txBody>
          <a:bodyPr anchor="ctr"/>
          <a:lstStyle/>
          <a:p>
            <a:pPr algn="l">
              <a:defRPr sz="1125" b="1">
                <a:solidFill>
                  <a:srgbClr val="F79009"/>
                </a:solidFill>
              </a:defRPr>
            </a:pPr>
            <a:r>
              <a:rPr sz="1125" b="1">
                <a:solidFill>
                  <a:srgbClr val="F79009"/>
                </a:solidFill>
                <a:latin typeface="微软雅黑" panose="020B0503020204020204" pitchFamily="34" charset="-122"/>
                <a:ea typeface="微软雅黑" panose="020B0503020204020204" pitchFamily="34" charset="-122"/>
              </a:rPr>
              <a:t>人工判断</a:t>
            </a:r>
          </a:p>
        </p:txBody>
      </p:sp>
      <p:sp>
        <p:nvSpPr>
          <p:cNvPr id="17" name="矩形 16">
            <a:extLst>
              <a:ext uri="{FF2B5EF4-FFF2-40B4-BE49-F238E27FC236}">
                <a16:creationId xmlns:a16="http://schemas.microsoft.com/office/drawing/2014/main" id="{3FBF394C-BD9F-4097-99AC-7AAC090FACE6}"/>
              </a:ext>
            </a:extLst>
          </p:cNvPr>
          <p:cNvSpPr>
            <a:spLocks noGrp="1"/>
          </p:cNvSpPr>
          <p:nvPr/>
        </p:nvSpPr>
        <p:spPr>
          <a:xfrm>
            <a:off x="9010650" y="4524375"/>
            <a:ext cx="2362200" cy="1238250"/>
          </a:xfrm>
          <a:prstGeom prst="rect">
            <a:avLst/>
          </a:prstGeom>
          <a:noFill/>
          <a:ln w="0">
            <a:noFill/>
            <a:prstDash val="solid"/>
          </a:ln>
        </p:spPr>
        <p:txBody>
          <a:bodyPr anchor="ctr"/>
          <a:lstStyle/>
          <a:p>
            <a:pPr algn="l">
              <a:defRPr sz="1200" b="0">
                <a:solidFill>
                  <a:srgbClr val="101828"/>
                </a:solidFill>
              </a:defRPr>
            </a:pPr>
            <a:r>
              <a:rPr sz="1200" b="0" dirty="0">
                <a:solidFill>
                  <a:srgbClr val="101828"/>
                </a:solidFill>
                <a:latin typeface="微软雅黑" panose="020B0503020204020204" pitchFamily="34" charset="-122"/>
                <a:ea typeface="微软雅黑" panose="020B0503020204020204" pitchFamily="34" charset="-122"/>
              </a:rPr>
              <a:t>Gate 1：问题是否数据化、对象化、边界化？否则不进入原因分析。</a:t>
            </a:r>
          </a:p>
        </p:txBody>
      </p:sp>
      <p:sp>
        <p:nvSpPr>
          <p:cNvPr id="22" name="页脚占位符 3">
            <a:extLst>
              <a:ext uri="{FF2B5EF4-FFF2-40B4-BE49-F238E27FC236}">
                <a16:creationId xmlns:a16="http://schemas.microsoft.com/office/drawing/2014/main" id="{FECD0443-05F3-256C-972A-835E7B7AB8F4}"/>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00">
                <a:solidFill>
                  <a:schemeClr val="bg2"/>
                </a:solidFill>
              </a:rPr>
              <a:t>Leo Huang</a:t>
            </a:r>
            <a:endParaRPr lang="de-DE" altLang="zh-CN" sz="1000">
              <a:solidFill>
                <a:schemeClr val="bg2"/>
              </a:solidFill>
            </a:endParaRPr>
          </a:p>
        </p:txBody>
      </p:sp>
      <p:sp>
        <p:nvSpPr>
          <p:cNvPr id="24" name="灯片编号占位符 4">
            <a:extLst>
              <a:ext uri="{FF2B5EF4-FFF2-40B4-BE49-F238E27FC236}">
                <a16:creationId xmlns:a16="http://schemas.microsoft.com/office/drawing/2014/main" id="{2C2EF901-3628-F4BD-265F-F4A31F72980E}"/>
              </a:ext>
            </a:extLst>
          </p:cNvPr>
          <p:cNvSpPr txBox="1">
            <a:spLocks/>
          </p:cNvSpPr>
          <p:nvPr/>
        </p:nvSpPr>
        <p:spPr>
          <a:xfrm>
            <a:off x="11496674" y="6416675"/>
            <a:ext cx="4540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388C7E40-5DD8-41F4-BDEA-EDA00605A11C}" type="slidenum">
              <a:rPr lang="de-DE" altLang="zh-CN" sz="1000" smtClean="0">
                <a:solidFill>
                  <a:schemeClr val="bg2"/>
                </a:solidFill>
              </a:rPr>
              <a:pPr>
                <a:defRPr/>
              </a:pPr>
              <a:t>29</a:t>
            </a:fld>
            <a:endParaRPr lang="de-DE" altLang="zh-CN" sz="1000" dirty="0">
              <a:solidFill>
                <a:schemeClr val="bg2"/>
              </a:solidFill>
            </a:endParaRPr>
          </a:p>
        </p:txBody>
      </p:sp>
    </p:spTree>
    <p:extLst>
      <p:ext uri="{BB962C8B-B14F-4D97-AF65-F5344CB8AC3E}">
        <p14:creationId xmlns:p14="http://schemas.microsoft.com/office/powerpoint/2010/main" val="1642319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593542-277F-4781-4A25-916DF3C3B1E4}"/>
              </a:ext>
            </a:extLst>
          </p:cNvPr>
          <p:cNvSpPr>
            <a:spLocks noGrp="1"/>
          </p:cNvSpPr>
          <p:nvPr>
            <p:ph type="title"/>
          </p:nvPr>
        </p:nvSpPr>
        <p:spPr/>
        <p:txBody>
          <a:bodyPr/>
          <a:lstStyle/>
          <a:p>
            <a:r>
              <a:rPr lang="zh-CN" altLang="en-US" dirty="0"/>
              <a:t>选题：选出你的个人课题并陈述</a:t>
            </a:r>
          </a:p>
        </p:txBody>
      </p:sp>
      <p:sp>
        <p:nvSpPr>
          <p:cNvPr id="4" name="页脚占位符 3">
            <a:extLst>
              <a:ext uri="{FF2B5EF4-FFF2-40B4-BE49-F238E27FC236}">
                <a16:creationId xmlns:a16="http://schemas.microsoft.com/office/drawing/2014/main" id="{23C9EC8F-C675-829E-D061-2A20DBA5FBE2}"/>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8FEF22FD-2586-9B67-6130-A1D3ABD1FB95}"/>
              </a:ext>
            </a:extLst>
          </p:cNvPr>
          <p:cNvSpPr>
            <a:spLocks noGrp="1"/>
          </p:cNvSpPr>
          <p:nvPr>
            <p:ph type="sldNum" sz="quarter" idx="11"/>
          </p:nvPr>
        </p:nvSpPr>
        <p:spPr/>
        <p:txBody>
          <a:bodyPr/>
          <a:lstStyle/>
          <a:p>
            <a:pPr>
              <a:defRPr/>
            </a:pPr>
            <a:fld id="{504E9415-CE62-41B1-A98C-C68172D739F2}" type="slidenum">
              <a:rPr lang="de-DE" altLang="zh-CN" smtClean="0"/>
              <a:pPr>
                <a:defRPr/>
              </a:pPr>
              <a:t>30</a:t>
            </a:fld>
            <a:endParaRPr lang="de-DE" altLang="zh-CN"/>
          </a:p>
        </p:txBody>
      </p:sp>
      <p:graphicFrame>
        <p:nvGraphicFramePr>
          <p:cNvPr id="6" name="表格 5">
            <a:extLst>
              <a:ext uri="{FF2B5EF4-FFF2-40B4-BE49-F238E27FC236}">
                <a16:creationId xmlns:a16="http://schemas.microsoft.com/office/drawing/2014/main" id="{B2569665-968C-625D-B9BB-85CCD7FEA4FC}"/>
              </a:ext>
            </a:extLst>
          </p:cNvPr>
          <p:cNvGraphicFramePr>
            <a:graphicFrameLocks noGrp="1"/>
          </p:cNvGraphicFramePr>
          <p:nvPr>
            <p:extLst>
              <p:ext uri="{D42A27DB-BD31-4B8C-83A1-F6EECF244321}">
                <p14:modId xmlns:p14="http://schemas.microsoft.com/office/powerpoint/2010/main" val="2903168885"/>
              </p:ext>
            </p:extLst>
          </p:nvPr>
        </p:nvGraphicFramePr>
        <p:xfrm>
          <a:off x="325438" y="1170516"/>
          <a:ext cx="4589462" cy="4688840"/>
        </p:xfrm>
        <a:graphic>
          <a:graphicData uri="http://schemas.openxmlformats.org/drawingml/2006/table">
            <a:tbl>
              <a:tblPr firstRow="1" bandRow="1">
                <a:tableStyleId>{073A0DAA-6AF3-43AB-8588-CEC1D06C72B9}</a:tableStyleId>
              </a:tblPr>
              <a:tblGrid>
                <a:gridCol w="1817190">
                  <a:extLst>
                    <a:ext uri="{9D8B030D-6E8A-4147-A177-3AD203B41FA5}">
                      <a16:colId xmlns:a16="http://schemas.microsoft.com/office/drawing/2014/main" val="115904239"/>
                    </a:ext>
                  </a:extLst>
                </a:gridCol>
                <a:gridCol w="2772272">
                  <a:extLst>
                    <a:ext uri="{9D8B030D-6E8A-4147-A177-3AD203B41FA5}">
                      <a16:colId xmlns:a16="http://schemas.microsoft.com/office/drawing/2014/main" val="1649836332"/>
                    </a:ext>
                  </a:extLst>
                </a:gridCol>
              </a:tblGrid>
              <a:tr h="370840">
                <a:tc gridSpan="2">
                  <a:txBody>
                    <a:bodyPr/>
                    <a:lstStyle/>
                    <a:p>
                      <a:r>
                        <a:rPr lang="zh-CN" altLang="en-US" sz="1400" b="0" kern="1200" dirty="0">
                          <a:solidFill>
                            <a:schemeClr val="bg1"/>
                          </a:solidFill>
                          <a:latin typeface="+mn-lt"/>
                          <a:ea typeface="+mn-ea"/>
                          <a:cs typeface="+mn-cs"/>
                        </a:rPr>
                        <a:t>选题发起人</a:t>
                      </a:r>
                      <a:r>
                        <a:rPr lang="zh-CN" altLang="en-US" sz="1200" b="0" kern="1200" dirty="0">
                          <a:solidFill>
                            <a:schemeClr val="bg1"/>
                          </a:solidFill>
                          <a:latin typeface="+mn-lt"/>
                          <a:ea typeface="+mn-ea"/>
                          <a:cs typeface="+mn-cs"/>
                        </a:rPr>
                        <a:t>：</a:t>
                      </a:r>
                      <a:r>
                        <a:rPr lang="zh-CN" altLang="en-US" sz="1100" b="0" i="1" u="sng" kern="1200" dirty="0">
                          <a:solidFill>
                            <a:schemeClr val="bg1"/>
                          </a:solidFill>
                          <a:latin typeface="+mn-lt"/>
                          <a:ea typeface="+mn-ea"/>
                          <a:cs typeface="+mn-cs"/>
                        </a:rPr>
                        <a:t>通用电检检查员工 </a:t>
                      </a:r>
                      <a:r>
                        <a:rPr lang="en-US" altLang="zh-CN" sz="1100" b="0" i="1" u="sng" kern="1200" dirty="0">
                          <a:solidFill>
                            <a:schemeClr val="bg1"/>
                          </a:solidFill>
                          <a:latin typeface="+mn-lt"/>
                          <a:ea typeface="+mn-ea"/>
                          <a:cs typeface="+mn-cs"/>
                        </a:rPr>
                        <a:t>/ </a:t>
                      </a:r>
                      <a:r>
                        <a:rPr lang="zh-CN" altLang="en-US" sz="1100" b="0" i="1" u="sng" kern="1200" dirty="0">
                          <a:solidFill>
                            <a:schemeClr val="bg1"/>
                          </a:solidFill>
                          <a:latin typeface="+mn-lt"/>
                          <a:ea typeface="+mn-ea"/>
                          <a:cs typeface="+mn-cs"/>
                        </a:rPr>
                        <a:t>科世达装配员工</a:t>
                      </a:r>
                      <a:endParaRPr lang="zh-CN" altLang="en-US" sz="1200" b="0" i="1" u="sng" kern="1200" dirty="0">
                        <a:solidFill>
                          <a:schemeClr val="bg1"/>
                        </a:solidFill>
                        <a:latin typeface="+mn-lt"/>
                        <a:ea typeface="+mn-ea"/>
                        <a:cs typeface="+mn-cs"/>
                      </a:endParaRPr>
                    </a:p>
                  </a:txBody>
                  <a:tcPr/>
                </a:tc>
                <a:tc hMerge="1">
                  <a:txBody>
                    <a:bodyPr/>
                    <a:lstStyle/>
                    <a:p>
                      <a:endParaRPr lang="zh-CN" altLang="en-US"/>
                    </a:p>
                  </a:txBody>
                  <a:tcPr/>
                </a:tc>
                <a:extLst>
                  <a:ext uri="{0D108BD9-81ED-4DB2-BD59-A6C34878D82A}">
                    <a16:rowId xmlns:a16="http://schemas.microsoft.com/office/drawing/2014/main" val="465305199"/>
                  </a:ext>
                </a:extLst>
              </a:tr>
              <a:tr h="370840">
                <a:tc gridSpan="2">
                  <a:txBody>
                    <a:bodyPr/>
                    <a:lstStyle/>
                    <a:p>
                      <a:r>
                        <a:rPr lang="zh-CN" altLang="en-US" sz="1400" i="0" kern="1200" dirty="0">
                          <a:solidFill>
                            <a:schemeClr val="dk1"/>
                          </a:solidFill>
                          <a:latin typeface="+mn-lt"/>
                          <a:ea typeface="+mn-ea"/>
                          <a:cs typeface="+mn-cs"/>
                        </a:rPr>
                        <a:t>选题岗位</a:t>
                      </a:r>
                      <a:r>
                        <a:rPr lang="zh-CN" altLang="en-US" sz="1200" i="1" kern="1200" dirty="0">
                          <a:solidFill>
                            <a:schemeClr val="dk1"/>
                          </a:solidFill>
                          <a:latin typeface="+mn-lt"/>
                          <a:ea typeface="+mn-ea"/>
                          <a:cs typeface="+mn-cs"/>
                        </a:rPr>
                        <a:t>：</a:t>
                      </a:r>
                      <a:r>
                        <a:rPr lang="zh-CN" altLang="en-US" sz="1100" i="1" u="sng" dirty="0"/>
                        <a:t>质量检测岗 </a:t>
                      </a:r>
                      <a:r>
                        <a:rPr lang="en-US" altLang="zh-CN" sz="1100" i="1" u="sng" dirty="0"/>
                        <a:t>/ </a:t>
                      </a:r>
                      <a:r>
                        <a:rPr lang="zh-CN" altLang="en-US" sz="1100" i="1" u="sng" dirty="0"/>
                        <a:t>生产装配岗</a:t>
                      </a:r>
                      <a:endParaRPr lang="zh-CN" altLang="en-US" sz="1200" i="1" u="sng" kern="1200" dirty="0">
                        <a:solidFill>
                          <a:schemeClr val="dk1"/>
                        </a:solidFill>
                        <a:latin typeface="+mn-lt"/>
                        <a:ea typeface="+mn-ea"/>
                        <a:cs typeface="+mn-cs"/>
                      </a:endParaRPr>
                    </a:p>
                  </a:txBody>
                  <a:tcPr/>
                </a:tc>
                <a:tc hMerge="1">
                  <a:txBody>
                    <a:bodyPr/>
                    <a:lstStyle/>
                    <a:p>
                      <a:endParaRPr lang="zh-CN" altLang="en-US" dirty="0"/>
                    </a:p>
                  </a:txBody>
                  <a:tcPr/>
                </a:tc>
                <a:extLst>
                  <a:ext uri="{0D108BD9-81ED-4DB2-BD59-A6C34878D82A}">
                    <a16:rowId xmlns:a16="http://schemas.microsoft.com/office/drawing/2014/main" val="4150168258"/>
                  </a:ext>
                </a:extLst>
              </a:tr>
              <a:tr h="370840">
                <a:tc>
                  <a:txBody>
                    <a:bodyPr/>
                    <a:lstStyle/>
                    <a:p>
                      <a:r>
                        <a:rPr lang="zh-CN" altLang="en-US" sz="1400" dirty="0"/>
                        <a:t>任务</a:t>
                      </a:r>
                      <a:r>
                        <a:rPr lang="en-US" altLang="zh-CN" sz="1400" dirty="0"/>
                        <a:t>/</a:t>
                      </a:r>
                      <a:r>
                        <a:rPr lang="zh-CN" altLang="en-US" sz="1400" dirty="0"/>
                        <a:t>场景</a:t>
                      </a:r>
                    </a:p>
                  </a:txBody>
                  <a:tcPr/>
                </a:tc>
                <a:tc>
                  <a:txBody>
                    <a:bodyPr/>
                    <a:lstStyle/>
                    <a:p>
                      <a:r>
                        <a:rPr lang="zh-CN" altLang="en-US" sz="1100" i="1" dirty="0"/>
                        <a:t>提高方向盘开关音量按钮的回位可靠性，减少客户抱怨</a:t>
                      </a:r>
                    </a:p>
                  </a:txBody>
                  <a:tcPr/>
                </a:tc>
                <a:extLst>
                  <a:ext uri="{0D108BD9-81ED-4DB2-BD59-A6C34878D82A}">
                    <a16:rowId xmlns:a16="http://schemas.microsoft.com/office/drawing/2014/main" val="2981665670"/>
                  </a:ext>
                </a:extLst>
              </a:tr>
              <a:tr h="370840">
                <a:tc>
                  <a:txBody>
                    <a:bodyPr/>
                    <a:lstStyle/>
                    <a:p>
                      <a:r>
                        <a:rPr lang="zh-CN" altLang="en-US" sz="1400" dirty="0"/>
                        <a:t>现状值</a:t>
                      </a:r>
                    </a:p>
                  </a:txBody>
                  <a:tcPr/>
                </a:tc>
                <a:tc>
                  <a:txBody>
                    <a:bodyPr/>
                    <a:lstStyle/>
                    <a:p>
                      <a:r>
                        <a:rPr lang="zh-CN" altLang="en-US" sz="1100" i="1" dirty="0"/>
                        <a:t>音量按钮在操作时存在回位不良，发生比例为</a:t>
                      </a:r>
                      <a:r>
                        <a:rPr lang="en-US" altLang="zh-CN" sz="1100" i="1" dirty="0"/>
                        <a:t>1</a:t>
                      </a:r>
                      <a:r>
                        <a:rPr lang="zh-CN" altLang="en-US" sz="1100" i="1" dirty="0"/>
                        <a:t>件，严重度</a:t>
                      </a:r>
                      <a:r>
                        <a:rPr lang="en-US" altLang="zh-CN" sz="1100" i="1" dirty="0"/>
                        <a:t>6</a:t>
                      </a:r>
                      <a:r>
                        <a:rPr lang="zh-CN" altLang="en-US" sz="1100" i="1" dirty="0"/>
                        <a:t>分</a:t>
                      </a:r>
                    </a:p>
                  </a:txBody>
                  <a:tcPr/>
                </a:tc>
                <a:extLst>
                  <a:ext uri="{0D108BD9-81ED-4DB2-BD59-A6C34878D82A}">
                    <a16:rowId xmlns:a16="http://schemas.microsoft.com/office/drawing/2014/main" val="2649978838"/>
                  </a:ext>
                </a:extLst>
              </a:tr>
              <a:tr h="370840">
                <a:tc>
                  <a:txBody>
                    <a:bodyPr/>
                    <a:lstStyle/>
                    <a:p>
                      <a:r>
                        <a:rPr lang="zh-CN" altLang="en-US" sz="1400" dirty="0"/>
                        <a:t>期望值</a:t>
                      </a:r>
                    </a:p>
                  </a:txBody>
                  <a:tcPr/>
                </a:tc>
                <a:tc>
                  <a:txBody>
                    <a:bodyPr/>
                    <a:lstStyle/>
                    <a:p>
                      <a:r>
                        <a:rPr lang="zh-CN" altLang="en-US" sz="1100" i="1" dirty="0"/>
                        <a:t>音量按钮回位良好，确保</a:t>
                      </a:r>
                      <a:r>
                        <a:rPr lang="en-US" altLang="zh-CN" sz="1100" i="1" dirty="0"/>
                        <a:t>100%</a:t>
                      </a:r>
                      <a:r>
                        <a:rPr lang="zh-CN" altLang="en-US" sz="1100" i="1" dirty="0"/>
                        <a:t>正常回位，客户无功能异常投诉</a:t>
                      </a:r>
                    </a:p>
                  </a:txBody>
                  <a:tcPr/>
                </a:tc>
                <a:extLst>
                  <a:ext uri="{0D108BD9-81ED-4DB2-BD59-A6C34878D82A}">
                    <a16:rowId xmlns:a16="http://schemas.microsoft.com/office/drawing/2014/main" val="3429151115"/>
                  </a:ext>
                </a:extLst>
              </a:tr>
              <a:tr h="370840">
                <a:tc>
                  <a:txBody>
                    <a:bodyPr/>
                    <a:lstStyle/>
                    <a:p>
                      <a:r>
                        <a:rPr lang="zh-CN" altLang="en-US" sz="1400" dirty="0"/>
                        <a:t>选题描述</a:t>
                      </a:r>
                      <a:endParaRPr lang="en-US" altLang="zh-CN" sz="1400" dirty="0"/>
                    </a:p>
                    <a:p>
                      <a:r>
                        <a:rPr lang="zh-CN" altLang="en-US" sz="1400" dirty="0"/>
                        <a:t>（用一句话对以上信息进行描述）</a:t>
                      </a:r>
                    </a:p>
                  </a:txBody>
                  <a:tcPr/>
                </a:tc>
                <a:tc>
                  <a:txBody>
                    <a:bodyPr/>
                    <a:lstStyle/>
                    <a:p>
                      <a:r>
                        <a:rPr lang="zh-CN" altLang="en-US" sz="1100" i="1" dirty="0"/>
                        <a:t>通过优化方向盘开关音量按钮的设计、装配工艺或检测流程，确保按钮回位可靠性，提高客户满意度，减少功能异常抱怨</a:t>
                      </a:r>
                    </a:p>
                  </a:txBody>
                  <a:tcPr/>
                </a:tc>
                <a:extLst>
                  <a:ext uri="{0D108BD9-81ED-4DB2-BD59-A6C34878D82A}">
                    <a16:rowId xmlns:a16="http://schemas.microsoft.com/office/drawing/2014/main" val="1357170903"/>
                  </a:ext>
                </a:extLst>
              </a:tr>
              <a:tr h="370840">
                <a:tc>
                  <a:txBody>
                    <a:bodyPr/>
                    <a:lstStyle/>
                    <a:p>
                      <a:r>
                        <a:rPr lang="zh-CN" altLang="en-US" sz="1400" dirty="0"/>
                        <a:t>核心词定义</a:t>
                      </a:r>
                      <a:endParaRPr lang="en-US" altLang="zh-CN" sz="1400" dirty="0"/>
                    </a:p>
                    <a:p>
                      <a:pPr lvl="0"/>
                      <a:r>
                        <a:rPr lang="en-US" altLang="zh-CN" sz="1100" b="0" kern="1200" dirty="0">
                          <a:solidFill>
                            <a:schemeClr val="dk1"/>
                          </a:solidFill>
                          <a:effectLst/>
                          <a:latin typeface="+mn-lt"/>
                          <a:ea typeface="+mn-ea"/>
                          <a:cs typeface="+mn-cs"/>
                        </a:rPr>
                        <a:t>1.</a:t>
                      </a:r>
                      <a:r>
                        <a:rPr lang="zh-CN" altLang="zh-CN" sz="1100" b="0" kern="1200" dirty="0">
                          <a:solidFill>
                            <a:schemeClr val="dk1"/>
                          </a:solidFill>
                          <a:effectLst/>
                          <a:latin typeface="+mn-lt"/>
                          <a:ea typeface="+mn-ea"/>
                          <a:cs typeface="+mn-cs"/>
                        </a:rPr>
                        <a:t>具体的核心词是什么</a:t>
                      </a:r>
                    </a:p>
                    <a:p>
                      <a:r>
                        <a:rPr lang="en-US" altLang="zh-CN" sz="1100" b="0" kern="1200" dirty="0">
                          <a:solidFill>
                            <a:schemeClr val="dk1"/>
                          </a:solidFill>
                          <a:effectLst/>
                          <a:latin typeface="+mn-lt"/>
                          <a:ea typeface="+mn-ea"/>
                          <a:cs typeface="+mn-cs"/>
                        </a:rPr>
                        <a:t>2.</a:t>
                      </a:r>
                      <a:r>
                        <a:rPr lang="zh-CN" altLang="zh-CN" sz="1100" b="0" kern="1200" dirty="0">
                          <a:solidFill>
                            <a:schemeClr val="dk1"/>
                          </a:solidFill>
                          <a:effectLst/>
                          <a:latin typeface="+mn-lt"/>
                          <a:ea typeface="+mn-ea"/>
                          <a:cs typeface="+mn-cs"/>
                        </a:rPr>
                        <a:t>若是数据，需给出相应的计算公式</a:t>
                      </a:r>
                      <a:endParaRPr lang="zh-CN" altLang="en-US" sz="1000" b="0" dirty="0"/>
                    </a:p>
                  </a:txBody>
                  <a:tcPr/>
                </a:tc>
                <a:tc>
                  <a:txBody>
                    <a:bodyPr/>
                    <a:lstStyle/>
                    <a:p>
                      <a:r>
                        <a:rPr lang="zh-CN" altLang="en-US" sz="1100" b="1" i="1" dirty="0"/>
                        <a:t>方向盘开关音量按钮回位不良</a:t>
                      </a:r>
                      <a:r>
                        <a:rPr lang="zh-CN" altLang="en-US" sz="1100" i="1" dirty="0"/>
                        <a:t>：指操作音量按钮后，按钮未能正常回弹至初始位置，影响功能正常使用。</a:t>
                      </a:r>
                      <a:endParaRPr lang="en-US" altLang="zh-CN" sz="1100" i="1" dirty="0"/>
                    </a:p>
                    <a:p>
                      <a:r>
                        <a:rPr lang="zh-CN" altLang="en-US" sz="1100" b="1" i="1" dirty="0"/>
                        <a:t>严重度</a:t>
                      </a:r>
                      <a:r>
                        <a:rPr lang="en-US" altLang="zh-CN" sz="1100" b="1" i="1" dirty="0"/>
                        <a:t>6</a:t>
                      </a:r>
                      <a:r>
                        <a:rPr lang="zh-CN" altLang="en-US" sz="1100" b="1" i="1" dirty="0"/>
                        <a:t>分</a:t>
                      </a:r>
                      <a:r>
                        <a:rPr lang="zh-CN" altLang="en-US" sz="1100" i="1" dirty="0"/>
                        <a:t>：按照质量异常严重度评分标准，</a:t>
                      </a:r>
                      <a:r>
                        <a:rPr lang="en-US" altLang="zh-CN" sz="1100" i="1" dirty="0"/>
                        <a:t>6</a:t>
                      </a:r>
                      <a:r>
                        <a:rPr lang="zh-CN" altLang="en-US" sz="1100" i="1" dirty="0"/>
                        <a:t>分表示影响产品功能且可能导致客户投诉的质量问题。</a:t>
                      </a:r>
                      <a:endParaRPr lang="en-US" altLang="zh-CN" sz="1100" i="1" dirty="0"/>
                    </a:p>
                    <a:p>
                      <a:r>
                        <a:rPr lang="zh-CN" altLang="en-US" sz="1100" b="1" i="1" dirty="0"/>
                        <a:t>回位可靠性</a:t>
                      </a:r>
                      <a:r>
                        <a:rPr lang="zh-CN" altLang="en-US" sz="1100" i="1" dirty="0"/>
                        <a:t>：指音量按钮在使用过程中，能够稳定、正常回弹，不影响用户体验和功能使用。</a:t>
                      </a:r>
                      <a:endParaRPr lang="en-US" altLang="zh-CN" sz="1100" i="1" dirty="0"/>
                    </a:p>
                    <a:p>
                      <a:r>
                        <a:rPr lang="zh-CN" altLang="en-US" sz="1100" b="1" i="1" dirty="0"/>
                        <a:t>客户抱怨</a:t>
                      </a:r>
                      <a:r>
                        <a:rPr lang="zh-CN" altLang="en-US" sz="1100" i="1" dirty="0"/>
                        <a:t>：指终端用户因音量按钮回位不良导致的不满意反馈或投诉。</a:t>
                      </a:r>
                    </a:p>
                  </a:txBody>
                  <a:tcPr/>
                </a:tc>
                <a:extLst>
                  <a:ext uri="{0D108BD9-81ED-4DB2-BD59-A6C34878D82A}">
                    <a16:rowId xmlns:a16="http://schemas.microsoft.com/office/drawing/2014/main" val="3701221110"/>
                  </a:ext>
                </a:extLst>
              </a:tr>
            </a:tbl>
          </a:graphicData>
        </a:graphic>
      </p:graphicFrame>
      <p:graphicFrame>
        <p:nvGraphicFramePr>
          <p:cNvPr id="7" name="表格 6">
            <a:extLst>
              <a:ext uri="{FF2B5EF4-FFF2-40B4-BE49-F238E27FC236}">
                <a16:creationId xmlns:a16="http://schemas.microsoft.com/office/drawing/2014/main" id="{9418C95D-5E49-6B95-5B90-591E16FAD9E4}"/>
              </a:ext>
            </a:extLst>
          </p:cNvPr>
          <p:cNvGraphicFramePr>
            <a:graphicFrameLocks noGrp="1"/>
          </p:cNvGraphicFramePr>
          <p:nvPr>
            <p:extLst>
              <p:ext uri="{D42A27DB-BD31-4B8C-83A1-F6EECF244321}">
                <p14:modId xmlns:p14="http://schemas.microsoft.com/office/powerpoint/2010/main" val="1829096317"/>
              </p:ext>
            </p:extLst>
          </p:nvPr>
        </p:nvGraphicFramePr>
        <p:xfrm>
          <a:off x="6096000" y="1170516"/>
          <a:ext cx="4589462" cy="4688839"/>
        </p:xfrm>
        <a:graphic>
          <a:graphicData uri="http://schemas.openxmlformats.org/drawingml/2006/table">
            <a:tbl>
              <a:tblPr firstRow="1" bandRow="1">
                <a:tableStyleId>{073A0DAA-6AF3-43AB-8588-CEC1D06C72B9}</a:tableStyleId>
              </a:tblPr>
              <a:tblGrid>
                <a:gridCol w="1817190">
                  <a:extLst>
                    <a:ext uri="{9D8B030D-6E8A-4147-A177-3AD203B41FA5}">
                      <a16:colId xmlns:a16="http://schemas.microsoft.com/office/drawing/2014/main" val="115904239"/>
                    </a:ext>
                  </a:extLst>
                </a:gridCol>
                <a:gridCol w="2772272">
                  <a:extLst>
                    <a:ext uri="{9D8B030D-6E8A-4147-A177-3AD203B41FA5}">
                      <a16:colId xmlns:a16="http://schemas.microsoft.com/office/drawing/2014/main" val="1649836332"/>
                    </a:ext>
                  </a:extLst>
                </a:gridCol>
              </a:tblGrid>
              <a:tr h="470818">
                <a:tc gridSpan="2">
                  <a:txBody>
                    <a:bodyPr/>
                    <a:lstStyle/>
                    <a:p>
                      <a:r>
                        <a:rPr lang="zh-CN" altLang="en-US" sz="1400" b="0" kern="1200" dirty="0">
                          <a:solidFill>
                            <a:schemeClr val="bg1"/>
                          </a:solidFill>
                          <a:latin typeface="+mn-lt"/>
                          <a:ea typeface="+mn-ea"/>
                          <a:cs typeface="+mn-cs"/>
                        </a:rPr>
                        <a:t>选题发起人</a:t>
                      </a:r>
                      <a:r>
                        <a:rPr lang="zh-CN" altLang="en-US" sz="1200" b="0" kern="1200" dirty="0">
                          <a:solidFill>
                            <a:schemeClr val="bg1"/>
                          </a:solidFill>
                          <a:latin typeface="+mn-lt"/>
                          <a:ea typeface="+mn-ea"/>
                          <a:cs typeface="+mn-cs"/>
                        </a:rPr>
                        <a:t>：</a:t>
                      </a:r>
                      <a:endParaRPr lang="zh-CN" altLang="en-US" sz="1200" b="0" i="1" u="sng" kern="1200" dirty="0">
                        <a:solidFill>
                          <a:schemeClr val="bg1"/>
                        </a:solidFill>
                        <a:latin typeface="+mn-lt"/>
                        <a:ea typeface="+mn-ea"/>
                        <a:cs typeface="+mn-cs"/>
                      </a:endParaRPr>
                    </a:p>
                  </a:txBody>
                  <a:tcPr/>
                </a:tc>
                <a:tc hMerge="1">
                  <a:txBody>
                    <a:bodyPr/>
                    <a:lstStyle/>
                    <a:p>
                      <a:endParaRPr lang="zh-CN" altLang="en-US"/>
                    </a:p>
                  </a:txBody>
                  <a:tcPr/>
                </a:tc>
                <a:extLst>
                  <a:ext uri="{0D108BD9-81ED-4DB2-BD59-A6C34878D82A}">
                    <a16:rowId xmlns:a16="http://schemas.microsoft.com/office/drawing/2014/main" val="465305199"/>
                  </a:ext>
                </a:extLst>
              </a:tr>
              <a:tr h="470818">
                <a:tc gridSpan="2">
                  <a:txBody>
                    <a:bodyPr/>
                    <a:lstStyle/>
                    <a:p>
                      <a:r>
                        <a:rPr lang="zh-CN" altLang="en-US" sz="1400" i="0" kern="1200" dirty="0">
                          <a:solidFill>
                            <a:schemeClr val="dk1"/>
                          </a:solidFill>
                          <a:latin typeface="+mn-lt"/>
                          <a:ea typeface="+mn-ea"/>
                          <a:cs typeface="+mn-cs"/>
                        </a:rPr>
                        <a:t>选题岗位</a:t>
                      </a:r>
                      <a:r>
                        <a:rPr lang="zh-CN" altLang="en-US" sz="1200" i="1" kern="1200" dirty="0">
                          <a:solidFill>
                            <a:schemeClr val="dk1"/>
                          </a:solidFill>
                          <a:latin typeface="+mn-lt"/>
                          <a:ea typeface="+mn-ea"/>
                          <a:cs typeface="+mn-cs"/>
                        </a:rPr>
                        <a:t>：</a:t>
                      </a:r>
                      <a:endParaRPr lang="zh-CN" altLang="en-US" sz="1200" i="1" u="sng" kern="1200" dirty="0">
                        <a:solidFill>
                          <a:schemeClr val="dk1"/>
                        </a:solidFill>
                        <a:latin typeface="+mn-lt"/>
                        <a:ea typeface="+mn-ea"/>
                        <a:cs typeface="+mn-cs"/>
                      </a:endParaRPr>
                    </a:p>
                  </a:txBody>
                  <a:tcPr/>
                </a:tc>
                <a:tc hMerge="1">
                  <a:txBody>
                    <a:bodyPr/>
                    <a:lstStyle/>
                    <a:p>
                      <a:endParaRPr lang="zh-CN" altLang="en-US" dirty="0"/>
                    </a:p>
                  </a:txBody>
                  <a:tcPr/>
                </a:tc>
                <a:extLst>
                  <a:ext uri="{0D108BD9-81ED-4DB2-BD59-A6C34878D82A}">
                    <a16:rowId xmlns:a16="http://schemas.microsoft.com/office/drawing/2014/main" val="4150168258"/>
                  </a:ext>
                </a:extLst>
              </a:tr>
              <a:tr h="579388">
                <a:tc>
                  <a:txBody>
                    <a:bodyPr/>
                    <a:lstStyle/>
                    <a:p>
                      <a:r>
                        <a:rPr lang="zh-CN" altLang="en-US" sz="1400" dirty="0"/>
                        <a:t>任务</a:t>
                      </a:r>
                      <a:r>
                        <a:rPr lang="en-US" altLang="zh-CN" sz="1400" dirty="0"/>
                        <a:t>/</a:t>
                      </a:r>
                      <a:r>
                        <a:rPr lang="zh-CN" altLang="en-US" sz="1400" dirty="0"/>
                        <a:t>场景</a:t>
                      </a:r>
                    </a:p>
                  </a:txBody>
                  <a:tcPr/>
                </a:tc>
                <a:tc>
                  <a:txBody>
                    <a:bodyPr/>
                    <a:lstStyle/>
                    <a:p>
                      <a:endParaRPr lang="zh-CN" altLang="en-US" sz="1100" i="1" dirty="0"/>
                    </a:p>
                  </a:txBody>
                  <a:tcPr/>
                </a:tc>
                <a:extLst>
                  <a:ext uri="{0D108BD9-81ED-4DB2-BD59-A6C34878D82A}">
                    <a16:rowId xmlns:a16="http://schemas.microsoft.com/office/drawing/2014/main" val="2981665670"/>
                  </a:ext>
                </a:extLst>
              </a:tr>
              <a:tr h="576162">
                <a:tc>
                  <a:txBody>
                    <a:bodyPr/>
                    <a:lstStyle/>
                    <a:p>
                      <a:r>
                        <a:rPr lang="zh-CN" altLang="en-US" sz="1400" dirty="0"/>
                        <a:t>现状值</a:t>
                      </a:r>
                    </a:p>
                  </a:txBody>
                  <a:tcPr/>
                </a:tc>
                <a:tc>
                  <a:txBody>
                    <a:bodyPr/>
                    <a:lstStyle/>
                    <a:p>
                      <a:endParaRPr lang="zh-CN" altLang="en-US" sz="1100" i="1" dirty="0"/>
                    </a:p>
                  </a:txBody>
                  <a:tcPr/>
                </a:tc>
                <a:extLst>
                  <a:ext uri="{0D108BD9-81ED-4DB2-BD59-A6C34878D82A}">
                    <a16:rowId xmlns:a16="http://schemas.microsoft.com/office/drawing/2014/main" val="2649978838"/>
                  </a:ext>
                </a:extLst>
              </a:tr>
              <a:tr h="637433">
                <a:tc>
                  <a:txBody>
                    <a:bodyPr/>
                    <a:lstStyle/>
                    <a:p>
                      <a:r>
                        <a:rPr lang="zh-CN" altLang="en-US" sz="1400" dirty="0"/>
                        <a:t>期望值</a:t>
                      </a:r>
                    </a:p>
                  </a:txBody>
                  <a:tcPr/>
                </a:tc>
                <a:tc>
                  <a:txBody>
                    <a:bodyPr/>
                    <a:lstStyle/>
                    <a:p>
                      <a:endParaRPr lang="zh-CN" altLang="en-US" sz="1100" i="1" dirty="0"/>
                    </a:p>
                  </a:txBody>
                  <a:tcPr/>
                </a:tc>
                <a:extLst>
                  <a:ext uri="{0D108BD9-81ED-4DB2-BD59-A6C34878D82A}">
                    <a16:rowId xmlns:a16="http://schemas.microsoft.com/office/drawing/2014/main" val="3429151115"/>
                  </a:ext>
                </a:extLst>
              </a:tr>
              <a:tr h="928738">
                <a:tc>
                  <a:txBody>
                    <a:bodyPr/>
                    <a:lstStyle/>
                    <a:p>
                      <a:r>
                        <a:rPr lang="zh-CN" altLang="en-US" sz="1400" dirty="0"/>
                        <a:t>选题描述</a:t>
                      </a:r>
                      <a:endParaRPr lang="en-US" altLang="zh-CN" sz="1400" dirty="0"/>
                    </a:p>
                    <a:p>
                      <a:r>
                        <a:rPr lang="zh-CN" altLang="en-US" sz="1400" dirty="0"/>
                        <a:t>（用一句话对以上信息进行描述）</a:t>
                      </a:r>
                    </a:p>
                  </a:txBody>
                  <a:tcPr/>
                </a:tc>
                <a:tc>
                  <a:txBody>
                    <a:bodyPr/>
                    <a:lstStyle/>
                    <a:p>
                      <a:endParaRPr lang="zh-CN" altLang="en-US" sz="1100" i="1" dirty="0"/>
                    </a:p>
                  </a:txBody>
                  <a:tcPr/>
                </a:tc>
                <a:extLst>
                  <a:ext uri="{0D108BD9-81ED-4DB2-BD59-A6C34878D82A}">
                    <a16:rowId xmlns:a16="http://schemas.microsoft.com/office/drawing/2014/main" val="1357170903"/>
                  </a:ext>
                </a:extLst>
              </a:tr>
              <a:tr h="1025482">
                <a:tc>
                  <a:txBody>
                    <a:bodyPr/>
                    <a:lstStyle/>
                    <a:p>
                      <a:r>
                        <a:rPr lang="zh-CN" altLang="en-US" sz="1400" dirty="0"/>
                        <a:t>核心词定义</a:t>
                      </a:r>
                      <a:endParaRPr lang="en-US" altLang="zh-CN" sz="1400" dirty="0"/>
                    </a:p>
                    <a:p>
                      <a:pPr lvl="0"/>
                      <a:r>
                        <a:rPr lang="en-US" altLang="zh-CN" sz="1100" b="0" kern="1200" dirty="0">
                          <a:solidFill>
                            <a:schemeClr val="dk1"/>
                          </a:solidFill>
                          <a:effectLst/>
                          <a:latin typeface="+mn-lt"/>
                          <a:ea typeface="+mn-ea"/>
                          <a:cs typeface="+mn-cs"/>
                        </a:rPr>
                        <a:t>1.</a:t>
                      </a:r>
                      <a:r>
                        <a:rPr lang="zh-CN" altLang="zh-CN" sz="1100" b="0" kern="1200" dirty="0">
                          <a:solidFill>
                            <a:schemeClr val="dk1"/>
                          </a:solidFill>
                          <a:effectLst/>
                          <a:latin typeface="+mn-lt"/>
                          <a:ea typeface="+mn-ea"/>
                          <a:cs typeface="+mn-cs"/>
                        </a:rPr>
                        <a:t>具体的核心词是什么</a:t>
                      </a:r>
                    </a:p>
                    <a:p>
                      <a:r>
                        <a:rPr lang="en-US" altLang="zh-CN" sz="1100" b="0" kern="1200" dirty="0">
                          <a:solidFill>
                            <a:schemeClr val="dk1"/>
                          </a:solidFill>
                          <a:effectLst/>
                          <a:latin typeface="+mn-lt"/>
                          <a:ea typeface="+mn-ea"/>
                          <a:cs typeface="+mn-cs"/>
                        </a:rPr>
                        <a:t>2.</a:t>
                      </a:r>
                      <a:r>
                        <a:rPr lang="zh-CN" altLang="zh-CN" sz="1100" b="0" kern="1200" dirty="0">
                          <a:solidFill>
                            <a:schemeClr val="dk1"/>
                          </a:solidFill>
                          <a:effectLst/>
                          <a:latin typeface="+mn-lt"/>
                          <a:ea typeface="+mn-ea"/>
                          <a:cs typeface="+mn-cs"/>
                        </a:rPr>
                        <a:t>若是数据，需给出相应的计算公式</a:t>
                      </a:r>
                      <a:endParaRPr lang="zh-CN" altLang="en-US" sz="1000" b="0" dirty="0"/>
                    </a:p>
                  </a:txBody>
                  <a:tcPr/>
                </a:tc>
                <a:tc>
                  <a:txBody>
                    <a:bodyPr/>
                    <a:lstStyle/>
                    <a:p>
                      <a:endParaRPr lang="zh-CN" altLang="en-US" sz="1100" i="1" dirty="0"/>
                    </a:p>
                  </a:txBody>
                  <a:tcPr/>
                </a:tc>
                <a:extLst>
                  <a:ext uri="{0D108BD9-81ED-4DB2-BD59-A6C34878D82A}">
                    <a16:rowId xmlns:a16="http://schemas.microsoft.com/office/drawing/2014/main" val="3701221110"/>
                  </a:ext>
                </a:extLst>
              </a:tr>
            </a:tbl>
          </a:graphicData>
        </a:graphic>
      </p:graphicFrame>
    </p:spTree>
    <p:extLst>
      <p:ext uri="{BB962C8B-B14F-4D97-AF65-F5344CB8AC3E}">
        <p14:creationId xmlns:p14="http://schemas.microsoft.com/office/powerpoint/2010/main" val="2768913965"/>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BC4527-3942-D325-30F7-26E31648D4D5}"/>
              </a:ext>
            </a:extLst>
          </p:cNvPr>
          <p:cNvSpPr>
            <a:spLocks noGrp="1"/>
          </p:cNvSpPr>
          <p:nvPr>
            <p:ph type="title"/>
          </p:nvPr>
        </p:nvSpPr>
        <p:spPr/>
        <p:txBody>
          <a:bodyPr/>
          <a:lstStyle/>
          <a:p>
            <a:r>
              <a:rPr lang="zh-CN" altLang="en-US" dirty="0"/>
              <a:t>选题练习中的解释说明</a:t>
            </a:r>
          </a:p>
        </p:txBody>
      </p:sp>
      <p:sp>
        <p:nvSpPr>
          <p:cNvPr id="3" name="内容占位符 2">
            <a:extLst>
              <a:ext uri="{FF2B5EF4-FFF2-40B4-BE49-F238E27FC236}">
                <a16:creationId xmlns:a16="http://schemas.microsoft.com/office/drawing/2014/main" id="{9D6E340A-C5DA-DBDF-62EC-0123B39377EC}"/>
              </a:ext>
            </a:extLst>
          </p:cNvPr>
          <p:cNvSpPr>
            <a:spLocks noGrp="1"/>
          </p:cNvSpPr>
          <p:nvPr>
            <p:ph idx="1"/>
          </p:nvPr>
        </p:nvSpPr>
        <p:spPr/>
        <p:txBody>
          <a:bodyPr/>
          <a:lstStyle/>
          <a:p>
            <a:pPr marL="342900" indent="-342900">
              <a:buFont typeface="Wingdings" panose="05000000000000000000" pitchFamily="2" charset="2"/>
              <a:buChar char="p"/>
            </a:pPr>
            <a:r>
              <a:rPr lang="zh-CN" altLang="en-US" sz="1600" dirty="0"/>
              <a:t>每一个选题任务中核心词都很重要，如果没有描述清楚，就有可能产生歧义或让人不易理解。要确保大家对定义的理解一致，达成共识</a:t>
            </a:r>
            <a:endParaRPr lang="en-US" altLang="zh-CN" sz="1600" dirty="0"/>
          </a:p>
          <a:p>
            <a:pPr marL="342900" indent="-342900">
              <a:buFont typeface="Wingdings" panose="05000000000000000000" pitchFamily="2" charset="2"/>
              <a:buChar char="p"/>
            </a:pPr>
            <a:r>
              <a:rPr lang="zh-CN" altLang="en-US" sz="1600" dirty="0"/>
              <a:t>每一个选题任务往往要带着一些数值的，从多少提高到多少、减少多少等。简单说这些数值可以包括“多、快、好、省”四个维度，但不一定要全面覆盖。</a:t>
            </a:r>
            <a:endParaRPr lang="en-US" altLang="zh-CN" sz="1600" dirty="0"/>
          </a:p>
          <a:p>
            <a:pPr marL="342900" indent="-342900">
              <a:buFont typeface="Wingdings" panose="05000000000000000000" pitchFamily="2" charset="2"/>
              <a:buChar char="p"/>
            </a:pPr>
            <a:r>
              <a:rPr lang="zh-CN" altLang="en-US" sz="1600" dirty="0"/>
              <a:t>最终形成的课题任务应该是：</a:t>
            </a:r>
            <a:endParaRPr lang="en-US" altLang="zh-CN" sz="1600" dirty="0"/>
          </a:p>
          <a:p>
            <a:r>
              <a:rPr lang="en-US" altLang="zh-CN" sz="1600" dirty="0"/>
              <a:t>     </a:t>
            </a:r>
            <a:r>
              <a:rPr lang="zh-CN" altLang="en-US" sz="1400" i="1" dirty="0"/>
              <a:t>将</a:t>
            </a:r>
            <a:r>
              <a:rPr lang="en-US" altLang="zh-CN" sz="1400" i="1" dirty="0"/>
              <a:t>…</a:t>
            </a:r>
            <a:r>
              <a:rPr lang="zh-CN" altLang="en-US" sz="1400" i="1" dirty="0"/>
              <a:t>的准确率从</a:t>
            </a:r>
            <a:r>
              <a:rPr lang="en-US" altLang="zh-CN" sz="1400" i="1" dirty="0"/>
              <a:t>*%</a:t>
            </a:r>
            <a:r>
              <a:rPr lang="zh-CN" altLang="en-US" sz="1400" i="1" dirty="0"/>
              <a:t>提高到</a:t>
            </a:r>
            <a:r>
              <a:rPr lang="en-US" altLang="zh-CN" sz="1400" i="1" dirty="0"/>
              <a:t>*%</a:t>
            </a:r>
          </a:p>
          <a:p>
            <a:r>
              <a:rPr lang="en-US" altLang="zh-CN" sz="1400" i="1" dirty="0"/>
              <a:t>     </a:t>
            </a:r>
            <a:r>
              <a:rPr lang="zh-CN" altLang="en-US" sz="1400" i="1" dirty="0"/>
              <a:t>将产能从</a:t>
            </a:r>
            <a:r>
              <a:rPr lang="en-US" altLang="zh-CN" sz="1400" i="1" dirty="0"/>
              <a:t>*</a:t>
            </a:r>
            <a:r>
              <a:rPr lang="zh-CN" altLang="en-US" sz="1400" i="1" dirty="0"/>
              <a:t>只</a:t>
            </a:r>
            <a:r>
              <a:rPr lang="en-US" altLang="zh-CN" sz="1400" i="1" dirty="0"/>
              <a:t>/</a:t>
            </a:r>
            <a:r>
              <a:rPr lang="zh-CN" altLang="en-US" sz="1400" i="1" dirty="0"/>
              <a:t>小时提高到</a:t>
            </a:r>
            <a:r>
              <a:rPr lang="en-US" altLang="zh-CN" sz="1400" i="1" dirty="0"/>
              <a:t>*</a:t>
            </a:r>
            <a:r>
              <a:rPr lang="zh-CN" altLang="en-US" sz="1400" i="1" dirty="0"/>
              <a:t>只</a:t>
            </a:r>
            <a:r>
              <a:rPr lang="en-US" altLang="zh-CN" sz="1400" i="1" dirty="0"/>
              <a:t>/</a:t>
            </a:r>
            <a:r>
              <a:rPr lang="zh-CN" altLang="en-US" sz="1400" i="1" dirty="0"/>
              <a:t>小时</a:t>
            </a:r>
            <a:endParaRPr lang="en-US" altLang="zh-CN" sz="1400" i="1" dirty="0"/>
          </a:p>
          <a:p>
            <a:r>
              <a:rPr lang="en-US" altLang="zh-CN" sz="1400" i="1" dirty="0"/>
              <a:t>     …</a:t>
            </a:r>
            <a:endParaRPr lang="zh-CN" altLang="en-US" sz="1400" i="1" dirty="0"/>
          </a:p>
        </p:txBody>
      </p:sp>
      <p:sp>
        <p:nvSpPr>
          <p:cNvPr id="4" name="页脚占位符 3">
            <a:extLst>
              <a:ext uri="{FF2B5EF4-FFF2-40B4-BE49-F238E27FC236}">
                <a16:creationId xmlns:a16="http://schemas.microsoft.com/office/drawing/2014/main" id="{FD577300-1856-4DF5-17CE-90DE6DDCA334}"/>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7EF5F3A4-425C-2C7E-82F6-AD45E58ECA7A}"/>
              </a:ext>
            </a:extLst>
          </p:cNvPr>
          <p:cNvSpPr>
            <a:spLocks noGrp="1"/>
          </p:cNvSpPr>
          <p:nvPr>
            <p:ph type="sldNum" sz="quarter" idx="11"/>
          </p:nvPr>
        </p:nvSpPr>
        <p:spPr/>
        <p:txBody>
          <a:bodyPr/>
          <a:lstStyle/>
          <a:p>
            <a:pPr>
              <a:defRPr/>
            </a:pPr>
            <a:fld id="{504E9415-CE62-41B1-A98C-C68172D739F2}" type="slidenum">
              <a:rPr lang="de-DE" altLang="zh-CN" smtClean="0"/>
              <a:pPr>
                <a:defRPr/>
              </a:pPr>
              <a:t>31</a:t>
            </a:fld>
            <a:endParaRPr lang="de-DE" altLang="zh-CN"/>
          </a:p>
        </p:txBody>
      </p:sp>
    </p:spTree>
    <p:extLst>
      <p:ext uri="{BB962C8B-B14F-4D97-AF65-F5344CB8AC3E}">
        <p14:creationId xmlns:p14="http://schemas.microsoft.com/office/powerpoint/2010/main" val="4128024793"/>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占位符 1">
            <a:extLst>
              <a:ext uri="{FF2B5EF4-FFF2-40B4-BE49-F238E27FC236}">
                <a16:creationId xmlns:a16="http://schemas.microsoft.com/office/drawing/2014/main" id="{1CED4F38-C5AC-4EDD-B398-5B5768423785}"/>
              </a:ext>
            </a:extLst>
          </p:cNvPr>
          <p:cNvSpPr>
            <a:spLocks noGrp="1" noChangeArrowheads="1"/>
          </p:cNvSpPr>
          <p:nvPr>
            <p:ph type="body" sz="quarter" idx="12"/>
          </p:nvPr>
        </p:nvSpPr>
        <p:spPr>
          <a:xfrm>
            <a:off x="4386263" y="2211388"/>
            <a:ext cx="3822700" cy="430212"/>
          </a:xfrm>
        </p:spPr>
        <p:txBody>
          <a:bodyPr/>
          <a:lstStyle/>
          <a:p>
            <a:r>
              <a:rPr lang="zh-CN" altLang="en-US" sz="1800" b="1" dirty="0">
                <a:solidFill>
                  <a:srgbClr val="404040"/>
                </a:solidFill>
                <a:latin typeface="微软雅黑" panose="020B0503020204020204" pitchFamily="34" charset="-122"/>
                <a:ea typeface="Lantinghei SC Demibold"/>
                <a:cs typeface="Lantinghei SC Demibold"/>
              </a:rPr>
              <a:t>步骤二：分解问题</a:t>
            </a:r>
            <a:endParaRPr sz="1800" b="1" dirty="0">
              <a:solidFill>
                <a:srgbClr val="404040"/>
              </a:solidFill>
              <a:latin typeface="微软雅黑" panose="020B0503020204020204" pitchFamily="34" charset="-122"/>
              <a:ea typeface="Lantinghei SC Demibold"/>
              <a:cs typeface="Lantinghei SC Demibold"/>
            </a:endParaRPr>
          </a:p>
        </p:txBody>
      </p:sp>
      <p:sp>
        <p:nvSpPr>
          <p:cNvPr id="43011" name="页脚占位符 2">
            <a:extLst>
              <a:ext uri="{FF2B5EF4-FFF2-40B4-BE49-F238E27FC236}">
                <a16:creationId xmlns:a16="http://schemas.microsoft.com/office/drawing/2014/main" id="{B3204830-ADAB-4328-941F-B5FB99E9E1FD}"/>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43012" name="灯片编号占位符 3">
            <a:extLst>
              <a:ext uri="{FF2B5EF4-FFF2-40B4-BE49-F238E27FC236}">
                <a16:creationId xmlns:a16="http://schemas.microsoft.com/office/drawing/2014/main" id="{89B67607-314E-4F47-858F-0E0C2A3C35B9}"/>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F770440-247C-4487-8404-AFC88D98029B}" type="slidenum">
              <a:rPr lang="de-DE" altLang="zh-CN" smtClean="0"/>
              <a:pPr/>
              <a:t>32</a:t>
            </a:fld>
            <a:endParaRPr lang="de-DE" altLang="zh-CN"/>
          </a:p>
        </p:txBody>
      </p:sp>
    </p:spTree>
    <p:extLst>
      <p:ext uri="{BB962C8B-B14F-4D97-AF65-F5344CB8AC3E}">
        <p14:creationId xmlns:p14="http://schemas.microsoft.com/office/powerpoint/2010/main" val="3713220209"/>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F074714-B8AD-4C5E-9889-C9E631E43676}"/>
              </a:ext>
            </a:extLst>
          </p:cNvPr>
          <p:cNvSpPr>
            <a:spLocks noGrp="1"/>
          </p:cNvSpPr>
          <p:nvPr/>
        </p:nvSpPr>
        <p:spPr>
          <a:xfrm>
            <a:off x="723900" y="542925"/>
            <a:ext cx="10668000" cy="495300"/>
          </a:xfrm>
          <a:prstGeom prst="rect">
            <a:avLst/>
          </a:prstGeom>
          <a:noFill/>
          <a:ln w="0">
            <a:noFill/>
            <a:prstDash val="solid"/>
          </a:ln>
        </p:spPr>
        <p:txBody>
          <a:bodyPr anchor="ctr"/>
          <a:lstStyle/>
          <a:p>
            <a:pPr algn="l">
              <a:defRPr sz="2700" b="1">
                <a:solidFill>
                  <a:srgbClr val="10233F"/>
                </a:solidFill>
              </a:defRPr>
            </a:pPr>
            <a:r>
              <a:rPr sz="2700" b="1" dirty="0" err="1">
                <a:solidFill>
                  <a:srgbClr val="10233F"/>
                </a:solidFill>
                <a:latin typeface="微软雅黑" panose="020B0503020204020204" pitchFamily="34" charset="-122"/>
                <a:ea typeface="微软雅黑" panose="020B0503020204020204" pitchFamily="34" charset="-122"/>
              </a:rPr>
              <a:t>事实浮在水面</a:t>
            </a:r>
            <a:r>
              <a:rPr sz="2700" b="1" dirty="0">
                <a:solidFill>
                  <a:srgbClr val="10233F"/>
                </a:solidFill>
                <a:latin typeface="微软雅黑" panose="020B0503020204020204" pitchFamily="34" charset="-122"/>
                <a:ea typeface="微软雅黑" panose="020B0503020204020204" pitchFamily="34" charset="-122"/>
              </a:rPr>
              <a:t>，</a:t>
            </a:r>
            <a:r>
              <a:rPr lang="zh-CN" altLang="en-US" sz="2700" b="1" dirty="0">
                <a:solidFill>
                  <a:srgbClr val="10233F"/>
                </a:solidFill>
                <a:latin typeface="微软雅黑" panose="020B0503020204020204" pitchFamily="34" charset="-122"/>
                <a:ea typeface="微软雅黑" panose="020B0503020204020204" pitchFamily="34" charset="-122"/>
              </a:rPr>
              <a:t>更多的问题与原因是藏在水下的</a:t>
            </a:r>
            <a:endParaRPr sz="2700" b="1" dirty="0">
              <a:solidFill>
                <a:srgbClr val="10233F"/>
              </a:solidFill>
              <a:latin typeface="微软雅黑" panose="020B0503020204020204" pitchFamily="34" charset="-122"/>
              <a:ea typeface="微软雅黑" panose="020B0503020204020204" pitchFamily="34" charset="-122"/>
            </a:endParaRPr>
          </a:p>
        </p:txBody>
      </p:sp>
      <p:sp>
        <p:nvSpPr>
          <p:cNvPr id="5" name="subtitle">
            <a:extLst>
              <a:ext uri="{FF2B5EF4-FFF2-40B4-BE49-F238E27FC236}">
                <a16:creationId xmlns:a16="http://schemas.microsoft.com/office/drawing/2014/main" id="{A66D19D3-4A24-4C5E-9744-661F83D09194}"/>
              </a:ext>
            </a:extLst>
          </p:cNvPr>
          <p:cNvSpPr>
            <a:spLocks noGrp="1"/>
          </p:cNvSpPr>
          <p:nvPr/>
        </p:nvSpPr>
        <p:spPr>
          <a:xfrm>
            <a:off x="723900" y="1228725"/>
            <a:ext cx="10572750" cy="323850"/>
          </a:xfrm>
          <a:prstGeom prst="rect">
            <a:avLst/>
          </a:prstGeom>
          <a:noFill/>
          <a:ln w="0">
            <a:noFill/>
            <a:prstDash val="solid"/>
          </a:ln>
        </p:spPr>
        <p:txBody>
          <a:bodyPr anchor="ctr"/>
          <a:lstStyle/>
          <a:p>
            <a:pPr algn="l">
              <a:defRPr sz="1350" b="0">
                <a:solidFill>
                  <a:srgbClr val="52647A"/>
                </a:solidFill>
              </a:defRPr>
            </a:pPr>
            <a:r>
              <a:rPr sz="1350" b="0">
                <a:solidFill>
                  <a:srgbClr val="52647A"/>
                </a:solidFill>
                <a:latin typeface="微软雅黑" panose="020B0503020204020204" pitchFamily="34" charset="-122"/>
                <a:ea typeface="微软雅黑" panose="020B0503020204020204" pitchFamily="34" charset="-122"/>
              </a:rPr>
              <a:t>分析的第一步，不是马上找原因，而是把“看到的”与“想到的”分开。</a:t>
            </a:r>
          </a:p>
        </p:txBody>
      </p:sp>
      <p:sp>
        <p:nvSpPr>
          <p:cNvPr id="7" name="left-head">
            <a:extLst>
              <a:ext uri="{FF2B5EF4-FFF2-40B4-BE49-F238E27FC236}">
                <a16:creationId xmlns:a16="http://schemas.microsoft.com/office/drawing/2014/main" id="{3F695732-E6E4-4897-AA1B-5AB89ECFEF38}"/>
              </a:ext>
            </a:extLst>
          </p:cNvPr>
          <p:cNvSpPr>
            <a:spLocks noGrp="1"/>
          </p:cNvSpPr>
          <p:nvPr/>
        </p:nvSpPr>
        <p:spPr>
          <a:xfrm>
            <a:off x="723900" y="1905000"/>
            <a:ext cx="3714750" cy="342900"/>
          </a:xfrm>
          <a:prstGeom prst="rect">
            <a:avLst/>
          </a:prstGeom>
          <a:noFill/>
          <a:ln w="0">
            <a:noFill/>
            <a:prstDash val="solid"/>
          </a:ln>
        </p:spPr>
        <p:txBody>
          <a:bodyPr anchor="ctr"/>
          <a:lstStyle/>
          <a:p>
            <a:pPr algn="l">
              <a:defRPr sz="1725" b="1">
                <a:solidFill>
                  <a:srgbClr val="10233F"/>
                </a:solidFill>
              </a:defRPr>
            </a:pPr>
            <a:r>
              <a:rPr sz="1725" b="1">
                <a:solidFill>
                  <a:srgbClr val="10233F"/>
                </a:solidFill>
                <a:latin typeface="微软雅黑" panose="020B0503020204020204" pitchFamily="34" charset="-122"/>
                <a:ea typeface="微软雅黑" panose="020B0503020204020204" pitchFamily="34" charset="-122"/>
              </a:rPr>
              <a:t>三类信息，三种处理方式</a:t>
            </a:r>
          </a:p>
        </p:txBody>
      </p:sp>
      <p:sp>
        <p:nvSpPr>
          <p:cNvPr id="8" name="fact-accent">
            <a:extLst>
              <a:ext uri="{FF2B5EF4-FFF2-40B4-BE49-F238E27FC236}">
                <a16:creationId xmlns:a16="http://schemas.microsoft.com/office/drawing/2014/main" id="{5A695473-54FB-4C73-963D-B0F41B925CCC}"/>
              </a:ext>
            </a:extLst>
          </p:cNvPr>
          <p:cNvSpPr>
            <a:spLocks noGrp="1"/>
          </p:cNvSpPr>
          <p:nvPr/>
        </p:nvSpPr>
        <p:spPr>
          <a:xfrm>
            <a:off x="723900" y="2400300"/>
            <a:ext cx="57150" cy="742950"/>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fact-label">
            <a:extLst>
              <a:ext uri="{FF2B5EF4-FFF2-40B4-BE49-F238E27FC236}">
                <a16:creationId xmlns:a16="http://schemas.microsoft.com/office/drawing/2014/main" id="{9EC4BA23-480E-407B-AAEC-E4F4FB2F2A8D}"/>
              </a:ext>
            </a:extLst>
          </p:cNvPr>
          <p:cNvSpPr>
            <a:spLocks noGrp="1"/>
          </p:cNvSpPr>
          <p:nvPr/>
        </p:nvSpPr>
        <p:spPr>
          <a:xfrm>
            <a:off x="914400" y="2343150"/>
            <a:ext cx="3314700" cy="285750"/>
          </a:xfrm>
          <a:prstGeom prst="rect">
            <a:avLst/>
          </a:prstGeom>
          <a:noFill/>
          <a:ln w="0">
            <a:noFill/>
            <a:prstDash val="solid"/>
          </a:ln>
        </p:spPr>
        <p:txBody>
          <a:bodyPr anchor="ctr"/>
          <a:lstStyle/>
          <a:p>
            <a:pPr algn="l">
              <a:defRPr sz="1425" b="1">
                <a:solidFill>
                  <a:srgbClr val="0D3765"/>
                </a:solidFill>
              </a:defRPr>
            </a:pPr>
            <a:r>
              <a:rPr sz="1425" b="1">
                <a:solidFill>
                  <a:srgbClr val="0D3765"/>
                </a:solidFill>
                <a:latin typeface="微软雅黑" panose="020B0503020204020204" pitchFamily="34" charset="-122"/>
                <a:ea typeface="微软雅黑" panose="020B0503020204020204" pitchFamily="34" charset="-122"/>
              </a:rPr>
              <a:t>事实｜我看到了什么？</a:t>
            </a:r>
          </a:p>
        </p:txBody>
      </p:sp>
      <p:sp>
        <p:nvSpPr>
          <p:cNvPr id="10" name="fact-copy">
            <a:extLst>
              <a:ext uri="{FF2B5EF4-FFF2-40B4-BE49-F238E27FC236}">
                <a16:creationId xmlns:a16="http://schemas.microsoft.com/office/drawing/2014/main" id="{F5243A23-18DB-4124-981A-E21A96658224}"/>
              </a:ext>
            </a:extLst>
          </p:cNvPr>
          <p:cNvSpPr>
            <a:spLocks noGrp="1"/>
          </p:cNvSpPr>
          <p:nvPr/>
        </p:nvSpPr>
        <p:spPr>
          <a:xfrm>
            <a:off x="914400" y="2657475"/>
            <a:ext cx="3333750" cy="514350"/>
          </a:xfrm>
          <a:prstGeom prst="rect">
            <a:avLst/>
          </a:prstGeom>
          <a:noFill/>
          <a:ln w="0">
            <a:noFill/>
            <a:prstDash val="solid"/>
          </a:ln>
        </p:spPr>
        <p:txBody>
          <a:bodyPr anchor="ctr"/>
          <a:lstStyle/>
          <a:p>
            <a:pPr algn="l">
              <a:defRPr sz="1200" b="0">
                <a:solidFill>
                  <a:srgbClr val="52647A"/>
                </a:solidFill>
              </a:defRPr>
            </a:pPr>
            <a:r>
              <a:rPr sz="1200" b="0" dirty="0" err="1">
                <a:solidFill>
                  <a:srgbClr val="52647A"/>
                </a:solidFill>
                <a:latin typeface="微软雅黑" panose="020B0503020204020204" pitchFamily="34" charset="-122"/>
                <a:ea typeface="微软雅黑" panose="020B0503020204020204" pitchFamily="34" charset="-122"/>
              </a:rPr>
              <a:t>可观察、可记录、可由证据验证</a:t>
            </a:r>
            <a:r>
              <a:rPr sz="1200" b="0" dirty="0">
                <a:solidFill>
                  <a:srgbClr val="52647A"/>
                </a:solidFill>
                <a:latin typeface="微软雅黑" panose="020B0503020204020204" pitchFamily="34" charset="-122"/>
                <a:ea typeface="微软雅黑" panose="020B0503020204020204" pitchFamily="34" charset="-122"/>
              </a:rPr>
              <a:t>。</a:t>
            </a:r>
          </a:p>
        </p:txBody>
      </p:sp>
      <p:sp>
        <p:nvSpPr>
          <p:cNvPr id="11" name="interpret-accent">
            <a:extLst>
              <a:ext uri="{FF2B5EF4-FFF2-40B4-BE49-F238E27FC236}">
                <a16:creationId xmlns:a16="http://schemas.microsoft.com/office/drawing/2014/main" id="{067966AE-2F85-433D-8A5C-F73681725008}"/>
              </a:ext>
            </a:extLst>
          </p:cNvPr>
          <p:cNvSpPr>
            <a:spLocks noGrp="1"/>
          </p:cNvSpPr>
          <p:nvPr/>
        </p:nvSpPr>
        <p:spPr>
          <a:xfrm>
            <a:off x="723900" y="3371850"/>
            <a:ext cx="57150" cy="742950"/>
          </a:xfrm>
          <a:prstGeom prst="rect">
            <a:avLst/>
          </a:prstGeom>
          <a:solidFill>
            <a:srgbClr val="D68A00"/>
          </a:solidFill>
          <a:ln w="0">
            <a:solidFill>
              <a:srgbClr val="D68A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interpret-label">
            <a:extLst>
              <a:ext uri="{FF2B5EF4-FFF2-40B4-BE49-F238E27FC236}">
                <a16:creationId xmlns:a16="http://schemas.microsoft.com/office/drawing/2014/main" id="{6C0DC2B0-2800-4B62-B8FA-43D969B4E61E}"/>
              </a:ext>
            </a:extLst>
          </p:cNvPr>
          <p:cNvSpPr>
            <a:spLocks noGrp="1"/>
          </p:cNvSpPr>
          <p:nvPr/>
        </p:nvSpPr>
        <p:spPr>
          <a:xfrm>
            <a:off x="914400" y="3314700"/>
            <a:ext cx="3314700" cy="285750"/>
          </a:xfrm>
          <a:prstGeom prst="rect">
            <a:avLst/>
          </a:prstGeom>
          <a:noFill/>
          <a:ln w="0">
            <a:noFill/>
            <a:prstDash val="solid"/>
          </a:ln>
        </p:spPr>
        <p:txBody>
          <a:bodyPr anchor="ctr"/>
          <a:lstStyle/>
          <a:p>
            <a:pPr algn="l">
              <a:defRPr sz="1425" b="1">
                <a:solidFill>
                  <a:srgbClr val="D68A00"/>
                </a:solidFill>
              </a:defRPr>
            </a:pPr>
            <a:r>
              <a:rPr sz="1425" b="1">
                <a:solidFill>
                  <a:srgbClr val="D68A00"/>
                </a:solidFill>
                <a:latin typeface="微软雅黑" panose="020B0503020204020204" pitchFamily="34" charset="-122"/>
                <a:ea typeface="微软雅黑" panose="020B0503020204020204" pitchFamily="34" charset="-122"/>
              </a:rPr>
              <a:t>解释｜这意味着什么？</a:t>
            </a:r>
          </a:p>
        </p:txBody>
      </p:sp>
      <p:sp>
        <p:nvSpPr>
          <p:cNvPr id="13" name="interpret-copy">
            <a:extLst>
              <a:ext uri="{FF2B5EF4-FFF2-40B4-BE49-F238E27FC236}">
                <a16:creationId xmlns:a16="http://schemas.microsoft.com/office/drawing/2014/main" id="{67BBDABE-6348-4437-A473-A38F594EE2F6}"/>
              </a:ext>
            </a:extLst>
          </p:cNvPr>
          <p:cNvSpPr>
            <a:spLocks noGrp="1"/>
          </p:cNvSpPr>
          <p:nvPr/>
        </p:nvSpPr>
        <p:spPr>
          <a:xfrm>
            <a:off x="914400" y="3629025"/>
            <a:ext cx="3333750" cy="514350"/>
          </a:xfrm>
          <a:prstGeom prst="rect">
            <a:avLst/>
          </a:prstGeom>
          <a:noFill/>
          <a:ln w="0">
            <a:noFill/>
            <a:prstDash val="solid"/>
          </a:ln>
        </p:spPr>
        <p:txBody>
          <a:bodyPr anchor="ctr"/>
          <a:lstStyle/>
          <a:p>
            <a:pPr algn="l">
              <a:defRPr sz="1200" b="0">
                <a:solidFill>
                  <a:srgbClr val="52647A"/>
                </a:solidFill>
              </a:defRPr>
            </a:pPr>
            <a:r>
              <a:rPr sz="1200" b="0" dirty="0" err="1">
                <a:solidFill>
                  <a:srgbClr val="52647A"/>
                </a:solidFill>
                <a:latin typeface="微软雅黑" panose="020B0503020204020204" pitchFamily="34" charset="-122"/>
                <a:ea typeface="微软雅黑" panose="020B0503020204020204" pitchFamily="34" charset="-122"/>
              </a:rPr>
              <a:t>对事实赋予意义或做出判断</a:t>
            </a:r>
            <a:r>
              <a:rPr sz="1200" b="0" dirty="0">
                <a:solidFill>
                  <a:srgbClr val="52647A"/>
                </a:solidFill>
                <a:latin typeface="微软雅黑" panose="020B0503020204020204" pitchFamily="34" charset="-122"/>
                <a:ea typeface="微软雅黑" panose="020B0503020204020204" pitchFamily="34" charset="-122"/>
              </a:rPr>
              <a:t>。</a:t>
            </a:r>
          </a:p>
        </p:txBody>
      </p:sp>
      <p:sp>
        <p:nvSpPr>
          <p:cNvPr id="14" name="assume-accent">
            <a:extLst>
              <a:ext uri="{FF2B5EF4-FFF2-40B4-BE49-F238E27FC236}">
                <a16:creationId xmlns:a16="http://schemas.microsoft.com/office/drawing/2014/main" id="{EF492D0C-D622-4745-B26D-CB926AF18158}"/>
              </a:ext>
            </a:extLst>
          </p:cNvPr>
          <p:cNvSpPr>
            <a:spLocks noGrp="1"/>
          </p:cNvSpPr>
          <p:nvPr/>
        </p:nvSpPr>
        <p:spPr>
          <a:xfrm>
            <a:off x="723900" y="4343400"/>
            <a:ext cx="57150" cy="933450"/>
          </a:xfrm>
          <a:prstGeom prst="rect">
            <a:avLst/>
          </a:prstGeom>
          <a:solidFill>
            <a:srgbClr val="D94E45"/>
          </a:solidFill>
          <a:ln w="0">
            <a:solidFill>
              <a:srgbClr val="D94E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assume-label">
            <a:extLst>
              <a:ext uri="{FF2B5EF4-FFF2-40B4-BE49-F238E27FC236}">
                <a16:creationId xmlns:a16="http://schemas.microsoft.com/office/drawing/2014/main" id="{659E2DA4-B205-4DF7-BED7-3EF50EA37BB7}"/>
              </a:ext>
            </a:extLst>
          </p:cNvPr>
          <p:cNvSpPr>
            <a:spLocks noGrp="1"/>
          </p:cNvSpPr>
          <p:nvPr/>
        </p:nvSpPr>
        <p:spPr>
          <a:xfrm>
            <a:off x="914400" y="4286250"/>
            <a:ext cx="3333750" cy="285750"/>
          </a:xfrm>
          <a:prstGeom prst="rect">
            <a:avLst/>
          </a:prstGeom>
          <a:noFill/>
          <a:ln w="0">
            <a:noFill/>
            <a:prstDash val="solid"/>
          </a:ln>
        </p:spPr>
        <p:txBody>
          <a:bodyPr anchor="ctr"/>
          <a:lstStyle/>
          <a:p>
            <a:pPr algn="l">
              <a:defRPr sz="1425" b="1">
                <a:solidFill>
                  <a:srgbClr val="D94E45"/>
                </a:solidFill>
              </a:defRPr>
            </a:pPr>
            <a:r>
              <a:rPr sz="1425" b="1">
                <a:solidFill>
                  <a:srgbClr val="D94E45"/>
                </a:solidFill>
                <a:latin typeface="微软雅黑" panose="020B0503020204020204" pitchFamily="34" charset="-122"/>
                <a:ea typeface="微软雅黑" panose="020B0503020204020204" pitchFamily="34" charset="-122"/>
              </a:rPr>
              <a:t>假设｜我推测发生了什么？</a:t>
            </a:r>
          </a:p>
        </p:txBody>
      </p:sp>
      <p:sp>
        <p:nvSpPr>
          <p:cNvPr id="16" name="assume-copy">
            <a:extLst>
              <a:ext uri="{FF2B5EF4-FFF2-40B4-BE49-F238E27FC236}">
                <a16:creationId xmlns:a16="http://schemas.microsoft.com/office/drawing/2014/main" id="{4DD22649-F98F-4B25-8EFF-6306B5DE010A}"/>
              </a:ext>
            </a:extLst>
          </p:cNvPr>
          <p:cNvSpPr>
            <a:spLocks noGrp="1"/>
          </p:cNvSpPr>
          <p:nvPr/>
        </p:nvSpPr>
        <p:spPr>
          <a:xfrm>
            <a:off x="914400" y="4600575"/>
            <a:ext cx="3333750" cy="609600"/>
          </a:xfrm>
          <a:prstGeom prst="rect">
            <a:avLst/>
          </a:prstGeom>
          <a:noFill/>
          <a:ln w="0">
            <a:noFill/>
            <a:prstDash val="solid"/>
          </a:ln>
        </p:spPr>
        <p:txBody>
          <a:bodyPr anchor="ctr"/>
          <a:lstStyle/>
          <a:p>
            <a:pPr algn="l">
              <a:defRPr sz="1200" b="0">
                <a:solidFill>
                  <a:srgbClr val="52647A"/>
                </a:solidFill>
              </a:defRPr>
            </a:pPr>
            <a:r>
              <a:rPr sz="1200" b="0" dirty="0" err="1">
                <a:solidFill>
                  <a:srgbClr val="52647A"/>
                </a:solidFill>
                <a:latin typeface="微软雅黑" panose="020B0503020204020204" pitchFamily="34" charset="-122"/>
                <a:ea typeface="微软雅黑" panose="020B0503020204020204" pitchFamily="34" charset="-122"/>
              </a:rPr>
              <a:t>对未知部分的暂时推测，尚未被验证</a:t>
            </a:r>
            <a:r>
              <a:rPr sz="1200" b="0" dirty="0">
                <a:solidFill>
                  <a:srgbClr val="52647A"/>
                </a:solidFill>
                <a:latin typeface="微软雅黑" panose="020B0503020204020204" pitchFamily="34" charset="-122"/>
                <a:ea typeface="微软雅黑" panose="020B0503020204020204" pitchFamily="34" charset="-122"/>
              </a:rPr>
              <a:t>。</a:t>
            </a:r>
          </a:p>
        </p:txBody>
      </p:sp>
      <p:pic>
        <p:nvPicPr>
          <p:cNvPr id="52" name="图片 51"/>
          <p:cNvPicPr>
            <a:picLocks noChangeAspect="1"/>
          </p:cNvPicPr>
          <p:nvPr/>
        </p:nvPicPr>
        <p:blipFill>
          <a:blip r:embed="rId3"/>
          <a:stretch/>
        </p:blipFill>
        <p:spPr>
          <a:xfrm>
            <a:off x="5076825" y="1809750"/>
            <a:ext cx="4000500" cy="4000500"/>
          </a:xfrm>
          <a:prstGeom prst="rect">
            <a:avLst/>
          </a:prstGeom>
        </p:spPr>
      </p:pic>
      <p:sp>
        <p:nvSpPr>
          <p:cNvPr id="18" name="waterline">
            <a:extLst>
              <a:ext uri="{FF2B5EF4-FFF2-40B4-BE49-F238E27FC236}">
                <a16:creationId xmlns:a16="http://schemas.microsoft.com/office/drawing/2014/main" id="{BF10D6E9-767F-434F-AF65-ABBCC56018CB}"/>
              </a:ext>
            </a:extLst>
          </p:cNvPr>
          <p:cNvSpPr>
            <a:spLocks noGrp="1"/>
          </p:cNvSpPr>
          <p:nvPr/>
        </p:nvSpPr>
        <p:spPr>
          <a:xfrm>
            <a:off x="4572000" y="3248025"/>
            <a:ext cx="5334000" cy="19050"/>
          </a:xfrm>
          <a:prstGeom prst="rect">
            <a:avLst/>
          </a:prstGeom>
          <a:solidFill>
            <a:srgbClr val="18A9C5"/>
          </a:solidFill>
          <a:ln w="0">
            <a:solidFill>
              <a:srgbClr val="18A9C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visible-note">
            <a:extLst>
              <a:ext uri="{FF2B5EF4-FFF2-40B4-BE49-F238E27FC236}">
                <a16:creationId xmlns:a16="http://schemas.microsoft.com/office/drawing/2014/main" id="{05C9B5AA-9862-4278-AB8B-DFE9FC9AF12A}"/>
              </a:ext>
            </a:extLst>
          </p:cNvPr>
          <p:cNvSpPr>
            <a:spLocks noGrp="1"/>
          </p:cNvSpPr>
          <p:nvPr/>
        </p:nvSpPr>
        <p:spPr>
          <a:xfrm>
            <a:off x="6496050" y="1952625"/>
            <a:ext cx="2857500" cy="285750"/>
          </a:xfrm>
          <a:prstGeom prst="rect">
            <a:avLst/>
          </a:prstGeom>
          <a:noFill/>
          <a:ln w="0">
            <a:noFill/>
            <a:prstDash val="solid"/>
          </a:ln>
        </p:spPr>
        <p:txBody>
          <a:bodyPr anchor="ctr"/>
          <a:lstStyle/>
          <a:p>
            <a:pPr algn="ctr">
              <a:defRPr sz="1275" b="1">
                <a:solidFill>
                  <a:srgbClr val="0D3765"/>
                </a:solidFill>
              </a:defRPr>
            </a:pPr>
            <a:r>
              <a:rPr sz="1275" b="1">
                <a:solidFill>
                  <a:srgbClr val="0D3765"/>
                </a:solidFill>
                <a:latin typeface="微软雅黑" panose="020B0503020204020204" pitchFamily="34" charset="-122"/>
                <a:ea typeface="微软雅黑" panose="020B0503020204020204" pitchFamily="34" charset="-122"/>
              </a:rPr>
              <a:t>水面以上｜可观察、可验证</a:t>
            </a:r>
          </a:p>
        </p:txBody>
      </p:sp>
      <p:sp>
        <p:nvSpPr>
          <p:cNvPr id="20" name="fact-on-ice">
            <a:extLst>
              <a:ext uri="{FF2B5EF4-FFF2-40B4-BE49-F238E27FC236}">
                <a16:creationId xmlns:a16="http://schemas.microsoft.com/office/drawing/2014/main" id="{5F27D57A-6645-4D27-9413-19160CABFD9E}"/>
              </a:ext>
            </a:extLst>
          </p:cNvPr>
          <p:cNvSpPr>
            <a:spLocks noGrp="1"/>
          </p:cNvSpPr>
          <p:nvPr/>
        </p:nvSpPr>
        <p:spPr>
          <a:xfrm>
            <a:off x="6515100" y="2524125"/>
            <a:ext cx="1524000" cy="400050"/>
          </a:xfrm>
          <a:prstGeom prst="rect">
            <a:avLst/>
          </a:prstGeom>
          <a:noFill/>
          <a:ln w="0">
            <a:noFill/>
            <a:prstDash val="solid"/>
          </a:ln>
        </p:spPr>
        <p:txBody>
          <a:bodyPr anchor="ctr"/>
          <a:lstStyle/>
          <a:p>
            <a:pPr algn="ctr">
              <a:defRPr sz="2025" b="1">
                <a:solidFill>
                  <a:srgbClr val="0D3765"/>
                </a:solidFill>
              </a:defRPr>
            </a:pPr>
            <a:r>
              <a:rPr sz="2025" b="1">
                <a:solidFill>
                  <a:srgbClr val="0D3765"/>
                </a:solidFill>
                <a:latin typeface="微软雅黑" panose="020B0503020204020204" pitchFamily="34" charset="-122"/>
                <a:ea typeface="微软雅黑" panose="020B0503020204020204" pitchFamily="34" charset="-122"/>
              </a:rPr>
              <a:t>事实</a:t>
            </a:r>
          </a:p>
        </p:txBody>
      </p:sp>
      <p:sp>
        <p:nvSpPr>
          <p:cNvPr id="21" name="waterline-note">
            <a:extLst>
              <a:ext uri="{FF2B5EF4-FFF2-40B4-BE49-F238E27FC236}">
                <a16:creationId xmlns:a16="http://schemas.microsoft.com/office/drawing/2014/main" id="{17CC3FCC-23CF-4685-B912-287451F5E1E5}"/>
              </a:ext>
            </a:extLst>
          </p:cNvPr>
          <p:cNvSpPr>
            <a:spLocks noGrp="1"/>
          </p:cNvSpPr>
          <p:nvPr/>
        </p:nvSpPr>
        <p:spPr>
          <a:xfrm>
            <a:off x="8401050" y="3000375"/>
            <a:ext cx="2095500" cy="266700"/>
          </a:xfrm>
          <a:prstGeom prst="rect">
            <a:avLst/>
          </a:prstGeom>
          <a:noFill/>
          <a:ln w="0">
            <a:noFill/>
            <a:prstDash val="solid"/>
          </a:ln>
        </p:spPr>
        <p:txBody>
          <a:bodyPr anchor="ctr"/>
          <a:lstStyle/>
          <a:p>
            <a:pPr algn="l">
              <a:defRPr sz="1200" b="1">
                <a:solidFill>
                  <a:srgbClr val="D68A00"/>
                </a:solidFill>
              </a:defRPr>
            </a:pPr>
            <a:r>
              <a:rPr sz="1200" b="1">
                <a:solidFill>
                  <a:srgbClr val="D68A00"/>
                </a:solidFill>
                <a:latin typeface="微软雅黑" panose="020B0503020204020204" pitchFamily="34" charset="-122"/>
                <a:ea typeface="微软雅黑" panose="020B0503020204020204" pitchFamily="34" charset="-122"/>
              </a:rPr>
              <a:t>水线｜解释开始出现</a:t>
            </a:r>
          </a:p>
        </p:txBody>
      </p:sp>
      <p:sp>
        <p:nvSpPr>
          <p:cNvPr id="22" name="unknown-on-ice">
            <a:extLst>
              <a:ext uri="{FF2B5EF4-FFF2-40B4-BE49-F238E27FC236}">
                <a16:creationId xmlns:a16="http://schemas.microsoft.com/office/drawing/2014/main" id="{1FB89092-B25A-42B3-B16B-E3FDDF8F6F1F}"/>
              </a:ext>
            </a:extLst>
          </p:cNvPr>
          <p:cNvSpPr>
            <a:spLocks noGrp="1"/>
          </p:cNvSpPr>
          <p:nvPr/>
        </p:nvSpPr>
        <p:spPr>
          <a:xfrm>
            <a:off x="6143625" y="3657600"/>
            <a:ext cx="200025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未知信息</a:t>
            </a:r>
          </a:p>
        </p:txBody>
      </p:sp>
      <p:sp>
        <p:nvSpPr>
          <p:cNvPr id="23" name="unknown-copy">
            <a:extLst>
              <a:ext uri="{FF2B5EF4-FFF2-40B4-BE49-F238E27FC236}">
                <a16:creationId xmlns:a16="http://schemas.microsoft.com/office/drawing/2014/main" id="{EF6DA944-FB16-464D-A328-64DA61EAFBC7}"/>
              </a:ext>
            </a:extLst>
          </p:cNvPr>
          <p:cNvSpPr>
            <a:spLocks noGrp="1"/>
          </p:cNvSpPr>
          <p:nvPr/>
        </p:nvSpPr>
        <p:spPr>
          <a:xfrm>
            <a:off x="5781675" y="4029075"/>
            <a:ext cx="2724150" cy="304800"/>
          </a:xfrm>
          <a:prstGeom prst="rect">
            <a:avLst/>
          </a:prstGeom>
          <a:noFill/>
          <a:ln w="0">
            <a:noFill/>
            <a:prstDash val="solid"/>
          </a:ln>
        </p:spPr>
        <p:txBody>
          <a:bodyPr anchor="ctr"/>
          <a:lstStyle/>
          <a:p>
            <a:pPr algn="ctr">
              <a:defRPr sz="1125" b="0">
                <a:solidFill>
                  <a:srgbClr val="FFFFFF"/>
                </a:solidFill>
              </a:defRPr>
            </a:pPr>
            <a:r>
              <a:rPr sz="1125" b="0">
                <a:solidFill>
                  <a:srgbClr val="FFFFFF"/>
                </a:solidFill>
                <a:latin typeface="微软雅黑" panose="020B0503020204020204" pitchFamily="34" charset="-122"/>
                <a:ea typeface="微软雅黑" panose="020B0503020204020204" pitchFamily="34" charset="-122"/>
              </a:rPr>
              <a:t>尚未掌握，但可以通过取证补充</a:t>
            </a:r>
          </a:p>
        </p:txBody>
      </p:sp>
      <p:sp>
        <p:nvSpPr>
          <p:cNvPr id="24" name="assume-on-ice">
            <a:extLst>
              <a:ext uri="{FF2B5EF4-FFF2-40B4-BE49-F238E27FC236}">
                <a16:creationId xmlns:a16="http://schemas.microsoft.com/office/drawing/2014/main" id="{53CEA77C-EAC0-4AB2-B3F1-81F2F8302C9F}"/>
              </a:ext>
            </a:extLst>
          </p:cNvPr>
          <p:cNvSpPr>
            <a:spLocks noGrp="1"/>
          </p:cNvSpPr>
          <p:nvPr/>
        </p:nvSpPr>
        <p:spPr>
          <a:xfrm>
            <a:off x="6191250" y="4552950"/>
            <a:ext cx="200025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未验证假设</a:t>
            </a:r>
          </a:p>
        </p:txBody>
      </p:sp>
      <p:sp>
        <p:nvSpPr>
          <p:cNvPr id="25" name="assume-copy-ice">
            <a:extLst>
              <a:ext uri="{FF2B5EF4-FFF2-40B4-BE49-F238E27FC236}">
                <a16:creationId xmlns:a16="http://schemas.microsoft.com/office/drawing/2014/main" id="{623B7345-D1B5-4F36-9B63-3F4AAE434027}"/>
              </a:ext>
            </a:extLst>
          </p:cNvPr>
          <p:cNvSpPr>
            <a:spLocks noGrp="1"/>
          </p:cNvSpPr>
          <p:nvPr/>
        </p:nvSpPr>
        <p:spPr>
          <a:xfrm>
            <a:off x="5562600" y="4946073"/>
            <a:ext cx="3028950" cy="304800"/>
          </a:xfrm>
          <a:prstGeom prst="rect">
            <a:avLst/>
          </a:prstGeom>
          <a:noFill/>
          <a:ln w="0">
            <a:noFill/>
            <a:prstDash val="solid"/>
          </a:ln>
        </p:spPr>
        <p:txBody>
          <a:bodyPr anchor="ctr"/>
          <a:lstStyle/>
          <a:p>
            <a:pPr algn="ctr">
              <a:defRPr sz="1125" b="0">
                <a:solidFill>
                  <a:srgbClr val="FFFFFF"/>
                </a:solidFill>
              </a:defRPr>
            </a:pPr>
            <a:r>
              <a:rPr sz="1125" b="0" dirty="0" err="1">
                <a:latin typeface="微软雅黑" panose="020B0503020204020204" pitchFamily="34" charset="-122"/>
                <a:ea typeface="微软雅黑" panose="020B0503020204020204" pitchFamily="34" charset="-122"/>
              </a:rPr>
              <a:t>用来提出验证问</a:t>
            </a:r>
            <a:endParaRPr lang="en-US" sz="1125" b="0" dirty="0">
              <a:latin typeface="微软雅黑" panose="020B0503020204020204" pitchFamily="34" charset="-122"/>
              <a:ea typeface="微软雅黑" panose="020B0503020204020204" pitchFamily="34" charset="-122"/>
            </a:endParaRPr>
          </a:p>
          <a:p>
            <a:pPr algn="ctr">
              <a:defRPr sz="1125" b="0">
                <a:solidFill>
                  <a:srgbClr val="FFFFFF"/>
                </a:solidFill>
              </a:defRPr>
            </a:pPr>
            <a:r>
              <a:rPr sz="1125" b="0" dirty="0" err="1">
                <a:latin typeface="微软雅黑" panose="020B0503020204020204" pitchFamily="34" charset="-122"/>
                <a:ea typeface="微软雅黑" panose="020B0503020204020204" pitchFamily="34" charset="-122"/>
              </a:rPr>
              <a:t>题，不能当成结论</a:t>
            </a:r>
            <a:endParaRPr sz="1125" b="0" dirty="0">
              <a:latin typeface="微软雅黑" panose="020B0503020204020204" pitchFamily="34" charset="-122"/>
              <a:ea typeface="微软雅黑" panose="020B0503020204020204" pitchFamily="34" charset="-122"/>
            </a:endParaRPr>
          </a:p>
        </p:txBody>
      </p:sp>
      <p:sp>
        <p:nvSpPr>
          <p:cNvPr id="26" name="right-head">
            <a:extLst>
              <a:ext uri="{FF2B5EF4-FFF2-40B4-BE49-F238E27FC236}">
                <a16:creationId xmlns:a16="http://schemas.microsoft.com/office/drawing/2014/main" id="{3CA01B37-AD7A-4508-A2B8-91FBD6716F9D}"/>
              </a:ext>
            </a:extLst>
          </p:cNvPr>
          <p:cNvSpPr>
            <a:spLocks noGrp="1"/>
          </p:cNvSpPr>
          <p:nvPr/>
        </p:nvSpPr>
        <p:spPr>
          <a:xfrm>
            <a:off x="9544050" y="1952625"/>
            <a:ext cx="1981200" cy="323850"/>
          </a:xfrm>
          <a:prstGeom prst="rect">
            <a:avLst/>
          </a:prstGeom>
          <a:noFill/>
          <a:ln w="0">
            <a:noFill/>
            <a:prstDash val="solid"/>
          </a:ln>
        </p:spPr>
        <p:txBody>
          <a:bodyPr anchor="ctr"/>
          <a:lstStyle/>
          <a:p>
            <a:pPr algn="l">
              <a:defRPr sz="1575" b="1">
                <a:solidFill>
                  <a:srgbClr val="10233F"/>
                </a:solidFill>
              </a:defRPr>
            </a:pPr>
            <a:r>
              <a:rPr sz="1575" b="1">
                <a:solidFill>
                  <a:srgbClr val="10233F"/>
                </a:solidFill>
                <a:latin typeface="微软雅黑" panose="020B0503020204020204" pitchFamily="34" charset="-122"/>
                <a:ea typeface="微软雅黑" panose="020B0503020204020204" pitchFamily="34" charset="-122"/>
              </a:rPr>
              <a:t>分析时先问三句</a:t>
            </a:r>
          </a:p>
        </p:txBody>
      </p:sp>
      <p:sp>
        <p:nvSpPr>
          <p:cNvPr id="27" name="q1">
            <a:extLst>
              <a:ext uri="{FF2B5EF4-FFF2-40B4-BE49-F238E27FC236}">
                <a16:creationId xmlns:a16="http://schemas.microsoft.com/office/drawing/2014/main" id="{69AF4F05-6A80-461D-B286-5667C376362C}"/>
              </a:ext>
            </a:extLst>
          </p:cNvPr>
          <p:cNvSpPr>
            <a:spLocks noGrp="1"/>
          </p:cNvSpPr>
          <p:nvPr/>
        </p:nvSpPr>
        <p:spPr>
          <a:xfrm>
            <a:off x="9544050" y="2457450"/>
            <a:ext cx="2000250" cy="304800"/>
          </a:xfrm>
          <a:prstGeom prst="rect">
            <a:avLst/>
          </a:prstGeom>
          <a:noFill/>
          <a:ln w="0">
            <a:noFill/>
            <a:prstDash val="solid"/>
          </a:ln>
        </p:spPr>
        <p:txBody>
          <a:bodyPr anchor="ctr"/>
          <a:lstStyle/>
          <a:p>
            <a:pPr algn="l">
              <a:defRPr sz="1275" b="1">
                <a:solidFill>
                  <a:srgbClr val="78C500"/>
                </a:solidFill>
              </a:defRPr>
            </a:pPr>
            <a:r>
              <a:rPr sz="1275" b="1">
                <a:solidFill>
                  <a:srgbClr val="78C500"/>
                </a:solidFill>
                <a:latin typeface="微软雅黑" panose="020B0503020204020204" pitchFamily="34" charset="-122"/>
                <a:ea typeface="微软雅黑" panose="020B0503020204020204" pitchFamily="34" charset="-122"/>
              </a:rPr>
              <a:t>① 证据在哪里？</a:t>
            </a:r>
          </a:p>
        </p:txBody>
      </p:sp>
      <p:sp>
        <p:nvSpPr>
          <p:cNvPr id="28" name="q1a">
            <a:extLst>
              <a:ext uri="{FF2B5EF4-FFF2-40B4-BE49-F238E27FC236}">
                <a16:creationId xmlns:a16="http://schemas.microsoft.com/office/drawing/2014/main" id="{EA989EFE-DC47-45A7-8CD2-423DFF0706A4}"/>
              </a:ext>
            </a:extLst>
          </p:cNvPr>
          <p:cNvSpPr>
            <a:spLocks noGrp="1"/>
          </p:cNvSpPr>
          <p:nvPr/>
        </p:nvSpPr>
        <p:spPr>
          <a:xfrm>
            <a:off x="9544050" y="2771775"/>
            <a:ext cx="2000250" cy="285750"/>
          </a:xfrm>
          <a:prstGeom prst="rect">
            <a:avLst/>
          </a:prstGeom>
          <a:noFill/>
          <a:ln w="0">
            <a:noFill/>
            <a:prstDash val="solid"/>
          </a:ln>
        </p:spPr>
        <p:txBody>
          <a:bodyPr anchor="ctr"/>
          <a:lstStyle/>
          <a:p>
            <a:pPr algn="l">
              <a:defRPr sz="1125" b="0">
                <a:solidFill>
                  <a:srgbClr val="52647A"/>
                </a:solidFill>
              </a:defRPr>
            </a:pPr>
            <a:r>
              <a:rPr sz="1125" b="0">
                <a:solidFill>
                  <a:srgbClr val="52647A"/>
                </a:solidFill>
                <a:latin typeface="微软雅黑" panose="020B0503020204020204" pitchFamily="34" charset="-122"/>
                <a:ea typeface="微软雅黑" panose="020B0503020204020204" pitchFamily="34" charset="-122"/>
              </a:rPr>
              <a:t>没有证据，先标记。</a:t>
            </a:r>
          </a:p>
        </p:txBody>
      </p:sp>
      <p:sp>
        <p:nvSpPr>
          <p:cNvPr id="29" name="q2">
            <a:extLst>
              <a:ext uri="{FF2B5EF4-FFF2-40B4-BE49-F238E27FC236}">
                <a16:creationId xmlns:a16="http://schemas.microsoft.com/office/drawing/2014/main" id="{0D8B07EB-45EA-4708-9783-573F6F083501}"/>
              </a:ext>
            </a:extLst>
          </p:cNvPr>
          <p:cNvSpPr>
            <a:spLocks noGrp="1"/>
          </p:cNvSpPr>
          <p:nvPr/>
        </p:nvSpPr>
        <p:spPr>
          <a:xfrm>
            <a:off x="9544050" y="3295650"/>
            <a:ext cx="2095500" cy="304800"/>
          </a:xfrm>
          <a:prstGeom prst="rect">
            <a:avLst/>
          </a:prstGeom>
          <a:noFill/>
          <a:ln w="0">
            <a:noFill/>
            <a:prstDash val="solid"/>
          </a:ln>
        </p:spPr>
        <p:txBody>
          <a:bodyPr anchor="ctr"/>
          <a:lstStyle/>
          <a:p>
            <a:pPr algn="l">
              <a:defRPr sz="1275" b="1">
                <a:solidFill>
                  <a:srgbClr val="D68A00"/>
                </a:solidFill>
              </a:defRPr>
            </a:pPr>
            <a:r>
              <a:rPr sz="1275" b="1">
                <a:solidFill>
                  <a:srgbClr val="D68A00"/>
                </a:solidFill>
                <a:latin typeface="微软雅黑" panose="020B0503020204020204" pitchFamily="34" charset="-122"/>
                <a:ea typeface="微软雅黑" panose="020B0503020204020204" pitchFamily="34" charset="-122"/>
              </a:rPr>
              <a:t>② 这是事实还是解释？</a:t>
            </a:r>
          </a:p>
        </p:txBody>
      </p:sp>
      <p:sp>
        <p:nvSpPr>
          <p:cNvPr id="30" name="q2a">
            <a:extLst>
              <a:ext uri="{FF2B5EF4-FFF2-40B4-BE49-F238E27FC236}">
                <a16:creationId xmlns:a16="http://schemas.microsoft.com/office/drawing/2014/main" id="{617D1185-0457-4DDC-8E2A-1312012BC743}"/>
              </a:ext>
            </a:extLst>
          </p:cNvPr>
          <p:cNvSpPr>
            <a:spLocks noGrp="1"/>
          </p:cNvSpPr>
          <p:nvPr/>
        </p:nvSpPr>
        <p:spPr>
          <a:xfrm>
            <a:off x="9544050" y="3609975"/>
            <a:ext cx="2000250" cy="285750"/>
          </a:xfrm>
          <a:prstGeom prst="rect">
            <a:avLst/>
          </a:prstGeom>
          <a:noFill/>
          <a:ln w="0">
            <a:noFill/>
            <a:prstDash val="solid"/>
          </a:ln>
        </p:spPr>
        <p:txBody>
          <a:bodyPr anchor="ctr"/>
          <a:lstStyle/>
          <a:p>
            <a:pPr algn="l">
              <a:defRPr sz="1125" b="0">
                <a:solidFill>
                  <a:srgbClr val="52647A"/>
                </a:solidFill>
              </a:defRPr>
            </a:pPr>
            <a:r>
              <a:rPr sz="1125" b="0">
                <a:solidFill>
                  <a:srgbClr val="52647A"/>
                </a:solidFill>
                <a:latin typeface="微软雅黑" panose="020B0503020204020204" pitchFamily="34" charset="-122"/>
                <a:ea typeface="微软雅黑" panose="020B0503020204020204" pitchFamily="34" charset="-122"/>
              </a:rPr>
              <a:t>把评价改写成观察。</a:t>
            </a:r>
          </a:p>
        </p:txBody>
      </p:sp>
      <p:sp>
        <p:nvSpPr>
          <p:cNvPr id="31" name="q3">
            <a:extLst>
              <a:ext uri="{FF2B5EF4-FFF2-40B4-BE49-F238E27FC236}">
                <a16:creationId xmlns:a16="http://schemas.microsoft.com/office/drawing/2014/main" id="{B176E26C-C69E-466C-8A2F-DE2663B92304}"/>
              </a:ext>
            </a:extLst>
          </p:cNvPr>
          <p:cNvSpPr>
            <a:spLocks noGrp="1"/>
          </p:cNvSpPr>
          <p:nvPr/>
        </p:nvSpPr>
        <p:spPr>
          <a:xfrm>
            <a:off x="9544050" y="4133850"/>
            <a:ext cx="2000250" cy="304800"/>
          </a:xfrm>
          <a:prstGeom prst="rect">
            <a:avLst/>
          </a:prstGeom>
          <a:noFill/>
          <a:ln w="0">
            <a:noFill/>
            <a:prstDash val="solid"/>
          </a:ln>
        </p:spPr>
        <p:txBody>
          <a:bodyPr anchor="ctr"/>
          <a:lstStyle/>
          <a:p>
            <a:pPr algn="l">
              <a:defRPr sz="1275" b="1">
                <a:solidFill>
                  <a:srgbClr val="D94E45"/>
                </a:solidFill>
              </a:defRPr>
            </a:pPr>
            <a:r>
              <a:rPr sz="1275" b="1">
                <a:solidFill>
                  <a:srgbClr val="D94E45"/>
                </a:solidFill>
                <a:latin typeface="微软雅黑" panose="020B0503020204020204" pitchFamily="34" charset="-122"/>
                <a:ea typeface="微软雅黑" panose="020B0503020204020204" pitchFamily="34" charset="-122"/>
              </a:rPr>
              <a:t>③ 如何验证假设？</a:t>
            </a:r>
          </a:p>
        </p:txBody>
      </p:sp>
      <p:sp>
        <p:nvSpPr>
          <p:cNvPr id="32" name="q3a">
            <a:extLst>
              <a:ext uri="{FF2B5EF4-FFF2-40B4-BE49-F238E27FC236}">
                <a16:creationId xmlns:a16="http://schemas.microsoft.com/office/drawing/2014/main" id="{B3F4D4CC-D686-426A-828C-44D2D623C75B}"/>
              </a:ext>
            </a:extLst>
          </p:cNvPr>
          <p:cNvSpPr>
            <a:spLocks noGrp="1"/>
          </p:cNvSpPr>
          <p:nvPr/>
        </p:nvSpPr>
        <p:spPr>
          <a:xfrm>
            <a:off x="9544050" y="4448175"/>
            <a:ext cx="2000250" cy="285750"/>
          </a:xfrm>
          <a:prstGeom prst="rect">
            <a:avLst/>
          </a:prstGeom>
          <a:noFill/>
          <a:ln w="0">
            <a:noFill/>
            <a:prstDash val="solid"/>
          </a:ln>
        </p:spPr>
        <p:txBody>
          <a:bodyPr anchor="ctr"/>
          <a:lstStyle/>
          <a:p>
            <a:pPr algn="l">
              <a:defRPr sz="1125" b="0">
                <a:solidFill>
                  <a:srgbClr val="52647A"/>
                </a:solidFill>
              </a:defRPr>
            </a:pPr>
            <a:r>
              <a:rPr sz="1125" b="0">
                <a:solidFill>
                  <a:srgbClr val="52647A"/>
                </a:solidFill>
                <a:latin typeface="微软雅黑" panose="020B0503020204020204" pitchFamily="34" charset="-122"/>
                <a:ea typeface="微软雅黑" panose="020B0503020204020204" pitchFamily="34" charset="-122"/>
              </a:rPr>
              <a:t>把未知转成学习任务。</a:t>
            </a:r>
          </a:p>
        </p:txBody>
      </p:sp>
      <p:sp>
        <p:nvSpPr>
          <p:cNvPr id="33" name="footer">
            <a:extLst>
              <a:ext uri="{FF2B5EF4-FFF2-40B4-BE49-F238E27FC236}">
                <a16:creationId xmlns:a16="http://schemas.microsoft.com/office/drawing/2014/main" id="{911FFE57-6EE8-47F3-BA70-C7EE8C8A3641}"/>
              </a:ext>
            </a:extLst>
          </p:cNvPr>
          <p:cNvSpPr>
            <a:spLocks noGrp="1"/>
          </p:cNvSpPr>
          <p:nvPr/>
        </p:nvSpPr>
        <p:spPr>
          <a:xfrm>
            <a:off x="676275" y="5574723"/>
            <a:ext cx="10934700" cy="533400"/>
          </a:xfrm>
          <a:prstGeom prst="roundRect">
            <a:avLst>
              <a:gd name="adj" fmla="val 14286"/>
            </a:avLst>
          </a:prstGeom>
          <a:solidFill>
            <a:srgbClr val="F1F6FB"/>
          </a:solidFill>
          <a:ln w="0">
            <a:solidFill>
              <a:srgbClr val="F1F6FB"/>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footer-label">
            <a:extLst>
              <a:ext uri="{FF2B5EF4-FFF2-40B4-BE49-F238E27FC236}">
                <a16:creationId xmlns:a16="http://schemas.microsoft.com/office/drawing/2014/main" id="{9947A014-F1A0-42E4-AFB4-D8CD37B196EC}"/>
              </a:ext>
            </a:extLst>
          </p:cNvPr>
          <p:cNvSpPr>
            <a:spLocks noGrp="1"/>
          </p:cNvSpPr>
          <p:nvPr/>
        </p:nvSpPr>
        <p:spPr>
          <a:xfrm>
            <a:off x="866775" y="5698548"/>
            <a:ext cx="990600" cy="285750"/>
          </a:xfrm>
          <a:prstGeom prst="rect">
            <a:avLst/>
          </a:prstGeom>
          <a:noFill/>
          <a:ln w="0">
            <a:noFill/>
            <a:prstDash val="solid"/>
          </a:ln>
        </p:spPr>
        <p:txBody>
          <a:bodyPr anchor="ctr"/>
          <a:lstStyle/>
          <a:p>
            <a:pPr algn="l">
              <a:defRPr sz="1200" b="1">
                <a:solidFill>
                  <a:srgbClr val="3478E5"/>
                </a:solidFill>
              </a:defRPr>
            </a:pPr>
            <a:r>
              <a:rPr sz="1200" b="1">
                <a:solidFill>
                  <a:srgbClr val="3478E5"/>
                </a:solidFill>
                <a:latin typeface="微软雅黑" panose="020B0503020204020204" pitchFamily="34" charset="-122"/>
                <a:ea typeface="微软雅黑" panose="020B0503020204020204" pitchFamily="34" charset="-122"/>
              </a:rPr>
              <a:t>关键动作</a:t>
            </a:r>
          </a:p>
        </p:txBody>
      </p:sp>
      <p:sp>
        <p:nvSpPr>
          <p:cNvPr id="35" name="footer-copy">
            <a:extLst>
              <a:ext uri="{FF2B5EF4-FFF2-40B4-BE49-F238E27FC236}">
                <a16:creationId xmlns:a16="http://schemas.microsoft.com/office/drawing/2014/main" id="{F3D677EB-3FA4-4CC0-AB87-6F6ECB564817}"/>
              </a:ext>
            </a:extLst>
          </p:cNvPr>
          <p:cNvSpPr>
            <a:spLocks noGrp="1"/>
          </p:cNvSpPr>
          <p:nvPr/>
        </p:nvSpPr>
        <p:spPr>
          <a:xfrm>
            <a:off x="1857375" y="5669973"/>
            <a:ext cx="9429750" cy="323850"/>
          </a:xfrm>
          <a:prstGeom prst="rect">
            <a:avLst/>
          </a:prstGeom>
          <a:noFill/>
          <a:ln w="0">
            <a:noFill/>
            <a:prstDash val="solid"/>
          </a:ln>
        </p:spPr>
        <p:txBody>
          <a:bodyPr anchor="ctr"/>
          <a:lstStyle/>
          <a:p>
            <a:pPr algn="ctr">
              <a:defRPr sz="1350" b="1">
                <a:solidFill>
                  <a:srgbClr val="10233F"/>
                </a:solidFill>
              </a:defRPr>
            </a:pPr>
            <a:r>
              <a:rPr sz="1350" b="1" dirty="0" err="1">
                <a:solidFill>
                  <a:srgbClr val="10233F"/>
                </a:solidFill>
                <a:latin typeface="微软雅黑" panose="020B0503020204020204" pitchFamily="34" charset="-122"/>
                <a:ea typeface="微软雅黑" panose="020B0503020204020204" pitchFamily="34" charset="-122"/>
              </a:rPr>
              <a:t>事实写进问题陈述；解释保留为视角；假设进入验证清单</a:t>
            </a:r>
            <a:r>
              <a:rPr sz="1350" b="1" dirty="0">
                <a:solidFill>
                  <a:srgbClr val="10233F"/>
                </a:solidFill>
                <a:latin typeface="微软雅黑" panose="020B0503020204020204" pitchFamily="34" charset="-122"/>
                <a:ea typeface="微软雅黑" panose="020B0503020204020204" pitchFamily="34" charset="-122"/>
              </a:rPr>
              <a:t>。</a:t>
            </a:r>
          </a:p>
        </p:txBody>
      </p:sp>
      <p:sp>
        <p:nvSpPr>
          <p:cNvPr id="37" name="页脚占位符 3">
            <a:extLst>
              <a:ext uri="{FF2B5EF4-FFF2-40B4-BE49-F238E27FC236}">
                <a16:creationId xmlns:a16="http://schemas.microsoft.com/office/drawing/2014/main" id="{C241C37E-37E3-EA62-5723-268F43BCD2C6}"/>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a:solidFill>
                  <a:schemeClr val="bg2"/>
                </a:solidFill>
              </a:rPr>
              <a:t>Leo Huang</a:t>
            </a:r>
            <a:endParaRPr lang="de-DE" altLang="zh-CN" sz="1050" dirty="0">
              <a:solidFill>
                <a:schemeClr val="bg2"/>
              </a:solidFill>
            </a:endParaRPr>
          </a:p>
        </p:txBody>
      </p:sp>
      <p:sp>
        <p:nvSpPr>
          <p:cNvPr id="39" name="灯片编号占位符 4">
            <a:extLst>
              <a:ext uri="{FF2B5EF4-FFF2-40B4-BE49-F238E27FC236}">
                <a16:creationId xmlns:a16="http://schemas.microsoft.com/office/drawing/2014/main" id="{0AB662D0-9667-1AD5-CB50-98701244FA08}"/>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33</a:t>
            </a:fld>
            <a:endParaRPr lang="de-DE" altLang="zh-CN" sz="1050" dirty="0">
              <a:solidFill>
                <a:schemeClr val="bg2"/>
              </a:solidFill>
            </a:endParaRPr>
          </a:p>
        </p:txBody>
      </p:sp>
    </p:spTree>
    <p:extLst>
      <p:ext uri="{BB962C8B-B14F-4D97-AF65-F5344CB8AC3E}">
        <p14:creationId xmlns:p14="http://schemas.microsoft.com/office/powerpoint/2010/main" val="1055351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DFE3364-E0E7-470B-AA6C-9C8C0DAC14D2}"/>
              </a:ext>
            </a:extLst>
          </p:cNvPr>
          <p:cNvSpPr>
            <a:spLocks noGrp="1"/>
          </p:cNvSpPr>
          <p:nvPr/>
        </p:nvSpPr>
        <p:spPr>
          <a:xfrm>
            <a:off x="723900" y="542925"/>
            <a:ext cx="10715625" cy="495300"/>
          </a:xfrm>
          <a:prstGeom prst="rect">
            <a:avLst/>
          </a:prstGeom>
          <a:noFill/>
          <a:ln w="0">
            <a:noFill/>
            <a:prstDash val="solid"/>
          </a:ln>
        </p:spPr>
        <p:txBody>
          <a:bodyPr anchor="ctr"/>
          <a:lstStyle/>
          <a:p>
            <a:pPr algn="l">
              <a:defRPr sz="2700" b="1">
                <a:solidFill>
                  <a:srgbClr val="10233F"/>
                </a:solidFill>
              </a:defRPr>
            </a:pPr>
            <a:r>
              <a:rPr sz="2700" b="1" dirty="0" err="1">
                <a:solidFill>
                  <a:srgbClr val="10233F"/>
                </a:solidFill>
                <a:latin typeface="微软雅黑" panose="020B0503020204020204" pitchFamily="34" charset="-122"/>
                <a:ea typeface="微软雅黑" panose="020B0503020204020204" pitchFamily="34" charset="-122"/>
              </a:rPr>
              <a:t>把大量声音，收敛成</a:t>
            </a:r>
            <a:r>
              <a:rPr lang="zh-CN" altLang="en-US" sz="2700" b="1" dirty="0">
                <a:solidFill>
                  <a:srgbClr val="10233F"/>
                </a:solidFill>
                <a:latin typeface="微软雅黑" panose="020B0503020204020204" pitchFamily="34" charset="-122"/>
                <a:ea typeface="微软雅黑" panose="020B0503020204020204" pitchFamily="34" charset="-122"/>
              </a:rPr>
              <a:t>可</a:t>
            </a:r>
            <a:r>
              <a:rPr sz="2700" b="1" dirty="0" err="1">
                <a:solidFill>
                  <a:srgbClr val="10233F"/>
                </a:solidFill>
                <a:latin typeface="微软雅黑" panose="020B0503020204020204" pitchFamily="34" charset="-122"/>
                <a:ea typeface="微软雅黑" panose="020B0503020204020204" pitchFamily="34" charset="-122"/>
              </a:rPr>
              <a:t>验证的行动杠杆</a:t>
            </a:r>
            <a:endParaRPr sz="2700" b="1" dirty="0">
              <a:solidFill>
                <a:srgbClr val="10233F"/>
              </a:solidFill>
              <a:latin typeface="微软雅黑" panose="020B0503020204020204" pitchFamily="34" charset="-122"/>
              <a:ea typeface="微软雅黑" panose="020B0503020204020204" pitchFamily="34" charset="-122"/>
            </a:endParaRPr>
          </a:p>
        </p:txBody>
      </p:sp>
      <p:sp>
        <p:nvSpPr>
          <p:cNvPr id="5" name="subtitle">
            <a:extLst>
              <a:ext uri="{FF2B5EF4-FFF2-40B4-BE49-F238E27FC236}">
                <a16:creationId xmlns:a16="http://schemas.microsoft.com/office/drawing/2014/main" id="{171EDA3B-7AB1-4C30-BB83-D72749D29214}"/>
              </a:ext>
            </a:extLst>
          </p:cNvPr>
          <p:cNvSpPr>
            <a:spLocks noGrp="1"/>
          </p:cNvSpPr>
          <p:nvPr/>
        </p:nvSpPr>
        <p:spPr>
          <a:xfrm>
            <a:off x="723900" y="1228725"/>
            <a:ext cx="10572750" cy="323850"/>
          </a:xfrm>
          <a:prstGeom prst="rect">
            <a:avLst/>
          </a:prstGeom>
          <a:noFill/>
          <a:ln w="0">
            <a:noFill/>
            <a:prstDash val="solid"/>
          </a:ln>
        </p:spPr>
        <p:txBody>
          <a:bodyPr anchor="ctr"/>
          <a:lstStyle/>
          <a:p>
            <a:pPr algn="l">
              <a:defRPr sz="1350" b="0">
                <a:solidFill>
                  <a:srgbClr val="53657B"/>
                </a:solidFill>
              </a:defRPr>
            </a:pPr>
            <a:r>
              <a:rPr sz="1350" b="0" dirty="0" err="1">
                <a:solidFill>
                  <a:srgbClr val="53657B"/>
                </a:solidFill>
                <a:latin typeface="微软雅黑" panose="020B0503020204020204" pitchFamily="34" charset="-122"/>
                <a:ea typeface="微软雅黑" panose="020B0503020204020204" pitchFamily="34" charset="-122"/>
              </a:rPr>
              <a:t>漏斗不是快速统一意见，而是让信息依次经历：铺开、整理、求证与聚焦</a:t>
            </a:r>
            <a:r>
              <a:rPr sz="1350" b="0" dirty="0">
                <a:solidFill>
                  <a:srgbClr val="53657B"/>
                </a:solidFill>
                <a:latin typeface="微软雅黑" panose="020B0503020204020204" pitchFamily="34" charset="-122"/>
                <a:ea typeface="微软雅黑" panose="020B0503020204020204" pitchFamily="34" charset="-122"/>
              </a:rPr>
              <a:t>。</a:t>
            </a:r>
          </a:p>
        </p:txBody>
      </p:sp>
      <p:sp>
        <p:nvSpPr>
          <p:cNvPr id="11" name="funnel-0">
            <a:extLst>
              <a:ext uri="{FF2B5EF4-FFF2-40B4-BE49-F238E27FC236}">
                <a16:creationId xmlns:a16="http://schemas.microsoft.com/office/drawing/2014/main" id="{6BF97654-4CDD-4B2F-BE0B-707D84460CA2}"/>
              </a:ext>
            </a:extLst>
          </p:cNvPr>
          <p:cNvSpPr>
            <a:spLocks noGrp="1"/>
          </p:cNvSpPr>
          <p:nvPr/>
        </p:nvSpPr>
        <p:spPr>
          <a:xfrm>
            <a:off x="3829050" y="2019300"/>
            <a:ext cx="5334000" cy="781050"/>
          </a:xfrm>
          <a:prstGeom prst="trapezoid">
            <a:avLst/>
          </a:prstGeom>
          <a:solidFill>
            <a:srgbClr val="E8F2FF"/>
          </a:solidFill>
          <a:ln w="12383">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num-0">
            <a:extLst>
              <a:ext uri="{FF2B5EF4-FFF2-40B4-BE49-F238E27FC236}">
                <a16:creationId xmlns:a16="http://schemas.microsoft.com/office/drawing/2014/main" id="{4A9E7972-551A-4358-81B1-17885FDC0F75}"/>
              </a:ext>
            </a:extLst>
          </p:cNvPr>
          <p:cNvSpPr>
            <a:spLocks noGrp="1"/>
          </p:cNvSpPr>
          <p:nvPr/>
        </p:nvSpPr>
        <p:spPr>
          <a:xfrm>
            <a:off x="4095750" y="2209800"/>
            <a:ext cx="495300" cy="381000"/>
          </a:xfrm>
          <a:prstGeom prst="rect">
            <a:avLst/>
          </a:prstGeom>
          <a:noFill/>
          <a:ln w="0">
            <a:noFill/>
            <a:prstDash val="solid"/>
          </a:ln>
        </p:spPr>
        <p:txBody>
          <a:bodyPr anchor="ctr"/>
          <a:lstStyle/>
          <a:p>
            <a:pPr algn="ctr">
              <a:defRPr sz="1200" b="1">
                <a:solidFill>
                  <a:srgbClr val="3478E5"/>
                </a:solidFill>
              </a:defRPr>
            </a:pPr>
            <a:r>
              <a:rPr sz="1200" b="1">
                <a:solidFill>
                  <a:srgbClr val="3478E5"/>
                </a:solidFill>
                <a:latin typeface="微软雅黑" panose="020B0503020204020204" pitchFamily="34" charset="-122"/>
                <a:ea typeface="微软雅黑" panose="020B0503020204020204" pitchFamily="34" charset="-122"/>
              </a:rPr>
              <a:t>01</a:t>
            </a:r>
          </a:p>
        </p:txBody>
      </p:sp>
      <p:sp>
        <p:nvSpPr>
          <p:cNvPr id="13" name="layer-title-0">
            <a:extLst>
              <a:ext uri="{FF2B5EF4-FFF2-40B4-BE49-F238E27FC236}">
                <a16:creationId xmlns:a16="http://schemas.microsoft.com/office/drawing/2014/main" id="{3959D9F1-1693-4F14-B37F-F1CE30841C9C}"/>
              </a:ext>
            </a:extLst>
          </p:cNvPr>
          <p:cNvSpPr>
            <a:spLocks noGrp="1"/>
          </p:cNvSpPr>
          <p:nvPr/>
        </p:nvSpPr>
        <p:spPr>
          <a:xfrm>
            <a:off x="4667250" y="2124075"/>
            <a:ext cx="1619250" cy="323850"/>
          </a:xfrm>
          <a:prstGeom prst="rect">
            <a:avLst/>
          </a:prstGeom>
          <a:noFill/>
          <a:ln w="0">
            <a:noFill/>
            <a:prstDash val="solid"/>
          </a:ln>
        </p:spPr>
        <p:txBody>
          <a:bodyPr anchor="ctr"/>
          <a:lstStyle/>
          <a:p>
            <a:pPr algn="l">
              <a:defRPr sz="1725" b="1">
                <a:solidFill>
                  <a:srgbClr val="10233F"/>
                </a:solidFill>
              </a:defRPr>
            </a:pPr>
            <a:r>
              <a:rPr sz="1725" b="1">
                <a:solidFill>
                  <a:srgbClr val="10233F"/>
                </a:solidFill>
                <a:latin typeface="微软雅黑" panose="020B0503020204020204" pitchFamily="34" charset="-122"/>
                <a:ea typeface="微软雅黑" panose="020B0503020204020204" pitchFamily="34" charset="-122"/>
              </a:rPr>
              <a:t>大量信息</a:t>
            </a:r>
          </a:p>
        </p:txBody>
      </p:sp>
      <p:sp>
        <p:nvSpPr>
          <p:cNvPr id="14" name="layer-desc-0">
            <a:extLst>
              <a:ext uri="{FF2B5EF4-FFF2-40B4-BE49-F238E27FC236}">
                <a16:creationId xmlns:a16="http://schemas.microsoft.com/office/drawing/2014/main" id="{B1FA0E5B-390D-4545-B7F4-5BCB150E4A62}"/>
              </a:ext>
            </a:extLst>
          </p:cNvPr>
          <p:cNvSpPr>
            <a:spLocks noGrp="1"/>
          </p:cNvSpPr>
          <p:nvPr/>
        </p:nvSpPr>
        <p:spPr>
          <a:xfrm>
            <a:off x="4667250" y="2438400"/>
            <a:ext cx="40957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观点｜经验｜数据｜异常｜不同声音</a:t>
            </a:r>
          </a:p>
        </p:txBody>
      </p:sp>
      <p:sp>
        <p:nvSpPr>
          <p:cNvPr id="15" name="funnel-1">
            <a:extLst>
              <a:ext uri="{FF2B5EF4-FFF2-40B4-BE49-F238E27FC236}">
                <a16:creationId xmlns:a16="http://schemas.microsoft.com/office/drawing/2014/main" id="{58A85A3A-6096-42B4-BE58-8A44D094DD8F}"/>
              </a:ext>
            </a:extLst>
          </p:cNvPr>
          <p:cNvSpPr>
            <a:spLocks noGrp="1"/>
          </p:cNvSpPr>
          <p:nvPr/>
        </p:nvSpPr>
        <p:spPr>
          <a:xfrm>
            <a:off x="4229100" y="2886075"/>
            <a:ext cx="4533900" cy="781050"/>
          </a:xfrm>
          <a:prstGeom prst="trapezoid">
            <a:avLst/>
          </a:prstGeom>
          <a:solidFill>
            <a:srgbClr val="DDF5F5"/>
          </a:solidFill>
          <a:ln w="12383">
            <a:solidFill>
              <a:srgbClr val="16A9C4"/>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num-1">
            <a:extLst>
              <a:ext uri="{FF2B5EF4-FFF2-40B4-BE49-F238E27FC236}">
                <a16:creationId xmlns:a16="http://schemas.microsoft.com/office/drawing/2014/main" id="{9FE09C34-8ADC-4FB4-8F93-A9E4446D4DB9}"/>
              </a:ext>
            </a:extLst>
          </p:cNvPr>
          <p:cNvSpPr>
            <a:spLocks noGrp="1"/>
          </p:cNvSpPr>
          <p:nvPr/>
        </p:nvSpPr>
        <p:spPr>
          <a:xfrm>
            <a:off x="4495800" y="3076575"/>
            <a:ext cx="495300" cy="381000"/>
          </a:xfrm>
          <a:prstGeom prst="rect">
            <a:avLst/>
          </a:prstGeom>
          <a:noFill/>
          <a:ln w="0">
            <a:noFill/>
            <a:prstDash val="solid"/>
          </a:ln>
        </p:spPr>
        <p:txBody>
          <a:bodyPr anchor="ctr"/>
          <a:lstStyle/>
          <a:p>
            <a:pPr algn="ctr">
              <a:defRPr sz="1200" b="1">
                <a:solidFill>
                  <a:srgbClr val="16A9C4"/>
                </a:solidFill>
              </a:defRPr>
            </a:pPr>
            <a:r>
              <a:rPr sz="1200" b="1">
                <a:solidFill>
                  <a:srgbClr val="16A9C4"/>
                </a:solidFill>
                <a:latin typeface="微软雅黑" panose="020B0503020204020204" pitchFamily="34" charset="-122"/>
                <a:ea typeface="微软雅黑" panose="020B0503020204020204" pitchFamily="34" charset="-122"/>
              </a:rPr>
              <a:t>02</a:t>
            </a:r>
          </a:p>
        </p:txBody>
      </p:sp>
      <p:sp>
        <p:nvSpPr>
          <p:cNvPr id="17" name="layer-title-1">
            <a:extLst>
              <a:ext uri="{FF2B5EF4-FFF2-40B4-BE49-F238E27FC236}">
                <a16:creationId xmlns:a16="http://schemas.microsoft.com/office/drawing/2014/main" id="{943E5D9C-4128-4CD3-BBBE-3D123AEF0886}"/>
              </a:ext>
            </a:extLst>
          </p:cNvPr>
          <p:cNvSpPr>
            <a:spLocks noGrp="1"/>
          </p:cNvSpPr>
          <p:nvPr/>
        </p:nvSpPr>
        <p:spPr>
          <a:xfrm>
            <a:off x="5067300" y="2990850"/>
            <a:ext cx="1619250" cy="323850"/>
          </a:xfrm>
          <a:prstGeom prst="rect">
            <a:avLst/>
          </a:prstGeom>
          <a:noFill/>
          <a:ln w="0">
            <a:noFill/>
            <a:prstDash val="solid"/>
          </a:ln>
        </p:spPr>
        <p:txBody>
          <a:bodyPr anchor="ctr"/>
          <a:lstStyle/>
          <a:p>
            <a:pPr algn="l">
              <a:defRPr sz="1725" b="1">
                <a:solidFill>
                  <a:srgbClr val="10233F"/>
                </a:solidFill>
              </a:defRPr>
            </a:pPr>
            <a:r>
              <a:rPr sz="1725" b="1" dirty="0" err="1">
                <a:solidFill>
                  <a:srgbClr val="FF0000"/>
                </a:solidFill>
                <a:latin typeface="微软雅黑" panose="020B0503020204020204" pitchFamily="34" charset="-122"/>
                <a:ea typeface="微软雅黑" panose="020B0503020204020204" pitchFamily="34" charset="-122"/>
              </a:rPr>
              <a:t>建立结构</a:t>
            </a:r>
            <a:endParaRPr sz="1725" b="1" dirty="0">
              <a:solidFill>
                <a:srgbClr val="FF0000"/>
              </a:solidFill>
              <a:latin typeface="微软雅黑" panose="020B0503020204020204" pitchFamily="34" charset="-122"/>
              <a:ea typeface="微软雅黑" panose="020B0503020204020204" pitchFamily="34" charset="-122"/>
            </a:endParaRPr>
          </a:p>
        </p:txBody>
      </p:sp>
      <p:sp>
        <p:nvSpPr>
          <p:cNvPr id="18" name="layer-desc-1">
            <a:extLst>
              <a:ext uri="{FF2B5EF4-FFF2-40B4-BE49-F238E27FC236}">
                <a16:creationId xmlns:a16="http://schemas.microsoft.com/office/drawing/2014/main" id="{DC77F723-1270-4A63-AD6F-3C5B464F09EA}"/>
              </a:ext>
            </a:extLst>
          </p:cNvPr>
          <p:cNvSpPr>
            <a:spLocks noGrp="1"/>
          </p:cNvSpPr>
          <p:nvPr/>
        </p:nvSpPr>
        <p:spPr>
          <a:xfrm>
            <a:off x="5067300" y="3305175"/>
            <a:ext cx="32956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分类｜分层｜排序｜寻找关系</a:t>
            </a:r>
          </a:p>
        </p:txBody>
      </p:sp>
      <p:sp>
        <p:nvSpPr>
          <p:cNvPr id="19" name="funnel-2">
            <a:extLst>
              <a:ext uri="{FF2B5EF4-FFF2-40B4-BE49-F238E27FC236}">
                <a16:creationId xmlns:a16="http://schemas.microsoft.com/office/drawing/2014/main" id="{A609F605-2F7B-441A-A2FF-3AAB0CEBED44}"/>
              </a:ext>
            </a:extLst>
          </p:cNvPr>
          <p:cNvSpPr>
            <a:spLocks noGrp="1"/>
          </p:cNvSpPr>
          <p:nvPr/>
        </p:nvSpPr>
        <p:spPr>
          <a:xfrm>
            <a:off x="4629150" y="3752850"/>
            <a:ext cx="3733800" cy="781050"/>
          </a:xfrm>
          <a:prstGeom prst="trapezoid">
            <a:avLst/>
          </a:prstGeom>
          <a:solidFill>
            <a:srgbClr val="FFF2D8"/>
          </a:solidFill>
          <a:ln w="12383">
            <a:solidFill>
              <a:srgbClr val="D78B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num-2">
            <a:extLst>
              <a:ext uri="{FF2B5EF4-FFF2-40B4-BE49-F238E27FC236}">
                <a16:creationId xmlns:a16="http://schemas.microsoft.com/office/drawing/2014/main" id="{71F6102B-05FD-47B7-879C-3F6398577B97}"/>
              </a:ext>
            </a:extLst>
          </p:cNvPr>
          <p:cNvSpPr>
            <a:spLocks noGrp="1"/>
          </p:cNvSpPr>
          <p:nvPr/>
        </p:nvSpPr>
        <p:spPr>
          <a:xfrm>
            <a:off x="4895850" y="3943350"/>
            <a:ext cx="495300" cy="381000"/>
          </a:xfrm>
          <a:prstGeom prst="rect">
            <a:avLst/>
          </a:prstGeom>
          <a:noFill/>
          <a:ln w="0">
            <a:noFill/>
            <a:prstDash val="solid"/>
          </a:ln>
        </p:spPr>
        <p:txBody>
          <a:bodyPr anchor="ctr"/>
          <a:lstStyle/>
          <a:p>
            <a:pPr algn="ctr">
              <a:defRPr sz="1200" b="1">
                <a:solidFill>
                  <a:srgbClr val="D78B00"/>
                </a:solidFill>
              </a:defRPr>
            </a:pPr>
            <a:r>
              <a:rPr sz="1200" b="1">
                <a:solidFill>
                  <a:srgbClr val="D78B00"/>
                </a:solidFill>
                <a:latin typeface="微软雅黑" panose="020B0503020204020204" pitchFamily="34" charset="-122"/>
                <a:ea typeface="微软雅黑" panose="020B0503020204020204" pitchFamily="34" charset="-122"/>
              </a:rPr>
              <a:t>03</a:t>
            </a:r>
          </a:p>
        </p:txBody>
      </p:sp>
      <p:sp>
        <p:nvSpPr>
          <p:cNvPr id="21" name="layer-title-2">
            <a:extLst>
              <a:ext uri="{FF2B5EF4-FFF2-40B4-BE49-F238E27FC236}">
                <a16:creationId xmlns:a16="http://schemas.microsoft.com/office/drawing/2014/main" id="{366BCD8A-153D-449C-BB1A-95507F1CF52F}"/>
              </a:ext>
            </a:extLst>
          </p:cNvPr>
          <p:cNvSpPr>
            <a:spLocks noGrp="1"/>
          </p:cNvSpPr>
          <p:nvPr/>
        </p:nvSpPr>
        <p:spPr>
          <a:xfrm>
            <a:off x="5467350" y="3857625"/>
            <a:ext cx="1619250" cy="323850"/>
          </a:xfrm>
          <a:prstGeom prst="rect">
            <a:avLst/>
          </a:prstGeom>
          <a:noFill/>
          <a:ln w="0">
            <a:noFill/>
            <a:prstDash val="solid"/>
          </a:ln>
        </p:spPr>
        <p:txBody>
          <a:bodyPr anchor="ctr"/>
          <a:lstStyle/>
          <a:p>
            <a:pPr algn="l">
              <a:defRPr sz="1725" b="1">
                <a:solidFill>
                  <a:srgbClr val="10233F"/>
                </a:solidFill>
              </a:defRPr>
            </a:pPr>
            <a:r>
              <a:rPr sz="1725" b="1">
                <a:solidFill>
                  <a:srgbClr val="10233F"/>
                </a:solidFill>
                <a:latin typeface="微软雅黑" panose="020B0503020204020204" pitchFamily="34" charset="-122"/>
                <a:ea typeface="微软雅黑" panose="020B0503020204020204" pitchFamily="34" charset="-122"/>
              </a:rPr>
              <a:t>验证判断</a:t>
            </a:r>
          </a:p>
        </p:txBody>
      </p:sp>
      <p:sp>
        <p:nvSpPr>
          <p:cNvPr id="22" name="layer-desc-2">
            <a:extLst>
              <a:ext uri="{FF2B5EF4-FFF2-40B4-BE49-F238E27FC236}">
                <a16:creationId xmlns:a16="http://schemas.microsoft.com/office/drawing/2014/main" id="{EE4F7030-B7D0-405D-8928-57DB5680B45F}"/>
              </a:ext>
            </a:extLst>
          </p:cNvPr>
          <p:cNvSpPr>
            <a:spLocks noGrp="1"/>
          </p:cNvSpPr>
          <p:nvPr/>
        </p:nvSpPr>
        <p:spPr>
          <a:xfrm>
            <a:off x="5467350" y="4171950"/>
            <a:ext cx="24955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事实｜未知｜假设｜补充证据</a:t>
            </a:r>
          </a:p>
        </p:txBody>
      </p:sp>
      <p:sp>
        <p:nvSpPr>
          <p:cNvPr id="23" name="funnel-3">
            <a:extLst>
              <a:ext uri="{FF2B5EF4-FFF2-40B4-BE49-F238E27FC236}">
                <a16:creationId xmlns:a16="http://schemas.microsoft.com/office/drawing/2014/main" id="{421E4990-9497-4A04-83E3-B4CE32830626}"/>
              </a:ext>
            </a:extLst>
          </p:cNvPr>
          <p:cNvSpPr>
            <a:spLocks noGrp="1"/>
          </p:cNvSpPr>
          <p:nvPr/>
        </p:nvSpPr>
        <p:spPr>
          <a:xfrm>
            <a:off x="5029200" y="4619625"/>
            <a:ext cx="2933700" cy="781050"/>
          </a:xfrm>
          <a:prstGeom prst="trapezoid">
            <a:avLst/>
          </a:prstGeom>
          <a:solidFill>
            <a:srgbClr val="EAF6D8"/>
          </a:solidFill>
          <a:ln w="12383">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num-3">
            <a:extLst>
              <a:ext uri="{FF2B5EF4-FFF2-40B4-BE49-F238E27FC236}">
                <a16:creationId xmlns:a16="http://schemas.microsoft.com/office/drawing/2014/main" id="{06AB163C-2FE7-429D-8491-C410FE9E6CA8}"/>
              </a:ext>
            </a:extLst>
          </p:cNvPr>
          <p:cNvSpPr>
            <a:spLocks noGrp="1"/>
          </p:cNvSpPr>
          <p:nvPr/>
        </p:nvSpPr>
        <p:spPr>
          <a:xfrm>
            <a:off x="5295900" y="4810125"/>
            <a:ext cx="495300" cy="381000"/>
          </a:xfrm>
          <a:prstGeom prst="rect">
            <a:avLst/>
          </a:prstGeom>
          <a:noFill/>
          <a:ln w="0">
            <a:noFill/>
            <a:prstDash val="solid"/>
          </a:ln>
        </p:spPr>
        <p:txBody>
          <a:bodyPr anchor="ctr"/>
          <a:lstStyle/>
          <a:p>
            <a:pPr algn="ctr">
              <a:defRPr sz="1200" b="1">
                <a:solidFill>
                  <a:srgbClr val="78C500"/>
                </a:solidFill>
              </a:defRPr>
            </a:pPr>
            <a:r>
              <a:rPr sz="1200" b="1">
                <a:solidFill>
                  <a:srgbClr val="78C500"/>
                </a:solidFill>
                <a:latin typeface="微软雅黑" panose="020B0503020204020204" pitchFamily="34" charset="-122"/>
                <a:ea typeface="微软雅黑" panose="020B0503020204020204" pitchFamily="34" charset="-122"/>
              </a:rPr>
              <a:t>04</a:t>
            </a:r>
          </a:p>
        </p:txBody>
      </p:sp>
      <p:sp>
        <p:nvSpPr>
          <p:cNvPr id="25" name="layer-title-3">
            <a:extLst>
              <a:ext uri="{FF2B5EF4-FFF2-40B4-BE49-F238E27FC236}">
                <a16:creationId xmlns:a16="http://schemas.microsoft.com/office/drawing/2014/main" id="{90A13395-3E64-48C5-B5FB-EF038BA39191}"/>
              </a:ext>
            </a:extLst>
          </p:cNvPr>
          <p:cNvSpPr>
            <a:spLocks noGrp="1"/>
          </p:cNvSpPr>
          <p:nvPr/>
        </p:nvSpPr>
        <p:spPr>
          <a:xfrm>
            <a:off x="5867400" y="4724400"/>
            <a:ext cx="1619250" cy="323850"/>
          </a:xfrm>
          <a:prstGeom prst="rect">
            <a:avLst/>
          </a:prstGeom>
          <a:noFill/>
          <a:ln w="0">
            <a:noFill/>
            <a:prstDash val="solid"/>
          </a:ln>
        </p:spPr>
        <p:txBody>
          <a:bodyPr anchor="ctr"/>
          <a:lstStyle/>
          <a:p>
            <a:pPr algn="l">
              <a:defRPr sz="1725" b="1">
                <a:solidFill>
                  <a:srgbClr val="10233F"/>
                </a:solidFill>
              </a:defRPr>
            </a:pPr>
            <a:r>
              <a:rPr sz="1725" b="1">
                <a:solidFill>
                  <a:srgbClr val="10233F"/>
                </a:solidFill>
                <a:latin typeface="微软雅黑" panose="020B0503020204020204" pitchFamily="34" charset="-122"/>
                <a:ea typeface="微软雅黑" panose="020B0503020204020204" pitchFamily="34" charset="-122"/>
              </a:rPr>
              <a:t>寻找杠杆</a:t>
            </a:r>
          </a:p>
        </p:txBody>
      </p:sp>
      <p:sp>
        <p:nvSpPr>
          <p:cNvPr id="26" name="layer-desc-3">
            <a:extLst>
              <a:ext uri="{FF2B5EF4-FFF2-40B4-BE49-F238E27FC236}">
                <a16:creationId xmlns:a16="http://schemas.microsoft.com/office/drawing/2014/main" id="{1F4CD967-7CA8-4A30-870F-884D339BE1AB}"/>
              </a:ext>
            </a:extLst>
          </p:cNvPr>
          <p:cNvSpPr>
            <a:spLocks noGrp="1"/>
          </p:cNvSpPr>
          <p:nvPr/>
        </p:nvSpPr>
        <p:spPr>
          <a:xfrm>
            <a:off x="5867400" y="5038725"/>
            <a:ext cx="1920788" cy="152400"/>
          </a:xfrm>
          <a:prstGeom prst="rect">
            <a:avLst/>
          </a:prstGeom>
          <a:noFill/>
          <a:ln w="0">
            <a:noFill/>
            <a:prstDash val="solid"/>
          </a:ln>
        </p:spPr>
        <p:txBody>
          <a:bodyPr anchor="ctr"/>
          <a:lstStyle/>
          <a:p>
            <a:pPr algn="l">
              <a:defRPr sz="1125" b="0">
                <a:solidFill>
                  <a:srgbClr val="53657B"/>
                </a:solidFill>
              </a:defRPr>
            </a:pPr>
            <a:r>
              <a:rPr sz="1125" b="0" dirty="0" err="1">
                <a:solidFill>
                  <a:srgbClr val="53657B"/>
                </a:solidFill>
                <a:latin typeface="微软雅黑" panose="020B0503020204020204" pitchFamily="34" charset="-122"/>
                <a:ea typeface="微软雅黑" panose="020B0503020204020204" pitchFamily="34" charset="-122"/>
              </a:rPr>
              <a:t>影响大</a:t>
            </a:r>
            <a:r>
              <a:rPr sz="1125" b="0" dirty="0">
                <a:solidFill>
                  <a:srgbClr val="53657B"/>
                </a:solidFill>
                <a:latin typeface="微软雅黑" panose="020B0503020204020204" pitchFamily="34" charset="-122"/>
                <a:ea typeface="微软雅黑" panose="020B0503020204020204" pitchFamily="34" charset="-122"/>
              </a:rPr>
              <a:t> × </a:t>
            </a:r>
            <a:r>
              <a:rPr sz="1125" b="0" dirty="0" err="1">
                <a:solidFill>
                  <a:srgbClr val="53657B"/>
                </a:solidFill>
                <a:latin typeface="微软雅黑" panose="020B0503020204020204" pitchFamily="34" charset="-122"/>
                <a:ea typeface="微软雅黑" panose="020B0503020204020204" pitchFamily="34" charset="-122"/>
              </a:rPr>
              <a:t>可行动</a:t>
            </a:r>
            <a:r>
              <a:rPr sz="1125" b="0" dirty="0">
                <a:solidFill>
                  <a:srgbClr val="53657B"/>
                </a:solidFill>
                <a:latin typeface="微软雅黑" panose="020B0503020204020204" pitchFamily="34" charset="-122"/>
                <a:ea typeface="微软雅黑" panose="020B0503020204020204" pitchFamily="34" charset="-122"/>
              </a:rPr>
              <a:t> × </a:t>
            </a:r>
            <a:r>
              <a:rPr sz="1125" b="0" dirty="0" err="1">
                <a:solidFill>
                  <a:srgbClr val="53657B"/>
                </a:solidFill>
                <a:latin typeface="微软雅黑" panose="020B0503020204020204" pitchFamily="34" charset="-122"/>
                <a:ea typeface="微软雅黑" panose="020B0503020204020204" pitchFamily="34" charset="-122"/>
              </a:rPr>
              <a:t>可验证</a:t>
            </a:r>
            <a:endParaRPr sz="1125" b="0" dirty="0">
              <a:solidFill>
                <a:srgbClr val="53657B"/>
              </a:solidFill>
              <a:latin typeface="微软雅黑" panose="020B0503020204020204" pitchFamily="34" charset="-122"/>
              <a:ea typeface="微软雅黑" panose="020B0503020204020204" pitchFamily="34" charset="-122"/>
            </a:endParaRPr>
          </a:p>
        </p:txBody>
      </p:sp>
      <p:sp>
        <p:nvSpPr>
          <p:cNvPr id="27" name="guide-head">
            <a:extLst>
              <a:ext uri="{FF2B5EF4-FFF2-40B4-BE49-F238E27FC236}">
                <a16:creationId xmlns:a16="http://schemas.microsoft.com/office/drawing/2014/main" id="{2EA39CDC-9B72-46AC-AD7E-AFEC6159562D}"/>
              </a:ext>
            </a:extLst>
          </p:cNvPr>
          <p:cNvSpPr>
            <a:spLocks noGrp="1"/>
          </p:cNvSpPr>
          <p:nvPr/>
        </p:nvSpPr>
        <p:spPr>
          <a:xfrm>
            <a:off x="9315450" y="1971675"/>
            <a:ext cx="2286000" cy="323850"/>
          </a:xfrm>
          <a:prstGeom prst="rect">
            <a:avLst/>
          </a:prstGeom>
          <a:noFill/>
          <a:ln w="0">
            <a:noFill/>
            <a:prstDash val="solid"/>
          </a:ln>
        </p:spPr>
        <p:txBody>
          <a:bodyPr anchor="ctr"/>
          <a:lstStyle/>
          <a:p>
            <a:pPr algn="l">
              <a:defRPr sz="1500" b="1">
                <a:solidFill>
                  <a:srgbClr val="10233F"/>
                </a:solidFill>
              </a:defRPr>
            </a:pPr>
            <a:r>
              <a:rPr sz="1500" b="1">
                <a:solidFill>
                  <a:srgbClr val="10233F"/>
                </a:solidFill>
                <a:latin typeface="微软雅黑" panose="020B0503020204020204" pitchFamily="34" charset="-122"/>
                <a:ea typeface="微软雅黑" panose="020B0503020204020204" pitchFamily="34" charset="-122"/>
              </a:rPr>
              <a:t>每一层只回答一个问题</a:t>
            </a:r>
          </a:p>
        </p:txBody>
      </p:sp>
      <p:sp>
        <p:nvSpPr>
          <p:cNvPr id="28" name="q-0">
            <a:extLst>
              <a:ext uri="{FF2B5EF4-FFF2-40B4-BE49-F238E27FC236}">
                <a16:creationId xmlns:a16="http://schemas.microsoft.com/office/drawing/2014/main" id="{C5C29AF2-412B-405C-B2B8-867B8E5706D5}"/>
              </a:ext>
            </a:extLst>
          </p:cNvPr>
          <p:cNvSpPr>
            <a:spLocks noGrp="1"/>
          </p:cNvSpPr>
          <p:nvPr/>
        </p:nvSpPr>
        <p:spPr>
          <a:xfrm>
            <a:off x="9315450" y="2438400"/>
            <a:ext cx="2266950" cy="266700"/>
          </a:xfrm>
          <a:prstGeom prst="rect">
            <a:avLst/>
          </a:prstGeom>
          <a:noFill/>
          <a:ln w="0">
            <a:noFill/>
            <a:prstDash val="solid"/>
          </a:ln>
        </p:spPr>
        <p:txBody>
          <a:bodyPr anchor="ctr"/>
          <a:lstStyle/>
          <a:p>
            <a:pPr algn="l">
              <a:defRPr sz="1275" b="1">
                <a:solidFill>
                  <a:srgbClr val="3478E5"/>
                </a:solidFill>
              </a:defRPr>
            </a:pPr>
            <a:r>
              <a:rPr sz="1275" b="1" dirty="0" err="1">
                <a:solidFill>
                  <a:srgbClr val="3478E5"/>
                </a:solidFill>
                <a:latin typeface="微软雅黑" panose="020B0503020204020204" pitchFamily="34" charset="-122"/>
                <a:ea typeface="微软雅黑" panose="020B0503020204020204" pitchFamily="34" charset="-122"/>
              </a:rPr>
              <a:t>我们</a:t>
            </a:r>
            <a:r>
              <a:rPr lang="zh-CN" altLang="en-US" sz="1275" b="1" dirty="0">
                <a:solidFill>
                  <a:srgbClr val="3478E5"/>
                </a:solidFill>
                <a:latin typeface="微软雅黑" panose="020B0503020204020204" pitchFamily="34" charset="-122"/>
                <a:ea typeface="微软雅黑" panose="020B0503020204020204" pitchFamily="34" charset="-122"/>
              </a:rPr>
              <a:t>看到</a:t>
            </a:r>
            <a:r>
              <a:rPr sz="1275" b="1" dirty="0" err="1">
                <a:solidFill>
                  <a:srgbClr val="3478E5"/>
                </a:solidFill>
                <a:latin typeface="微软雅黑" panose="020B0503020204020204" pitchFamily="34" charset="-122"/>
                <a:ea typeface="微软雅黑" panose="020B0503020204020204" pitchFamily="34" charset="-122"/>
              </a:rPr>
              <a:t>听到了什么</a:t>
            </a:r>
            <a:r>
              <a:rPr sz="1275" b="1" dirty="0">
                <a:solidFill>
                  <a:srgbClr val="3478E5"/>
                </a:solidFill>
                <a:latin typeface="微软雅黑" panose="020B0503020204020204" pitchFamily="34" charset="-122"/>
                <a:ea typeface="微软雅黑" panose="020B0503020204020204" pitchFamily="34" charset="-122"/>
              </a:rPr>
              <a:t>？</a:t>
            </a:r>
          </a:p>
        </p:txBody>
      </p:sp>
      <p:sp>
        <p:nvSpPr>
          <p:cNvPr id="29" name="qa-0">
            <a:extLst>
              <a:ext uri="{FF2B5EF4-FFF2-40B4-BE49-F238E27FC236}">
                <a16:creationId xmlns:a16="http://schemas.microsoft.com/office/drawing/2014/main" id="{6C0ACB03-7932-4058-8F09-868A099D82A6}"/>
              </a:ext>
            </a:extLst>
          </p:cNvPr>
          <p:cNvSpPr>
            <a:spLocks noGrp="1"/>
          </p:cNvSpPr>
          <p:nvPr/>
        </p:nvSpPr>
        <p:spPr>
          <a:xfrm>
            <a:off x="9315450" y="2724150"/>
            <a:ext cx="21907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先扩大信息面</a:t>
            </a:r>
          </a:p>
        </p:txBody>
      </p:sp>
      <p:sp>
        <p:nvSpPr>
          <p:cNvPr id="30" name="q-1">
            <a:extLst>
              <a:ext uri="{FF2B5EF4-FFF2-40B4-BE49-F238E27FC236}">
                <a16:creationId xmlns:a16="http://schemas.microsoft.com/office/drawing/2014/main" id="{CA29DCC5-5786-4456-9D79-D7EF9752F183}"/>
              </a:ext>
            </a:extLst>
          </p:cNvPr>
          <p:cNvSpPr>
            <a:spLocks noGrp="1"/>
          </p:cNvSpPr>
          <p:nvPr/>
        </p:nvSpPr>
        <p:spPr>
          <a:xfrm>
            <a:off x="9315450" y="3305175"/>
            <a:ext cx="2266950" cy="266700"/>
          </a:xfrm>
          <a:prstGeom prst="rect">
            <a:avLst/>
          </a:prstGeom>
          <a:noFill/>
          <a:ln w="0">
            <a:noFill/>
            <a:prstDash val="solid"/>
          </a:ln>
        </p:spPr>
        <p:txBody>
          <a:bodyPr anchor="ctr"/>
          <a:lstStyle/>
          <a:p>
            <a:pPr algn="l">
              <a:defRPr sz="1275" b="1">
                <a:solidFill>
                  <a:srgbClr val="16A9C4"/>
                </a:solidFill>
              </a:defRPr>
            </a:pPr>
            <a:r>
              <a:rPr sz="1275" b="1">
                <a:solidFill>
                  <a:srgbClr val="16A9C4"/>
                </a:solidFill>
                <a:latin typeface="微软雅黑" panose="020B0503020204020204" pitchFamily="34" charset="-122"/>
                <a:ea typeface="微软雅黑" panose="020B0503020204020204" pitchFamily="34" charset="-122"/>
              </a:rPr>
              <a:t>信息之间有何关系？</a:t>
            </a:r>
          </a:p>
        </p:txBody>
      </p:sp>
      <p:sp>
        <p:nvSpPr>
          <p:cNvPr id="31" name="qa-1">
            <a:extLst>
              <a:ext uri="{FF2B5EF4-FFF2-40B4-BE49-F238E27FC236}">
                <a16:creationId xmlns:a16="http://schemas.microsoft.com/office/drawing/2014/main" id="{510A1800-9E2D-429D-B6FF-6C2FBAD122DA}"/>
              </a:ext>
            </a:extLst>
          </p:cNvPr>
          <p:cNvSpPr>
            <a:spLocks noGrp="1"/>
          </p:cNvSpPr>
          <p:nvPr/>
        </p:nvSpPr>
        <p:spPr>
          <a:xfrm>
            <a:off x="9315450" y="3590925"/>
            <a:ext cx="21907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避免把声音堆在一起</a:t>
            </a:r>
          </a:p>
        </p:txBody>
      </p:sp>
      <p:sp>
        <p:nvSpPr>
          <p:cNvPr id="32" name="q-2">
            <a:extLst>
              <a:ext uri="{FF2B5EF4-FFF2-40B4-BE49-F238E27FC236}">
                <a16:creationId xmlns:a16="http://schemas.microsoft.com/office/drawing/2014/main" id="{8A17B6D9-2BFA-4E8F-90F1-6C2886099063}"/>
              </a:ext>
            </a:extLst>
          </p:cNvPr>
          <p:cNvSpPr>
            <a:spLocks noGrp="1"/>
          </p:cNvSpPr>
          <p:nvPr/>
        </p:nvSpPr>
        <p:spPr>
          <a:xfrm>
            <a:off x="9315450" y="4171950"/>
            <a:ext cx="2266950" cy="266700"/>
          </a:xfrm>
          <a:prstGeom prst="rect">
            <a:avLst/>
          </a:prstGeom>
          <a:noFill/>
          <a:ln w="0">
            <a:noFill/>
            <a:prstDash val="solid"/>
          </a:ln>
        </p:spPr>
        <p:txBody>
          <a:bodyPr anchor="ctr"/>
          <a:lstStyle/>
          <a:p>
            <a:pPr algn="l">
              <a:defRPr sz="1275" b="1">
                <a:solidFill>
                  <a:srgbClr val="D78B00"/>
                </a:solidFill>
              </a:defRPr>
            </a:pPr>
            <a:r>
              <a:rPr sz="1275" b="1">
                <a:solidFill>
                  <a:srgbClr val="D78B00"/>
                </a:solidFill>
                <a:latin typeface="微软雅黑" panose="020B0503020204020204" pitchFamily="34" charset="-122"/>
                <a:ea typeface="微软雅黑" panose="020B0503020204020204" pitchFamily="34" charset="-122"/>
              </a:rPr>
              <a:t>哪些判断有证据？</a:t>
            </a:r>
          </a:p>
        </p:txBody>
      </p:sp>
      <p:sp>
        <p:nvSpPr>
          <p:cNvPr id="33" name="qa-2">
            <a:extLst>
              <a:ext uri="{FF2B5EF4-FFF2-40B4-BE49-F238E27FC236}">
                <a16:creationId xmlns:a16="http://schemas.microsoft.com/office/drawing/2014/main" id="{0F8C2CDD-2135-4B30-A17D-88749AC12013}"/>
              </a:ext>
            </a:extLst>
          </p:cNvPr>
          <p:cNvSpPr>
            <a:spLocks noGrp="1"/>
          </p:cNvSpPr>
          <p:nvPr/>
        </p:nvSpPr>
        <p:spPr>
          <a:xfrm>
            <a:off x="9315450" y="4457700"/>
            <a:ext cx="21907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一致意见也必须验证</a:t>
            </a:r>
          </a:p>
        </p:txBody>
      </p:sp>
      <p:sp>
        <p:nvSpPr>
          <p:cNvPr id="34" name="q-3">
            <a:extLst>
              <a:ext uri="{FF2B5EF4-FFF2-40B4-BE49-F238E27FC236}">
                <a16:creationId xmlns:a16="http://schemas.microsoft.com/office/drawing/2014/main" id="{882824A6-63A5-4A2C-BB20-46CF6DA71B24}"/>
              </a:ext>
            </a:extLst>
          </p:cNvPr>
          <p:cNvSpPr>
            <a:spLocks noGrp="1"/>
          </p:cNvSpPr>
          <p:nvPr/>
        </p:nvSpPr>
        <p:spPr>
          <a:xfrm>
            <a:off x="9315450" y="5038725"/>
            <a:ext cx="2266950" cy="266700"/>
          </a:xfrm>
          <a:prstGeom prst="rect">
            <a:avLst/>
          </a:prstGeom>
          <a:noFill/>
          <a:ln w="0">
            <a:noFill/>
            <a:prstDash val="solid"/>
          </a:ln>
        </p:spPr>
        <p:txBody>
          <a:bodyPr anchor="ctr"/>
          <a:lstStyle/>
          <a:p>
            <a:pPr algn="l">
              <a:defRPr sz="1275" b="1">
                <a:solidFill>
                  <a:srgbClr val="78C500"/>
                </a:solidFill>
              </a:defRPr>
            </a:pPr>
            <a:r>
              <a:rPr sz="1275" b="1">
                <a:solidFill>
                  <a:srgbClr val="78C500"/>
                </a:solidFill>
                <a:latin typeface="微软雅黑" panose="020B0503020204020204" pitchFamily="34" charset="-122"/>
                <a:ea typeface="微软雅黑" panose="020B0503020204020204" pitchFamily="34" charset="-122"/>
              </a:rPr>
              <a:t>改哪里最能带动结果？</a:t>
            </a:r>
          </a:p>
        </p:txBody>
      </p:sp>
      <p:sp>
        <p:nvSpPr>
          <p:cNvPr id="35" name="qa-3">
            <a:extLst>
              <a:ext uri="{FF2B5EF4-FFF2-40B4-BE49-F238E27FC236}">
                <a16:creationId xmlns:a16="http://schemas.microsoft.com/office/drawing/2014/main" id="{1AA26084-A402-4078-B15F-2ED59AB0D55E}"/>
              </a:ext>
            </a:extLst>
          </p:cNvPr>
          <p:cNvSpPr>
            <a:spLocks noGrp="1"/>
          </p:cNvSpPr>
          <p:nvPr/>
        </p:nvSpPr>
        <p:spPr>
          <a:xfrm>
            <a:off x="9315450" y="5324475"/>
            <a:ext cx="2190750" cy="247650"/>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聚焦团队可作用之处</a:t>
            </a:r>
          </a:p>
        </p:txBody>
      </p:sp>
      <p:sp>
        <p:nvSpPr>
          <p:cNvPr id="36" name="footer">
            <a:extLst>
              <a:ext uri="{FF2B5EF4-FFF2-40B4-BE49-F238E27FC236}">
                <a16:creationId xmlns:a16="http://schemas.microsoft.com/office/drawing/2014/main" id="{D786F9EA-D546-430B-B191-BB830C35AAF2}"/>
              </a:ext>
            </a:extLst>
          </p:cNvPr>
          <p:cNvSpPr>
            <a:spLocks noGrp="1"/>
          </p:cNvSpPr>
          <p:nvPr/>
        </p:nvSpPr>
        <p:spPr>
          <a:xfrm>
            <a:off x="628650" y="5886450"/>
            <a:ext cx="10934700" cy="590550"/>
          </a:xfrm>
          <a:prstGeom prst="roundRect">
            <a:avLst>
              <a:gd name="adj" fmla="val 12903"/>
            </a:avLst>
          </a:prstGeom>
          <a:solidFill>
            <a:srgbClr val="F1F6FB"/>
          </a:solidFill>
          <a:ln w="0">
            <a:solidFill>
              <a:srgbClr val="F1F6FB"/>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footer-label">
            <a:extLst>
              <a:ext uri="{FF2B5EF4-FFF2-40B4-BE49-F238E27FC236}">
                <a16:creationId xmlns:a16="http://schemas.microsoft.com/office/drawing/2014/main" id="{0D3FF0E5-89EF-4477-934C-0E5550E508F2}"/>
              </a:ext>
            </a:extLst>
          </p:cNvPr>
          <p:cNvSpPr>
            <a:spLocks noGrp="1"/>
          </p:cNvSpPr>
          <p:nvPr/>
        </p:nvSpPr>
        <p:spPr>
          <a:xfrm>
            <a:off x="819150" y="6038850"/>
            <a:ext cx="1028700" cy="285750"/>
          </a:xfrm>
          <a:prstGeom prst="rect">
            <a:avLst/>
          </a:prstGeom>
          <a:noFill/>
          <a:ln w="0">
            <a:noFill/>
            <a:prstDash val="solid"/>
          </a:ln>
        </p:spPr>
        <p:txBody>
          <a:bodyPr anchor="ctr"/>
          <a:lstStyle/>
          <a:p>
            <a:pPr algn="l">
              <a:defRPr sz="1200" b="1">
                <a:solidFill>
                  <a:srgbClr val="D95046"/>
                </a:solidFill>
              </a:defRPr>
            </a:pPr>
            <a:r>
              <a:rPr sz="1200" b="1" dirty="0" err="1">
                <a:solidFill>
                  <a:srgbClr val="D95046"/>
                </a:solidFill>
                <a:latin typeface="微软雅黑" panose="020B0503020204020204" pitchFamily="34" charset="-122"/>
                <a:ea typeface="微软雅黑" panose="020B0503020204020204" pitchFamily="34" charset="-122"/>
              </a:rPr>
              <a:t>关键提醒</a:t>
            </a:r>
            <a:endParaRPr sz="1200" b="1" dirty="0">
              <a:solidFill>
                <a:srgbClr val="D95046"/>
              </a:solidFill>
              <a:latin typeface="微软雅黑" panose="020B0503020204020204" pitchFamily="34" charset="-122"/>
              <a:ea typeface="微软雅黑" panose="020B0503020204020204" pitchFamily="34" charset="-122"/>
            </a:endParaRPr>
          </a:p>
        </p:txBody>
      </p:sp>
      <p:sp>
        <p:nvSpPr>
          <p:cNvPr id="38" name="footer-copy">
            <a:extLst>
              <a:ext uri="{FF2B5EF4-FFF2-40B4-BE49-F238E27FC236}">
                <a16:creationId xmlns:a16="http://schemas.microsoft.com/office/drawing/2014/main" id="{85CCE8A0-5DFE-47DE-BA25-08A99D31458A}"/>
              </a:ext>
            </a:extLst>
          </p:cNvPr>
          <p:cNvSpPr>
            <a:spLocks noGrp="1"/>
          </p:cNvSpPr>
          <p:nvPr/>
        </p:nvSpPr>
        <p:spPr>
          <a:xfrm>
            <a:off x="1847850" y="6010275"/>
            <a:ext cx="9410700" cy="32385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漏斗不是“筛掉不同意见”，而是把包括一致意见在内的所有判断送去结构化与验证。</a:t>
            </a:r>
          </a:p>
        </p:txBody>
      </p:sp>
    </p:spTree>
    <p:extLst>
      <p:ext uri="{BB962C8B-B14F-4D97-AF65-F5344CB8AC3E}">
        <p14:creationId xmlns:p14="http://schemas.microsoft.com/office/powerpoint/2010/main" val="475725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1">
            <a:extLst>
              <a:ext uri="{FF2B5EF4-FFF2-40B4-BE49-F238E27FC236}">
                <a16:creationId xmlns:a16="http://schemas.microsoft.com/office/drawing/2014/main" id="{B3FC603B-F8B7-4A06-AE2C-2920375883FD}"/>
              </a:ext>
            </a:extLst>
          </p:cNvPr>
          <p:cNvSpPr>
            <a:spLocks noGrp="1"/>
          </p:cNvSpPr>
          <p:nvPr/>
        </p:nvSpPr>
        <p:spPr>
          <a:xfrm>
            <a:off x="599883" y="371475"/>
            <a:ext cx="10715625" cy="495300"/>
          </a:xfrm>
          <a:prstGeom prst="rect">
            <a:avLst/>
          </a:prstGeom>
          <a:noFill/>
          <a:ln w="0">
            <a:noFill/>
            <a:prstDash val="solid"/>
          </a:ln>
        </p:spPr>
        <p:txBody>
          <a:bodyPr anchor="ctr"/>
          <a:lstStyle/>
          <a:p>
            <a:pPr algn="l">
              <a:defRPr sz="2700" b="1">
                <a:solidFill>
                  <a:srgbClr val="10233F"/>
                </a:solidFill>
              </a:defRPr>
            </a:pPr>
            <a:r>
              <a:rPr sz="2700" b="1" dirty="0" err="1">
                <a:solidFill>
                  <a:srgbClr val="10233F"/>
                </a:solidFill>
                <a:latin typeface="微软雅黑" panose="020B0503020204020204" pitchFamily="34" charset="-122"/>
                <a:ea typeface="微软雅黑" panose="020B0503020204020204" pitchFamily="34" charset="-122"/>
              </a:rPr>
              <a:t>MECE：每层只用一个标准，分支不打架也不留空</a:t>
            </a:r>
            <a:endParaRPr lang="en-US" sz="2700" b="1" dirty="0">
              <a:solidFill>
                <a:srgbClr val="10233F"/>
              </a:solidFill>
              <a:latin typeface="微软雅黑" panose="020B0503020204020204" pitchFamily="34" charset="-122"/>
              <a:ea typeface="微软雅黑" panose="020B0503020204020204" pitchFamily="34" charset="-122"/>
            </a:endParaRPr>
          </a:p>
          <a:p>
            <a:pPr>
              <a:defRPr sz="2700" b="1">
                <a:solidFill>
                  <a:srgbClr val="10233F"/>
                </a:solidFill>
              </a:defRPr>
            </a:pPr>
            <a:r>
              <a:rPr lang="en-US" altLang="zh-CN" dirty="0"/>
              <a:t>Mutually Exclusive, Collectively Exhaustive</a:t>
            </a:r>
            <a:endParaRPr sz="2700" b="1" dirty="0">
              <a:solidFill>
                <a:srgbClr val="10233F"/>
              </a:solidFill>
              <a:latin typeface="微软雅黑" panose="020B0503020204020204" pitchFamily="34" charset="-122"/>
              <a:ea typeface="微软雅黑" panose="020B0503020204020204" pitchFamily="34" charset="-122"/>
            </a:endParaRPr>
          </a:p>
        </p:txBody>
      </p:sp>
      <p:sp>
        <p:nvSpPr>
          <p:cNvPr id="5" name="sub-1">
            <a:extLst>
              <a:ext uri="{FF2B5EF4-FFF2-40B4-BE49-F238E27FC236}">
                <a16:creationId xmlns:a16="http://schemas.microsoft.com/office/drawing/2014/main" id="{B7D1EF71-2932-4549-AF5C-E4762E1C089D}"/>
              </a:ext>
            </a:extLst>
          </p:cNvPr>
          <p:cNvSpPr>
            <a:spLocks noGrp="1"/>
          </p:cNvSpPr>
          <p:nvPr/>
        </p:nvSpPr>
        <p:spPr>
          <a:xfrm>
            <a:off x="723900" y="1228725"/>
            <a:ext cx="10572750" cy="323850"/>
          </a:xfrm>
          <a:prstGeom prst="rect">
            <a:avLst/>
          </a:prstGeom>
          <a:noFill/>
          <a:ln w="0">
            <a:noFill/>
            <a:prstDash val="solid"/>
          </a:ln>
        </p:spPr>
        <p:txBody>
          <a:bodyPr anchor="ctr"/>
          <a:lstStyle/>
          <a:p>
            <a:pPr algn="l">
              <a:defRPr sz="1350" b="0">
                <a:solidFill>
                  <a:srgbClr val="52647A"/>
                </a:solidFill>
              </a:defRPr>
            </a:pPr>
            <a:r>
              <a:rPr sz="1350" b="0">
                <a:solidFill>
                  <a:srgbClr val="52647A"/>
                </a:solidFill>
                <a:latin typeface="微软雅黑" panose="020B0503020204020204" pitchFamily="34" charset="-122"/>
                <a:ea typeface="微软雅黑" panose="020B0503020204020204" pitchFamily="34" charset="-122"/>
              </a:rPr>
              <a:t>结构化不是把内容排整齐，而是用同一维度控制分析边界。</a:t>
            </a:r>
          </a:p>
        </p:txBody>
      </p:sp>
      <p:sp>
        <p:nvSpPr>
          <p:cNvPr id="7" name="s1-left-head">
            <a:extLst>
              <a:ext uri="{FF2B5EF4-FFF2-40B4-BE49-F238E27FC236}">
                <a16:creationId xmlns:a16="http://schemas.microsoft.com/office/drawing/2014/main" id="{F46E4850-1F3F-49AE-A860-B2B520AFBDB7}"/>
              </a:ext>
            </a:extLst>
          </p:cNvPr>
          <p:cNvSpPr>
            <a:spLocks noGrp="1"/>
          </p:cNvSpPr>
          <p:nvPr/>
        </p:nvSpPr>
        <p:spPr>
          <a:xfrm>
            <a:off x="723900" y="1971675"/>
            <a:ext cx="2476500" cy="323850"/>
          </a:xfrm>
          <a:prstGeom prst="rect">
            <a:avLst/>
          </a:prstGeom>
          <a:noFill/>
          <a:ln w="0">
            <a:noFill/>
            <a:prstDash val="solid"/>
          </a:ln>
        </p:spPr>
        <p:txBody>
          <a:bodyPr anchor="ctr"/>
          <a:lstStyle/>
          <a:p>
            <a:pPr algn="l">
              <a:defRPr sz="1650" b="1">
                <a:solidFill>
                  <a:srgbClr val="10233F"/>
                </a:solidFill>
              </a:defRPr>
            </a:pPr>
            <a:r>
              <a:rPr sz="1650" b="1">
                <a:solidFill>
                  <a:srgbClr val="10233F"/>
                </a:solidFill>
                <a:latin typeface="微软雅黑" panose="020B0503020204020204" pitchFamily="34" charset="-122"/>
                <a:ea typeface="微软雅黑" panose="020B0503020204020204" pitchFamily="34" charset="-122"/>
              </a:rPr>
              <a:t>两个检查问题</a:t>
            </a:r>
          </a:p>
        </p:txBody>
      </p:sp>
      <p:sp>
        <p:nvSpPr>
          <p:cNvPr id="8" name="s1-mi">
            <a:extLst>
              <a:ext uri="{FF2B5EF4-FFF2-40B4-BE49-F238E27FC236}">
                <a16:creationId xmlns:a16="http://schemas.microsoft.com/office/drawing/2014/main" id="{AE9FB338-3C45-485B-8571-19CB6C353CEB}"/>
              </a:ext>
            </a:extLst>
          </p:cNvPr>
          <p:cNvSpPr>
            <a:spLocks noGrp="1"/>
          </p:cNvSpPr>
          <p:nvPr/>
        </p:nvSpPr>
        <p:spPr>
          <a:xfrm>
            <a:off x="723900" y="2447925"/>
            <a:ext cx="2381250" cy="304800"/>
          </a:xfrm>
          <a:prstGeom prst="rect">
            <a:avLst/>
          </a:prstGeom>
          <a:noFill/>
          <a:ln w="0">
            <a:noFill/>
            <a:prstDash val="solid"/>
          </a:ln>
        </p:spPr>
        <p:txBody>
          <a:bodyPr anchor="ctr"/>
          <a:lstStyle/>
          <a:p>
            <a:pPr algn="l">
              <a:defRPr sz="1500" b="1">
                <a:solidFill>
                  <a:srgbClr val="3478E5"/>
                </a:solidFill>
              </a:defRPr>
            </a:pPr>
            <a:r>
              <a:rPr sz="1500" b="1">
                <a:solidFill>
                  <a:srgbClr val="3478E5"/>
                </a:solidFill>
                <a:latin typeface="微软雅黑" panose="020B0503020204020204" pitchFamily="34" charset="-122"/>
                <a:ea typeface="微软雅黑" panose="020B0503020204020204" pitchFamily="34" charset="-122"/>
              </a:rPr>
              <a:t>ME｜互不重叠</a:t>
            </a:r>
          </a:p>
        </p:txBody>
      </p:sp>
      <p:sp>
        <p:nvSpPr>
          <p:cNvPr id="9" name="s1-mi2">
            <a:extLst>
              <a:ext uri="{FF2B5EF4-FFF2-40B4-BE49-F238E27FC236}">
                <a16:creationId xmlns:a16="http://schemas.microsoft.com/office/drawing/2014/main" id="{C050DB1D-B3BB-4C0C-8735-0CAA2CF64796}"/>
              </a:ext>
            </a:extLst>
          </p:cNvPr>
          <p:cNvSpPr>
            <a:spLocks noGrp="1"/>
          </p:cNvSpPr>
          <p:nvPr/>
        </p:nvSpPr>
        <p:spPr>
          <a:xfrm>
            <a:off x="723900" y="2781300"/>
            <a:ext cx="2857500" cy="285750"/>
          </a:xfrm>
          <a:prstGeom prst="rect">
            <a:avLst/>
          </a:prstGeom>
          <a:noFill/>
          <a:ln w="0">
            <a:noFill/>
            <a:prstDash val="solid"/>
          </a:ln>
        </p:spPr>
        <p:txBody>
          <a:bodyPr anchor="ctr"/>
          <a:lstStyle/>
          <a:p>
            <a:pPr algn="l">
              <a:defRPr sz="1200" b="0">
                <a:solidFill>
                  <a:srgbClr val="52647A"/>
                </a:solidFill>
              </a:defRPr>
            </a:pPr>
            <a:r>
              <a:rPr sz="1200" b="0">
                <a:solidFill>
                  <a:srgbClr val="52647A"/>
                </a:solidFill>
                <a:latin typeface="微软雅黑" panose="020B0503020204020204" pitchFamily="34" charset="-122"/>
                <a:ea typeface="微软雅黑" panose="020B0503020204020204" pitchFamily="34" charset="-122"/>
              </a:rPr>
              <a:t>一个事实只应落入一个分支。</a:t>
            </a:r>
          </a:p>
        </p:txBody>
      </p:sp>
      <p:sp>
        <p:nvSpPr>
          <p:cNvPr id="10" name="s1-ce">
            <a:extLst>
              <a:ext uri="{FF2B5EF4-FFF2-40B4-BE49-F238E27FC236}">
                <a16:creationId xmlns:a16="http://schemas.microsoft.com/office/drawing/2014/main" id="{41A0285B-56B0-4694-B3D8-ABB234EFEBC5}"/>
              </a:ext>
            </a:extLst>
          </p:cNvPr>
          <p:cNvSpPr>
            <a:spLocks noGrp="1"/>
          </p:cNvSpPr>
          <p:nvPr/>
        </p:nvSpPr>
        <p:spPr>
          <a:xfrm>
            <a:off x="723900" y="3324225"/>
            <a:ext cx="2857500" cy="304800"/>
          </a:xfrm>
          <a:prstGeom prst="rect">
            <a:avLst/>
          </a:prstGeom>
          <a:noFill/>
          <a:ln w="0">
            <a:noFill/>
            <a:prstDash val="solid"/>
          </a:ln>
        </p:spPr>
        <p:txBody>
          <a:bodyPr anchor="ctr"/>
          <a:lstStyle/>
          <a:p>
            <a:pPr algn="l">
              <a:defRPr sz="1500" b="1">
                <a:solidFill>
                  <a:srgbClr val="78C500"/>
                </a:solidFill>
              </a:defRPr>
            </a:pPr>
            <a:r>
              <a:rPr sz="1500" b="1">
                <a:solidFill>
                  <a:srgbClr val="78C500"/>
                </a:solidFill>
                <a:latin typeface="微软雅黑" panose="020B0503020204020204" pitchFamily="34" charset="-122"/>
                <a:ea typeface="微软雅黑" panose="020B0503020204020204" pitchFamily="34" charset="-122"/>
              </a:rPr>
              <a:t>CE｜合在一起较完整</a:t>
            </a:r>
          </a:p>
        </p:txBody>
      </p:sp>
      <p:sp>
        <p:nvSpPr>
          <p:cNvPr id="11" name="s1-ce2">
            <a:extLst>
              <a:ext uri="{FF2B5EF4-FFF2-40B4-BE49-F238E27FC236}">
                <a16:creationId xmlns:a16="http://schemas.microsoft.com/office/drawing/2014/main" id="{FED28EA6-2A3D-4845-BC8C-B3396EB63337}"/>
              </a:ext>
            </a:extLst>
          </p:cNvPr>
          <p:cNvSpPr>
            <a:spLocks noGrp="1"/>
          </p:cNvSpPr>
          <p:nvPr/>
        </p:nvSpPr>
        <p:spPr>
          <a:xfrm>
            <a:off x="723900" y="3657600"/>
            <a:ext cx="2952750" cy="285750"/>
          </a:xfrm>
          <a:prstGeom prst="rect">
            <a:avLst/>
          </a:prstGeom>
          <a:noFill/>
          <a:ln w="0">
            <a:noFill/>
            <a:prstDash val="solid"/>
          </a:ln>
        </p:spPr>
        <p:txBody>
          <a:bodyPr anchor="ctr"/>
          <a:lstStyle/>
          <a:p>
            <a:pPr algn="l">
              <a:defRPr sz="1200" b="0">
                <a:solidFill>
                  <a:srgbClr val="52647A"/>
                </a:solidFill>
              </a:defRPr>
            </a:pPr>
            <a:r>
              <a:rPr sz="1200" b="0">
                <a:solidFill>
                  <a:srgbClr val="52647A"/>
                </a:solidFill>
                <a:latin typeface="微软雅黑" panose="020B0503020204020204" pitchFamily="34" charset="-122"/>
                <a:ea typeface="微软雅黑" panose="020B0503020204020204" pitchFamily="34" charset="-122"/>
              </a:rPr>
              <a:t>关键范围能够被所有分支覆盖。</a:t>
            </a:r>
          </a:p>
        </p:txBody>
      </p:sp>
      <p:sp>
        <p:nvSpPr>
          <p:cNvPr id="12" name="s1-q">
            <a:extLst>
              <a:ext uri="{FF2B5EF4-FFF2-40B4-BE49-F238E27FC236}">
                <a16:creationId xmlns:a16="http://schemas.microsoft.com/office/drawing/2014/main" id="{E993D964-0AA0-4675-9B1B-D3C18C88A049}"/>
              </a:ext>
            </a:extLst>
          </p:cNvPr>
          <p:cNvSpPr>
            <a:spLocks noGrp="1"/>
          </p:cNvSpPr>
          <p:nvPr/>
        </p:nvSpPr>
        <p:spPr>
          <a:xfrm>
            <a:off x="723900" y="4295775"/>
            <a:ext cx="2895600" cy="876300"/>
          </a:xfrm>
          <a:prstGeom prst="roundRect">
            <a:avLst>
              <a:gd name="adj" fmla="val 9783"/>
            </a:avLst>
          </a:prstGeom>
          <a:solidFill>
            <a:srgbClr val="FFF7E6"/>
          </a:solidFill>
          <a:ln w="9525">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s1-qt">
            <a:extLst>
              <a:ext uri="{FF2B5EF4-FFF2-40B4-BE49-F238E27FC236}">
                <a16:creationId xmlns:a16="http://schemas.microsoft.com/office/drawing/2014/main" id="{1918A55E-D883-4459-B375-B238E7DF210E}"/>
              </a:ext>
            </a:extLst>
          </p:cNvPr>
          <p:cNvSpPr>
            <a:spLocks noGrp="1"/>
          </p:cNvSpPr>
          <p:nvPr/>
        </p:nvSpPr>
        <p:spPr>
          <a:xfrm>
            <a:off x="914400" y="4400550"/>
            <a:ext cx="857250" cy="247650"/>
          </a:xfrm>
          <a:prstGeom prst="rect">
            <a:avLst/>
          </a:prstGeom>
          <a:noFill/>
          <a:ln w="0">
            <a:noFill/>
            <a:prstDash val="solid"/>
          </a:ln>
        </p:spPr>
        <p:txBody>
          <a:bodyPr anchor="ctr"/>
          <a:lstStyle/>
          <a:p>
            <a:pPr algn="l">
              <a:defRPr sz="1125" b="1">
                <a:solidFill>
                  <a:srgbClr val="D78900"/>
                </a:solidFill>
              </a:defRPr>
            </a:pPr>
            <a:r>
              <a:rPr sz="1125" b="1">
                <a:solidFill>
                  <a:srgbClr val="D78900"/>
                </a:solidFill>
                <a:latin typeface="微软雅黑" panose="020B0503020204020204" pitchFamily="34" charset="-122"/>
                <a:ea typeface="微软雅黑" panose="020B0503020204020204" pitchFamily="34" charset="-122"/>
              </a:rPr>
              <a:t>检查句</a:t>
            </a:r>
          </a:p>
        </p:txBody>
      </p:sp>
      <p:sp>
        <p:nvSpPr>
          <p:cNvPr id="14" name="s1-qb">
            <a:extLst>
              <a:ext uri="{FF2B5EF4-FFF2-40B4-BE49-F238E27FC236}">
                <a16:creationId xmlns:a16="http://schemas.microsoft.com/office/drawing/2014/main" id="{416E7D58-0230-4D8A-860A-AC760279253D}"/>
              </a:ext>
            </a:extLst>
          </p:cNvPr>
          <p:cNvSpPr>
            <a:spLocks noGrp="1"/>
          </p:cNvSpPr>
          <p:nvPr/>
        </p:nvSpPr>
        <p:spPr>
          <a:xfrm>
            <a:off x="914400" y="4638675"/>
            <a:ext cx="2895600" cy="400050"/>
          </a:xfrm>
          <a:prstGeom prst="rect">
            <a:avLst/>
          </a:prstGeom>
          <a:noFill/>
          <a:ln w="0">
            <a:noFill/>
            <a:prstDash val="solid"/>
          </a:ln>
        </p:spPr>
        <p:txBody>
          <a:bodyPr anchor="ctr"/>
          <a:lstStyle/>
          <a:p>
            <a:pPr algn="l">
              <a:defRPr sz="1275" b="1">
                <a:solidFill>
                  <a:srgbClr val="10233F"/>
                </a:solidFill>
              </a:defRPr>
            </a:pPr>
            <a:r>
              <a:rPr sz="1275" b="1" dirty="0">
                <a:solidFill>
                  <a:srgbClr val="10233F"/>
                </a:solidFill>
                <a:latin typeface="微软雅黑" panose="020B0503020204020204" pitchFamily="34" charset="-122"/>
                <a:ea typeface="微软雅黑" panose="020B0503020204020204" pitchFamily="34" charset="-122"/>
              </a:rPr>
              <a:t>“</a:t>
            </a:r>
            <a:r>
              <a:rPr sz="1275" b="1" dirty="0" err="1">
                <a:solidFill>
                  <a:srgbClr val="10233F"/>
                </a:solidFill>
                <a:latin typeface="微软雅黑" panose="020B0503020204020204" pitchFamily="34" charset="-122"/>
                <a:ea typeface="微软雅黑" panose="020B0503020204020204" pitchFamily="34" charset="-122"/>
              </a:rPr>
              <a:t>它们用的是同一个切分标准吗</a:t>
            </a:r>
            <a:r>
              <a:rPr sz="1275" b="1" dirty="0">
                <a:solidFill>
                  <a:srgbClr val="10233F"/>
                </a:solidFill>
                <a:latin typeface="微软雅黑" panose="020B0503020204020204" pitchFamily="34" charset="-122"/>
                <a:ea typeface="微软雅黑" panose="020B0503020204020204" pitchFamily="34" charset="-122"/>
              </a:rPr>
              <a:t>？”</a:t>
            </a:r>
          </a:p>
        </p:txBody>
      </p:sp>
      <p:sp>
        <p:nvSpPr>
          <p:cNvPr id="15" name="s1-c-h">
            <a:extLst>
              <a:ext uri="{FF2B5EF4-FFF2-40B4-BE49-F238E27FC236}">
                <a16:creationId xmlns:a16="http://schemas.microsoft.com/office/drawing/2014/main" id="{FA13F62B-E122-49CD-9D21-9919085D256D}"/>
              </a:ext>
            </a:extLst>
          </p:cNvPr>
          <p:cNvSpPr>
            <a:spLocks noGrp="1"/>
          </p:cNvSpPr>
          <p:nvPr/>
        </p:nvSpPr>
        <p:spPr>
          <a:xfrm>
            <a:off x="5010150" y="2676525"/>
            <a:ext cx="933450"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s1-c-v">
            <a:extLst>
              <a:ext uri="{FF2B5EF4-FFF2-40B4-BE49-F238E27FC236}">
                <a16:creationId xmlns:a16="http://schemas.microsoft.com/office/drawing/2014/main" id="{598200F7-45F0-4908-AFB9-1400717EC0D6}"/>
              </a:ext>
            </a:extLst>
          </p:cNvPr>
          <p:cNvSpPr>
            <a:spLocks noGrp="1"/>
          </p:cNvSpPr>
          <p:nvPr/>
        </p:nvSpPr>
        <p:spPr>
          <a:xfrm>
            <a:off x="5924550" y="2238375"/>
            <a:ext cx="28575" cy="1390650"/>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s1-c-1">
            <a:extLst>
              <a:ext uri="{FF2B5EF4-FFF2-40B4-BE49-F238E27FC236}">
                <a16:creationId xmlns:a16="http://schemas.microsoft.com/office/drawing/2014/main" id="{62263530-1D52-49D7-AA40-97B425EB427E}"/>
              </a:ext>
            </a:extLst>
          </p:cNvPr>
          <p:cNvSpPr>
            <a:spLocks noGrp="1"/>
          </p:cNvSpPr>
          <p:nvPr/>
        </p:nvSpPr>
        <p:spPr>
          <a:xfrm>
            <a:off x="5924550" y="2238375"/>
            <a:ext cx="619125"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s1-c-2">
            <a:extLst>
              <a:ext uri="{FF2B5EF4-FFF2-40B4-BE49-F238E27FC236}">
                <a16:creationId xmlns:a16="http://schemas.microsoft.com/office/drawing/2014/main" id="{56946D75-CF8F-4261-B4F6-BEA012A9B949}"/>
              </a:ext>
            </a:extLst>
          </p:cNvPr>
          <p:cNvSpPr>
            <a:spLocks noGrp="1"/>
          </p:cNvSpPr>
          <p:nvPr/>
        </p:nvSpPr>
        <p:spPr>
          <a:xfrm>
            <a:off x="5924550" y="2924175"/>
            <a:ext cx="619125"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s1-c-3">
            <a:extLst>
              <a:ext uri="{FF2B5EF4-FFF2-40B4-BE49-F238E27FC236}">
                <a16:creationId xmlns:a16="http://schemas.microsoft.com/office/drawing/2014/main" id="{9762410A-46A9-459B-B7C4-4B4E374518BF}"/>
              </a:ext>
            </a:extLst>
          </p:cNvPr>
          <p:cNvSpPr>
            <a:spLocks noGrp="1"/>
          </p:cNvSpPr>
          <p:nvPr/>
        </p:nvSpPr>
        <p:spPr>
          <a:xfrm>
            <a:off x="5924550" y="3600450"/>
            <a:ext cx="619125"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s1-root">
            <a:extLst>
              <a:ext uri="{FF2B5EF4-FFF2-40B4-BE49-F238E27FC236}">
                <a16:creationId xmlns:a16="http://schemas.microsoft.com/office/drawing/2014/main" id="{9D3E300C-A6B1-405F-A164-7819CBA280B0}"/>
              </a:ext>
            </a:extLst>
          </p:cNvPr>
          <p:cNvSpPr>
            <a:spLocks noGrp="1"/>
          </p:cNvSpPr>
          <p:nvPr/>
        </p:nvSpPr>
        <p:spPr>
          <a:xfrm>
            <a:off x="4095750" y="2466975"/>
            <a:ext cx="933450" cy="457200"/>
          </a:xfrm>
          <a:prstGeom prst="roundRect">
            <a:avLst>
              <a:gd name="adj" fmla="val 16667"/>
            </a:avLst>
          </a:prstGeom>
          <a:solidFill>
            <a:srgbClr val="0D3765"/>
          </a:solidFill>
          <a:ln w="1143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s1-root-t">
            <a:extLst>
              <a:ext uri="{FF2B5EF4-FFF2-40B4-BE49-F238E27FC236}">
                <a16:creationId xmlns:a16="http://schemas.microsoft.com/office/drawing/2014/main" id="{624D3F88-272D-4779-A236-15FFC111C843}"/>
              </a:ext>
            </a:extLst>
          </p:cNvPr>
          <p:cNvSpPr>
            <a:spLocks noGrp="1"/>
          </p:cNvSpPr>
          <p:nvPr/>
        </p:nvSpPr>
        <p:spPr>
          <a:xfrm>
            <a:off x="4171950" y="2514600"/>
            <a:ext cx="781050" cy="36195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latin typeface="微软雅黑" panose="020B0503020204020204" pitchFamily="34" charset="-122"/>
                <a:ea typeface="微软雅黑" panose="020B0503020204020204" pitchFamily="34" charset="-122"/>
              </a:rPr>
              <a:t>客户需求</a:t>
            </a:r>
          </a:p>
        </p:txBody>
      </p:sp>
      <p:sp>
        <p:nvSpPr>
          <p:cNvPr id="22" name="s1-a">
            <a:extLst>
              <a:ext uri="{FF2B5EF4-FFF2-40B4-BE49-F238E27FC236}">
                <a16:creationId xmlns:a16="http://schemas.microsoft.com/office/drawing/2014/main" id="{FE1EC40A-EDBB-4C31-A1AF-09F8C28EF74B}"/>
              </a:ext>
            </a:extLst>
          </p:cNvPr>
          <p:cNvSpPr>
            <a:spLocks noGrp="1"/>
          </p:cNvSpPr>
          <p:nvPr/>
        </p:nvSpPr>
        <p:spPr>
          <a:xfrm>
            <a:off x="6534150" y="2019300"/>
            <a:ext cx="1200150" cy="457200"/>
          </a:xfrm>
          <a:prstGeom prst="roundRect">
            <a:avLst>
              <a:gd name="adj" fmla="val 16667"/>
            </a:avLst>
          </a:prstGeom>
          <a:solidFill>
            <a:srgbClr val="EAF6D9"/>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s1-a-t">
            <a:extLst>
              <a:ext uri="{FF2B5EF4-FFF2-40B4-BE49-F238E27FC236}">
                <a16:creationId xmlns:a16="http://schemas.microsoft.com/office/drawing/2014/main" id="{2824CA9A-E629-4938-9C4A-CBEF23605B1A}"/>
              </a:ext>
            </a:extLst>
          </p:cNvPr>
          <p:cNvSpPr>
            <a:spLocks noGrp="1"/>
          </p:cNvSpPr>
          <p:nvPr/>
        </p:nvSpPr>
        <p:spPr>
          <a:xfrm>
            <a:off x="6610350" y="2066925"/>
            <a:ext cx="1047750" cy="361950"/>
          </a:xfrm>
          <a:prstGeom prst="rect">
            <a:avLst/>
          </a:prstGeom>
          <a:noFill/>
          <a:ln w="0">
            <a:noFill/>
            <a:prstDash val="solid"/>
          </a:ln>
        </p:spPr>
        <p:txBody>
          <a:bodyPr anchor="ctr"/>
          <a:lstStyle/>
          <a:p>
            <a:pPr algn="ctr">
              <a:defRPr sz="1200" b="1">
                <a:solidFill>
                  <a:srgbClr val="10233F"/>
                </a:solidFill>
              </a:defRPr>
            </a:pPr>
            <a:r>
              <a:rPr sz="1200" b="1">
                <a:solidFill>
                  <a:srgbClr val="10233F"/>
                </a:solidFill>
                <a:latin typeface="微软雅黑" panose="020B0503020204020204" pitchFamily="34" charset="-122"/>
                <a:ea typeface="微软雅黑" panose="020B0503020204020204" pitchFamily="34" charset="-122"/>
              </a:rPr>
              <a:t>功能</a:t>
            </a:r>
          </a:p>
        </p:txBody>
      </p:sp>
      <p:sp>
        <p:nvSpPr>
          <p:cNvPr id="24" name="s1-b">
            <a:extLst>
              <a:ext uri="{FF2B5EF4-FFF2-40B4-BE49-F238E27FC236}">
                <a16:creationId xmlns:a16="http://schemas.microsoft.com/office/drawing/2014/main" id="{6E31A16B-454B-4586-8CEF-6F15EB8B57C2}"/>
              </a:ext>
            </a:extLst>
          </p:cNvPr>
          <p:cNvSpPr>
            <a:spLocks noGrp="1"/>
          </p:cNvSpPr>
          <p:nvPr/>
        </p:nvSpPr>
        <p:spPr>
          <a:xfrm>
            <a:off x="6534150" y="2705100"/>
            <a:ext cx="1200150" cy="457200"/>
          </a:xfrm>
          <a:prstGeom prst="roundRect">
            <a:avLst>
              <a:gd name="adj" fmla="val 16667"/>
            </a:avLst>
          </a:prstGeom>
          <a:solidFill>
            <a:srgbClr val="EAF6D9"/>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s1-b-t">
            <a:extLst>
              <a:ext uri="{FF2B5EF4-FFF2-40B4-BE49-F238E27FC236}">
                <a16:creationId xmlns:a16="http://schemas.microsoft.com/office/drawing/2014/main" id="{F31A40B1-3640-48F6-B81B-4FAC043884AE}"/>
              </a:ext>
            </a:extLst>
          </p:cNvPr>
          <p:cNvSpPr>
            <a:spLocks noGrp="1"/>
          </p:cNvSpPr>
          <p:nvPr/>
        </p:nvSpPr>
        <p:spPr>
          <a:xfrm>
            <a:off x="6610350" y="2752725"/>
            <a:ext cx="1047750" cy="361950"/>
          </a:xfrm>
          <a:prstGeom prst="rect">
            <a:avLst/>
          </a:prstGeom>
          <a:noFill/>
          <a:ln w="0">
            <a:noFill/>
            <a:prstDash val="solid"/>
          </a:ln>
        </p:spPr>
        <p:txBody>
          <a:bodyPr anchor="ctr"/>
          <a:lstStyle/>
          <a:p>
            <a:pPr algn="ctr">
              <a:defRPr sz="1200" b="1">
                <a:solidFill>
                  <a:srgbClr val="10233F"/>
                </a:solidFill>
              </a:defRPr>
            </a:pPr>
            <a:r>
              <a:rPr sz="1200" b="1">
                <a:solidFill>
                  <a:srgbClr val="10233F"/>
                </a:solidFill>
                <a:latin typeface="微软雅黑" panose="020B0503020204020204" pitchFamily="34" charset="-122"/>
                <a:ea typeface="微软雅黑" panose="020B0503020204020204" pitchFamily="34" charset="-122"/>
              </a:rPr>
              <a:t>服务</a:t>
            </a:r>
          </a:p>
        </p:txBody>
      </p:sp>
      <p:sp>
        <p:nvSpPr>
          <p:cNvPr id="26" name="s1-c">
            <a:extLst>
              <a:ext uri="{FF2B5EF4-FFF2-40B4-BE49-F238E27FC236}">
                <a16:creationId xmlns:a16="http://schemas.microsoft.com/office/drawing/2014/main" id="{1E9E2F55-2D3B-4118-88C7-702521F45A9B}"/>
              </a:ext>
            </a:extLst>
          </p:cNvPr>
          <p:cNvSpPr>
            <a:spLocks noGrp="1"/>
          </p:cNvSpPr>
          <p:nvPr/>
        </p:nvSpPr>
        <p:spPr>
          <a:xfrm>
            <a:off x="6534150" y="3381375"/>
            <a:ext cx="1200150" cy="457200"/>
          </a:xfrm>
          <a:prstGeom prst="roundRect">
            <a:avLst>
              <a:gd name="adj" fmla="val 16667"/>
            </a:avLst>
          </a:prstGeom>
          <a:solidFill>
            <a:srgbClr val="EAF6D9"/>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s1-c-t">
            <a:extLst>
              <a:ext uri="{FF2B5EF4-FFF2-40B4-BE49-F238E27FC236}">
                <a16:creationId xmlns:a16="http://schemas.microsoft.com/office/drawing/2014/main" id="{09CA1AC6-F3E9-4D7C-83E4-8AE123EEFB28}"/>
              </a:ext>
            </a:extLst>
          </p:cNvPr>
          <p:cNvSpPr>
            <a:spLocks noGrp="1"/>
          </p:cNvSpPr>
          <p:nvPr/>
        </p:nvSpPr>
        <p:spPr>
          <a:xfrm>
            <a:off x="6610350" y="3429000"/>
            <a:ext cx="1047750" cy="361950"/>
          </a:xfrm>
          <a:prstGeom prst="rect">
            <a:avLst/>
          </a:prstGeom>
          <a:noFill/>
          <a:ln w="0">
            <a:noFill/>
            <a:prstDash val="solid"/>
          </a:ln>
        </p:spPr>
        <p:txBody>
          <a:bodyPr anchor="ctr"/>
          <a:lstStyle/>
          <a:p>
            <a:pPr algn="ctr">
              <a:defRPr sz="1200" b="1">
                <a:solidFill>
                  <a:srgbClr val="10233F"/>
                </a:solidFill>
              </a:defRPr>
            </a:pPr>
            <a:r>
              <a:rPr sz="1200" b="1">
                <a:solidFill>
                  <a:srgbClr val="10233F"/>
                </a:solidFill>
                <a:latin typeface="微软雅黑" panose="020B0503020204020204" pitchFamily="34" charset="-122"/>
                <a:ea typeface="微软雅黑" panose="020B0503020204020204" pitchFamily="34" charset="-122"/>
              </a:rPr>
              <a:t>价格</a:t>
            </a:r>
          </a:p>
        </p:txBody>
      </p:sp>
      <p:sp>
        <p:nvSpPr>
          <p:cNvPr id="28" name="s1-good">
            <a:extLst>
              <a:ext uri="{FF2B5EF4-FFF2-40B4-BE49-F238E27FC236}">
                <a16:creationId xmlns:a16="http://schemas.microsoft.com/office/drawing/2014/main" id="{20E65EA0-5E90-4C2E-9763-15D721276F7C}"/>
              </a:ext>
            </a:extLst>
          </p:cNvPr>
          <p:cNvSpPr>
            <a:spLocks noGrp="1"/>
          </p:cNvSpPr>
          <p:nvPr/>
        </p:nvSpPr>
        <p:spPr>
          <a:xfrm>
            <a:off x="4095750" y="3952875"/>
            <a:ext cx="3714750" cy="285750"/>
          </a:xfrm>
          <a:prstGeom prst="rect">
            <a:avLst/>
          </a:prstGeom>
          <a:noFill/>
          <a:ln w="0">
            <a:noFill/>
            <a:prstDash val="solid"/>
          </a:ln>
        </p:spPr>
        <p:txBody>
          <a:bodyPr anchor="ctr"/>
          <a:lstStyle/>
          <a:p>
            <a:pPr algn="ctr">
              <a:defRPr sz="1275" b="1">
                <a:solidFill>
                  <a:srgbClr val="78C500"/>
                </a:solidFill>
              </a:defRPr>
            </a:pPr>
            <a:r>
              <a:rPr sz="1275" b="1">
                <a:solidFill>
                  <a:srgbClr val="78C500"/>
                </a:solidFill>
                <a:latin typeface="微软雅黑" panose="020B0503020204020204" pitchFamily="34" charset="-122"/>
                <a:ea typeface="微软雅黑" panose="020B0503020204020204" pitchFamily="34" charset="-122"/>
              </a:rPr>
              <a:t>✓ 同一维度：需求类型</a:t>
            </a:r>
          </a:p>
        </p:txBody>
      </p:sp>
      <p:sp>
        <p:nvSpPr>
          <p:cNvPr id="29" name="s1-b-h">
            <a:extLst>
              <a:ext uri="{FF2B5EF4-FFF2-40B4-BE49-F238E27FC236}">
                <a16:creationId xmlns:a16="http://schemas.microsoft.com/office/drawing/2014/main" id="{29053120-AEAC-4DE8-B0B8-756017C8D2D6}"/>
              </a:ext>
            </a:extLst>
          </p:cNvPr>
          <p:cNvSpPr>
            <a:spLocks noGrp="1"/>
          </p:cNvSpPr>
          <p:nvPr/>
        </p:nvSpPr>
        <p:spPr>
          <a:xfrm>
            <a:off x="9163050" y="2676525"/>
            <a:ext cx="457200" cy="28575"/>
          </a:xfrm>
          <a:prstGeom prst="rect">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s1-b-v">
            <a:extLst>
              <a:ext uri="{FF2B5EF4-FFF2-40B4-BE49-F238E27FC236}">
                <a16:creationId xmlns:a16="http://schemas.microsoft.com/office/drawing/2014/main" id="{4F825393-05C3-4C4B-AEE3-EB8BF135F708}"/>
              </a:ext>
            </a:extLst>
          </p:cNvPr>
          <p:cNvSpPr>
            <a:spLocks noGrp="1"/>
          </p:cNvSpPr>
          <p:nvPr/>
        </p:nvSpPr>
        <p:spPr>
          <a:xfrm>
            <a:off x="9601200" y="2238375"/>
            <a:ext cx="28575" cy="1390650"/>
          </a:xfrm>
          <a:prstGeom prst="rect">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s1-b-1">
            <a:extLst>
              <a:ext uri="{FF2B5EF4-FFF2-40B4-BE49-F238E27FC236}">
                <a16:creationId xmlns:a16="http://schemas.microsoft.com/office/drawing/2014/main" id="{1B116F58-549A-496D-BFB7-C9391BD81EE2}"/>
              </a:ext>
            </a:extLst>
          </p:cNvPr>
          <p:cNvSpPr>
            <a:spLocks noGrp="1"/>
          </p:cNvSpPr>
          <p:nvPr/>
        </p:nvSpPr>
        <p:spPr>
          <a:xfrm>
            <a:off x="9601200" y="2238375"/>
            <a:ext cx="428625" cy="28575"/>
          </a:xfrm>
          <a:prstGeom prst="rect">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s1-b-2">
            <a:extLst>
              <a:ext uri="{FF2B5EF4-FFF2-40B4-BE49-F238E27FC236}">
                <a16:creationId xmlns:a16="http://schemas.microsoft.com/office/drawing/2014/main" id="{E5159F71-4223-464F-AD7C-88BBC5A5A905}"/>
              </a:ext>
            </a:extLst>
          </p:cNvPr>
          <p:cNvSpPr>
            <a:spLocks noGrp="1"/>
          </p:cNvSpPr>
          <p:nvPr/>
        </p:nvSpPr>
        <p:spPr>
          <a:xfrm>
            <a:off x="9601200" y="2924175"/>
            <a:ext cx="428625" cy="28575"/>
          </a:xfrm>
          <a:prstGeom prst="rect">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s1-b-3">
            <a:extLst>
              <a:ext uri="{FF2B5EF4-FFF2-40B4-BE49-F238E27FC236}">
                <a16:creationId xmlns:a16="http://schemas.microsoft.com/office/drawing/2014/main" id="{8BB7ADE2-67D1-4EE9-9A77-3808CF36E0D7}"/>
              </a:ext>
            </a:extLst>
          </p:cNvPr>
          <p:cNvSpPr>
            <a:spLocks noGrp="1"/>
          </p:cNvSpPr>
          <p:nvPr/>
        </p:nvSpPr>
        <p:spPr>
          <a:xfrm>
            <a:off x="9601200" y="3600450"/>
            <a:ext cx="428625" cy="28575"/>
          </a:xfrm>
          <a:prstGeom prst="rect">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s1-root2">
            <a:extLst>
              <a:ext uri="{FF2B5EF4-FFF2-40B4-BE49-F238E27FC236}">
                <a16:creationId xmlns:a16="http://schemas.microsoft.com/office/drawing/2014/main" id="{7A80992B-6CDA-46BB-961C-88DC5E99D45C}"/>
              </a:ext>
            </a:extLst>
          </p:cNvPr>
          <p:cNvSpPr>
            <a:spLocks noGrp="1"/>
          </p:cNvSpPr>
          <p:nvPr/>
        </p:nvSpPr>
        <p:spPr>
          <a:xfrm>
            <a:off x="8229600" y="2466975"/>
            <a:ext cx="933450" cy="457200"/>
          </a:xfrm>
          <a:prstGeom prst="roundRect">
            <a:avLst>
              <a:gd name="adj" fmla="val 16667"/>
            </a:avLst>
          </a:prstGeom>
          <a:solidFill>
            <a:srgbClr val="0D3765"/>
          </a:solidFill>
          <a:ln w="1143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s1-root2-t">
            <a:extLst>
              <a:ext uri="{FF2B5EF4-FFF2-40B4-BE49-F238E27FC236}">
                <a16:creationId xmlns:a16="http://schemas.microsoft.com/office/drawing/2014/main" id="{D6048905-F147-44EB-B1D1-4A7C5A296C3A}"/>
              </a:ext>
            </a:extLst>
          </p:cNvPr>
          <p:cNvSpPr>
            <a:spLocks noGrp="1"/>
          </p:cNvSpPr>
          <p:nvPr/>
        </p:nvSpPr>
        <p:spPr>
          <a:xfrm>
            <a:off x="8305800" y="2514600"/>
            <a:ext cx="781050" cy="36195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latin typeface="微软雅黑" panose="020B0503020204020204" pitchFamily="34" charset="-122"/>
                <a:ea typeface="微软雅黑" panose="020B0503020204020204" pitchFamily="34" charset="-122"/>
              </a:rPr>
              <a:t>延误</a:t>
            </a:r>
          </a:p>
        </p:txBody>
      </p:sp>
      <p:sp>
        <p:nvSpPr>
          <p:cNvPr id="36" name="s1-d">
            <a:extLst>
              <a:ext uri="{FF2B5EF4-FFF2-40B4-BE49-F238E27FC236}">
                <a16:creationId xmlns:a16="http://schemas.microsoft.com/office/drawing/2014/main" id="{5A6B3902-CC8E-4D9D-BD8D-84B47CC04929}"/>
              </a:ext>
            </a:extLst>
          </p:cNvPr>
          <p:cNvSpPr>
            <a:spLocks noGrp="1"/>
          </p:cNvSpPr>
          <p:nvPr/>
        </p:nvSpPr>
        <p:spPr>
          <a:xfrm>
            <a:off x="10020300" y="2019300"/>
            <a:ext cx="1257300" cy="457200"/>
          </a:xfrm>
          <a:prstGeom prst="roundRect">
            <a:avLst>
              <a:gd name="adj" fmla="val 16667"/>
            </a:avLst>
          </a:prstGeom>
          <a:solidFill>
            <a:srgbClr val="FDECE9"/>
          </a:solidFill>
          <a:ln w="1143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s1-d-t">
            <a:extLst>
              <a:ext uri="{FF2B5EF4-FFF2-40B4-BE49-F238E27FC236}">
                <a16:creationId xmlns:a16="http://schemas.microsoft.com/office/drawing/2014/main" id="{42B83142-B6D2-4F75-9C92-04321B7D6E67}"/>
              </a:ext>
            </a:extLst>
          </p:cNvPr>
          <p:cNvSpPr>
            <a:spLocks noGrp="1"/>
          </p:cNvSpPr>
          <p:nvPr/>
        </p:nvSpPr>
        <p:spPr>
          <a:xfrm>
            <a:off x="10096500" y="2066925"/>
            <a:ext cx="1104900" cy="361950"/>
          </a:xfrm>
          <a:prstGeom prst="rect">
            <a:avLst/>
          </a:prstGeom>
          <a:noFill/>
          <a:ln w="0">
            <a:noFill/>
            <a:prstDash val="solid"/>
          </a:ln>
        </p:spPr>
        <p:txBody>
          <a:bodyPr anchor="ctr"/>
          <a:lstStyle/>
          <a:p>
            <a:pPr algn="ctr">
              <a:defRPr sz="1200" b="1">
                <a:solidFill>
                  <a:srgbClr val="10233F"/>
                </a:solidFill>
              </a:defRPr>
            </a:pPr>
            <a:r>
              <a:rPr sz="1200" b="1">
                <a:solidFill>
                  <a:srgbClr val="10233F"/>
                </a:solidFill>
                <a:latin typeface="微软雅黑" panose="020B0503020204020204" pitchFamily="34" charset="-122"/>
                <a:ea typeface="微软雅黑" panose="020B0503020204020204" pitchFamily="34" charset="-122"/>
              </a:rPr>
              <a:t>沟通差</a:t>
            </a:r>
          </a:p>
        </p:txBody>
      </p:sp>
      <p:sp>
        <p:nvSpPr>
          <p:cNvPr id="38" name="s1-e">
            <a:extLst>
              <a:ext uri="{FF2B5EF4-FFF2-40B4-BE49-F238E27FC236}">
                <a16:creationId xmlns:a16="http://schemas.microsoft.com/office/drawing/2014/main" id="{BEE3B088-2C4A-44F3-BE0F-6FE4D6E715DF}"/>
              </a:ext>
            </a:extLst>
          </p:cNvPr>
          <p:cNvSpPr>
            <a:spLocks noGrp="1"/>
          </p:cNvSpPr>
          <p:nvPr/>
        </p:nvSpPr>
        <p:spPr>
          <a:xfrm>
            <a:off x="10020300" y="2705100"/>
            <a:ext cx="1257300" cy="457200"/>
          </a:xfrm>
          <a:prstGeom prst="roundRect">
            <a:avLst>
              <a:gd name="adj" fmla="val 16667"/>
            </a:avLst>
          </a:prstGeom>
          <a:solidFill>
            <a:srgbClr val="FDECE9"/>
          </a:solidFill>
          <a:ln w="1143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s1-e-t">
            <a:extLst>
              <a:ext uri="{FF2B5EF4-FFF2-40B4-BE49-F238E27FC236}">
                <a16:creationId xmlns:a16="http://schemas.microsoft.com/office/drawing/2014/main" id="{F958FB2E-BF87-4B07-AD42-FA2EC3E3A7A2}"/>
              </a:ext>
            </a:extLst>
          </p:cNvPr>
          <p:cNvSpPr>
            <a:spLocks noGrp="1"/>
          </p:cNvSpPr>
          <p:nvPr/>
        </p:nvSpPr>
        <p:spPr>
          <a:xfrm>
            <a:off x="10096500" y="2752725"/>
            <a:ext cx="1104900" cy="361950"/>
          </a:xfrm>
          <a:prstGeom prst="rect">
            <a:avLst/>
          </a:prstGeom>
          <a:noFill/>
          <a:ln w="0">
            <a:noFill/>
            <a:prstDash val="solid"/>
          </a:ln>
        </p:spPr>
        <p:txBody>
          <a:bodyPr anchor="ctr"/>
          <a:lstStyle/>
          <a:p>
            <a:pPr algn="ctr">
              <a:defRPr sz="1200" b="1">
                <a:solidFill>
                  <a:srgbClr val="10233F"/>
                </a:solidFill>
              </a:defRPr>
            </a:pPr>
            <a:r>
              <a:rPr sz="1200" b="1">
                <a:solidFill>
                  <a:srgbClr val="10233F"/>
                </a:solidFill>
                <a:latin typeface="微软雅黑" panose="020B0503020204020204" pitchFamily="34" charset="-122"/>
                <a:ea typeface="微软雅黑" panose="020B0503020204020204" pitchFamily="34" charset="-122"/>
              </a:rPr>
              <a:t>采购慢</a:t>
            </a:r>
          </a:p>
        </p:txBody>
      </p:sp>
      <p:sp>
        <p:nvSpPr>
          <p:cNvPr id="40" name="s1-f">
            <a:extLst>
              <a:ext uri="{FF2B5EF4-FFF2-40B4-BE49-F238E27FC236}">
                <a16:creationId xmlns:a16="http://schemas.microsoft.com/office/drawing/2014/main" id="{72C0CAF5-D7A1-4759-AB17-2E5E9545D21F}"/>
              </a:ext>
            </a:extLst>
          </p:cNvPr>
          <p:cNvSpPr>
            <a:spLocks noGrp="1"/>
          </p:cNvSpPr>
          <p:nvPr/>
        </p:nvSpPr>
        <p:spPr>
          <a:xfrm>
            <a:off x="10020300" y="3381375"/>
            <a:ext cx="1257300" cy="457200"/>
          </a:xfrm>
          <a:prstGeom prst="roundRect">
            <a:avLst>
              <a:gd name="adj" fmla="val 16667"/>
            </a:avLst>
          </a:prstGeom>
          <a:solidFill>
            <a:srgbClr val="FDECE9"/>
          </a:solidFill>
          <a:ln w="1143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s1-f-t">
            <a:extLst>
              <a:ext uri="{FF2B5EF4-FFF2-40B4-BE49-F238E27FC236}">
                <a16:creationId xmlns:a16="http://schemas.microsoft.com/office/drawing/2014/main" id="{920B3619-50D1-4103-8D43-D960240FCDF0}"/>
              </a:ext>
            </a:extLst>
          </p:cNvPr>
          <p:cNvSpPr>
            <a:spLocks noGrp="1"/>
          </p:cNvSpPr>
          <p:nvPr/>
        </p:nvSpPr>
        <p:spPr>
          <a:xfrm>
            <a:off x="10096500" y="3429000"/>
            <a:ext cx="1104900" cy="361950"/>
          </a:xfrm>
          <a:prstGeom prst="rect">
            <a:avLst/>
          </a:prstGeom>
          <a:noFill/>
          <a:ln w="0">
            <a:noFill/>
            <a:prstDash val="solid"/>
          </a:ln>
        </p:spPr>
        <p:txBody>
          <a:bodyPr anchor="ctr"/>
          <a:lstStyle/>
          <a:p>
            <a:pPr algn="ctr">
              <a:defRPr sz="1200" b="1">
                <a:solidFill>
                  <a:srgbClr val="10233F"/>
                </a:solidFill>
              </a:defRPr>
            </a:pPr>
            <a:r>
              <a:rPr sz="1200" b="1">
                <a:solidFill>
                  <a:srgbClr val="10233F"/>
                </a:solidFill>
                <a:latin typeface="微软雅黑" panose="020B0503020204020204" pitchFamily="34" charset="-122"/>
                <a:ea typeface="微软雅黑" panose="020B0503020204020204" pitchFamily="34" charset="-122"/>
              </a:rPr>
              <a:t>重要客户</a:t>
            </a:r>
          </a:p>
        </p:txBody>
      </p:sp>
      <p:sp>
        <p:nvSpPr>
          <p:cNvPr id="42" name="s1-bad">
            <a:extLst>
              <a:ext uri="{FF2B5EF4-FFF2-40B4-BE49-F238E27FC236}">
                <a16:creationId xmlns:a16="http://schemas.microsoft.com/office/drawing/2014/main" id="{AB785F26-712B-427B-BAD3-147C7B7FE0D7}"/>
              </a:ext>
            </a:extLst>
          </p:cNvPr>
          <p:cNvSpPr>
            <a:spLocks noGrp="1"/>
          </p:cNvSpPr>
          <p:nvPr/>
        </p:nvSpPr>
        <p:spPr>
          <a:xfrm>
            <a:off x="8172450" y="3952875"/>
            <a:ext cx="3238500" cy="285750"/>
          </a:xfrm>
          <a:prstGeom prst="rect">
            <a:avLst/>
          </a:prstGeom>
          <a:noFill/>
          <a:ln w="0">
            <a:noFill/>
            <a:prstDash val="solid"/>
          </a:ln>
        </p:spPr>
        <p:txBody>
          <a:bodyPr anchor="ctr"/>
          <a:lstStyle/>
          <a:p>
            <a:pPr algn="ctr">
              <a:defRPr sz="1275" b="1">
                <a:solidFill>
                  <a:srgbClr val="D94F45"/>
                </a:solidFill>
              </a:defRPr>
            </a:pPr>
            <a:r>
              <a:rPr sz="1275" b="1">
                <a:solidFill>
                  <a:srgbClr val="D94F45"/>
                </a:solidFill>
                <a:latin typeface="微软雅黑" panose="020B0503020204020204" pitchFamily="34" charset="-122"/>
                <a:ea typeface="微软雅黑" panose="020B0503020204020204" pitchFamily="34" charset="-122"/>
              </a:rPr>
              <a:t>× 原因、环节、对象混层</a:t>
            </a:r>
          </a:p>
        </p:txBody>
      </p:sp>
      <p:sp>
        <p:nvSpPr>
          <p:cNvPr id="43" name="s1-footer">
            <a:extLst>
              <a:ext uri="{FF2B5EF4-FFF2-40B4-BE49-F238E27FC236}">
                <a16:creationId xmlns:a16="http://schemas.microsoft.com/office/drawing/2014/main" id="{F9D53FB6-44ED-4E3B-A0B9-16804A9176D6}"/>
              </a:ext>
            </a:extLst>
          </p:cNvPr>
          <p:cNvSpPr>
            <a:spLocks noGrp="1"/>
          </p:cNvSpPr>
          <p:nvPr/>
        </p:nvSpPr>
        <p:spPr>
          <a:xfrm>
            <a:off x="604672" y="5410200"/>
            <a:ext cx="10934700" cy="590550"/>
          </a:xfrm>
          <a:prstGeom prst="roundRect">
            <a:avLst>
              <a:gd name="adj" fmla="val 12903"/>
            </a:avLst>
          </a:prstGeom>
          <a:solidFill>
            <a:srgbClr val="F1F6FB"/>
          </a:solidFill>
          <a:ln w="0">
            <a:solidFill>
              <a:srgbClr val="F1F6FB"/>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4" name="s1-fl">
            <a:extLst>
              <a:ext uri="{FF2B5EF4-FFF2-40B4-BE49-F238E27FC236}">
                <a16:creationId xmlns:a16="http://schemas.microsoft.com/office/drawing/2014/main" id="{23C6AF24-F55D-465C-93B7-AFF8D20DB66F}"/>
              </a:ext>
            </a:extLst>
          </p:cNvPr>
          <p:cNvSpPr>
            <a:spLocks noGrp="1"/>
          </p:cNvSpPr>
          <p:nvPr/>
        </p:nvSpPr>
        <p:spPr>
          <a:xfrm>
            <a:off x="795172" y="5562600"/>
            <a:ext cx="1809750" cy="285750"/>
          </a:xfrm>
          <a:prstGeom prst="rect">
            <a:avLst/>
          </a:prstGeom>
          <a:noFill/>
          <a:ln w="0">
            <a:noFill/>
            <a:prstDash val="solid"/>
          </a:ln>
        </p:spPr>
        <p:txBody>
          <a:bodyPr anchor="ctr"/>
          <a:lstStyle/>
          <a:p>
            <a:pPr algn="l">
              <a:defRPr sz="1200" b="1">
                <a:solidFill>
                  <a:srgbClr val="3478E5"/>
                </a:solidFill>
              </a:defRPr>
            </a:pPr>
            <a:r>
              <a:rPr sz="1200" b="1">
                <a:solidFill>
                  <a:srgbClr val="3478E5"/>
                </a:solidFill>
                <a:latin typeface="微软雅黑" panose="020B0503020204020204" pitchFamily="34" charset="-122"/>
                <a:ea typeface="微软雅黑" panose="020B0503020204020204" pitchFamily="34" charset="-122"/>
              </a:rPr>
              <a:t>MECE是检查原则</a:t>
            </a:r>
          </a:p>
        </p:txBody>
      </p:sp>
      <p:sp>
        <p:nvSpPr>
          <p:cNvPr id="45" name="s1-ft">
            <a:extLst>
              <a:ext uri="{FF2B5EF4-FFF2-40B4-BE49-F238E27FC236}">
                <a16:creationId xmlns:a16="http://schemas.microsoft.com/office/drawing/2014/main" id="{4DC8FD55-3884-444E-AD5C-9CEA6098A995}"/>
              </a:ext>
            </a:extLst>
          </p:cNvPr>
          <p:cNvSpPr>
            <a:spLocks noGrp="1"/>
          </p:cNvSpPr>
          <p:nvPr/>
        </p:nvSpPr>
        <p:spPr>
          <a:xfrm>
            <a:off x="2643022" y="5534025"/>
            <a:ext cx="8572500" cy="32385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先选维度，再生分支；发现重叠或遗漏，就回到切分标准，而不是继续加节点。</a:t>
            </a:r>
          </a:p>
        </p:txBody>
      </p:sp>
      <p:sp>
        <p:nvSpPr>
          <p:cNvPr id="48" name="页脚占位符 3">
            <a:extLst>
              <a:ext uri="{FF2B5EF4-FFF2-40B4-BE49-F238E27FC236}">
                <a16:creationId xmlns:a16="http://schemas.microsoft.com/office/drawing/2014/main" id="{5B69F950-BF74-53D0-AD5A-6FD078EC834A}"/>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a:solidFill>
                  <a:schemeClr val="bg2"/>
                </a:solidFill>
              </a:rPr>
              <a:t>Leo Huang</a:t>
            </a:r>
            <a:endParaRPr lang="de-DE" altLang="zh-CN" sz="1050" dirty="0">
              <a:solidFill>
                <a:schemeClr val="bg2"/>
              </a:solidFill>
            </a:endParaRPr>
          </a:p>
        </p:txBody>
      </p:sp>
      <p:sp>
        <p:nvSpPr>
          <p:cNvPr id="50" name="灯片编号占位符 4">
            <a:extLst>
              <a:ext uri="{FF2B5EF4-FFF2-40B4-BE49-F238E27FC236}">
                <a16:creationId xmlns:a16="http://schemas.microsoft.com/office/drawing/2014/main" id="{2BCC257B-475A-CC22-B994-BBD23033368F}"/>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35</a:t>
            </a:fld>
            <a:endParaRPr lang="de-DE" altLang="zh-CN" sz="1050" dirty="0">
              <a:solidFill>
                <a:schemeClr val="bg2"/>
              </a:solidFill>
            </a:endParaRPr>
          </a:p>
        </p:txBody>
      </p:sp>
    </p:spTree>
    <p:extLst>
      <p:ext uri="{BB962C8B-B14F-4D97-AF65-F5344CB8AC3E}">
        <p14:creationId xmlns:p14="http://schemas.microsoft.com/office/powerpoint/2010/main" val="14954531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2">
            <a:extLst>
              <a:ext uri="{FF2B5EF4-FFF2-40B4-BE49-F238E27FC236}">
                <a16:creationId xmlns:a16="http://schemas.microsoft.com/office/drawing/2014/main" id="{50531ABE-4229-4B94-8EB0-4D77A2BC1FED}"/>
              </a:ext>
            </a:extLst>
          </p:cNvPr>
          <p:cNvSpPr>
            <a:spLocks noGrp="1"/>
          </p:cNvSpPr>
          <p:nvPr/>
        </p:nvSpPr>
        <p:spPr>
          <a:xfrm>
            <a:off x="723900" y="542925"/>
            <a:ext cx="10715625" cy="495300"/>
          </a:xfrm>
          <a:prstGeom prst="rect">
            <a:avLst/>
          </a:prstGeom>
          <a:noFill/>
          <a:ln w="0">
            <a:noFill/>
            <a:prstDash val="solid"/>
          </a:ln>
        </p:spPr>
        <p:txBody>
          <a:bodyPr anchor="ctr"/>
          <a:lstStyle/>
          <a:p>
            <a:pPr algn="l">
              <a:defRPr sz="2700" b="1">
                <a:solidFill>
                  <a:srgbClr val="10233F"/>
                </a:solidFill>
              </a:defRPr>
            </a:pPr>
            <a:r>
              <a:rPr sz="2700" b="1">
                <a:solidFill>
                  <a:srgbClr val="10233F"/>
                </a:solidFill>
                <a:latin typeface="微软雅黑" panose="020B0503020204020204" pitchFamily="34" charset="-122"/>
                <a:ea typeface="微软雅黑" panose="020B0503020204020204" pitchFamily="34" charset="-122"/>
              </a:rPr>
              <a:t>先选树的类型：你究竟要回答哪一种问题？</a:t>
            </a:r>
          </a:p>
        </p:txBody>
      </p:sp>
      <p:sp>
        <p:nvSpPr>
          <p:cNvPr id="5" name="sub-2">
            <a:extLst>
              <a:ext uri="{FF2B5EF4-FFF2-40B4-BE49-F238E27FC236}">
                <a16:creationId xmlns:a16="http://schemas.microsoft.com/office/drawing/2014/main" id="{D05FB782-D24E-4972-95FF-B24275A06C4B}"/>
              </a:ext>
            </a:extLst>
          </p:cNvPr>
          <p:cNvSpPr>
            <a:spLocks noGrp="1"/>
          </p:cNvSpPr>
          <p:nvPr/>
        </p:nvSpPr>
        <p:spPr>
          <a:xfrm>
            <a:off x="723900" y="1228725"/>
            <a:ext cx="10572750" cy="323850"/>
          </a:xfrm>
          <a:prstGeom prst="rect">
            <a:avLst/>
          </a:prstGeom>
          <a:noFill/>
          <a:ln w="0">
            <a:noFill/>
            <a:prstDash val="solid"/>
          </a:ln>
        </p:spPr>
        <p:txBody>
          <a:bodyPr anchor="ctr"/>
          <a:lstStyle/>
          <a:p>
            <a:pPr algn="l">
              <a:defRPr sz="1350" b="0">
                <a:solidFill>
                  <a:srgbClr val="52647A"/>
                </a:solidFill>
              </a:defRPr>
            </a:pPr>
            <a:r>
              <a:rPr lang="zh-CN" altLang="en-US" sz="1350" dirty="0">
                <a:solidFill>
                  <a:srgbClr val="52647A"/>
                </a:solidFill>
                <a:latin typeface="微软雅黑" panose="020B0503020204020204" pitchFamily="34" charset="-122"/>
                <a:ea typeface="微软雅黑" panose="020B0503020204020204" pitchFamily="34" charset="-122"/>
              </a:rPr>
              <a:t>问题</a:t>
            </a:r>
            <a:r>
              <a:rPr sz="1350" b="0" dirty="0" err="1">
                <a:solidFill>
                  <a:srgbClr val="52647A"/>
                </a:solidFill>
                <a:latin typeface="微软雅黑" panose="020B0503020204020204" pitchFamily="34" charset="-122"/>
                <a:ea typeface="微软雅黑" panose="020B0503020204020204" pitchFamily="34" charset="-122"/>
              </a:rPr>
              <a:t>树界定“分析什么</a:t>
            </a:r>
            <a:r>
              <a:rPr lang="zh-CN" altLang="en-US" sz="1350" b="0" dirty="0">
                <a:solidFill>
                  <a:srgbClr val="52647A"/>
                </a:solidFill>
                <a:latin typeface="微软雅黑" panose="020B0503020204020204" pitchFamily="34" charset="-122"/>
                <a:ea typeface="微软雅黑" panose="020B0503020204020204" pitchFamily="34" charset="-122"/>
              </a:rPr>
              <a:t>分析</a:t>
            </a:r>
            <a:r>
              <a:rPr sz="1350" b="0" dirty="0">
                <a:solidFill>
                  <a:srgbClr val="52647A"/>
                </a:solidFill>
                <a:latin typeface="微软雅黑" panose="020B0503020204020204" pitchFamily="34" charset="-122"/>
                <a:ea typeface="微软雅黑" panose="020B0503020204020204" pitchFamily="34" charset="-122"/>
              </a:rPr>
              <a:t>”，原因树追问“</a:t>
            </a:r>
            <a:r>
              <a:rPr sz="1350" b="0" dirty="0" err="1">
                <a:solidFill>
                  <a:srgbClr val="52647A"/>
                </a:solidFill>
                <a:latin typeface="微软雅黑" panose="020B0503020204020204" pitchFamily="34" charset="-122"/>
                <a:ea typeface="微软雅黑" panose="020B0503020204020204" pitchFamily="34" charset="-122"/>
              </a:rPr>
              <a:t>为什么</a:t>
            </a:r>
            <a:r>
              <a:rPr sz="1350" b="0" dirty="0">
                <a:solidFill>
                  <a:srgbClr val="52647A"/>
                </a:solidFill>
                <a:latin typeface="微软雅黑" panose="020B0503020204020204" pitchFamily="34" charset="-122"/>
                <a:ea typeface="微软雅黑" panose="020B0503020204020204" pitchFamily="34" charset="-122"/>
              </a:rPr>
              <a:t>”，</a:t>
            </a:r>
            <a:r>
              <a:rPr sz="1350" b="0" dirty="0" err="1">
                <a:solidFill>
                  <a:srgbClr val="52647A"/>
                </a:solidFill>
                <a:latin typeface="微软雅黑" panose="020B0503020204020204" pitchFamily="34" charset="-122"/>
                <a:ea typeface="微软雅黑" panose="020B0503020204020204" pitchFamily="34" charset="-122"/>
              </a:rPr>
              <a:t>方案树展开“可以怎么做</a:t>
            </a:r>
            <a:r>
              <a:rPr sz="1350" b="0" dirty="0">
                <a:solidFill>
                  <a:srgbClr val="52647A"/>
                </a:solidFill>
                <a:latin typeface="微软雅黑" panose="020B0503020204020204" pitchFamily="34" charset="-122"/>
                <a:ea typeface="微软雅黑" panose="020B0503020204020204" pitchFamily="34" charset="-122"/>
              </a:rPr>
              <a:t>”。</a:t>
            </a:r>
          </a:p>
        </p:txBody>
      </p:sp>
      <p:sp>
        <p:nvSpPr>
          <p:cNvPr id="7" name="s2-tag-0">
            <a:extLst>
              <a:ext uri="{FF2B5EF4-FFF2-40B4-BE49-F238E27FC236}">
                <a16:creationId xmlns:a16="http://schemas.microsoft.com/office/drawing/2014/main" id="{557E31CA-A0C7-4C0A-9088-A3A0C0002CC9}"/>
              </a:ext>
            </a:extLst>
          </p:cNvPr>
          <p:cNvSpPr>
            <a:spLocks noGrp="1"/>
          </p:cNvSpPr>
          <p:nvPr/>
        </p:nvSpPr>
        <p:spPr>
          <a:xfrm>
            <a:off x="723900" y="1952625"/>
            <a:ext cx="2857500" cy="323850"/>
          </a:xfrm>
          <a:prstGeom prst="rect">
            <a:avLst/>
          </a:prstGeom>
          <a:noFill/>
          <a:ln w="0">
            <a:noFill/>
            <a:prstDash val="solid"/>
          </a:ln>
        </p:spPr>
        <p:txBody>
          <a:bodyPr anchor="ctr"/>
          <a:lstStyle/>
          <a:p>
            <a:pPr algn="ctr">
              <a:defRPr sz="1725" b="1">
                <a:solidFill>
                  <a:srgbClr val="3478E5"/>
                </a:solidFill>
              </a:defRPr>
            </a:pPr>
            <a:r>
              <a:rPr lang="zh-CN" altLang="en-US" sz="1725" b="1" dirty="0">
                <a:solidFill>
                  <a:srgbClr val="3478E5"/>
                </a:solidFill>
                <a:latin typeface="微软雅黑" panose="020B0503020204020204" pitchFamily="34" charset="-122"/>
                <a:ea typeface="微软雅黑" panose="020B0503020204020204" pitchFamily="34" charset="-122"/>
              </a:rPr>
              <a:t>问题</a:t>
            </a:r>
            <a:r>
              <a:rPr sz="1725" b="1" dirty="0">
                <a:solidFill>
                  <a:srgbClr val="3478E5"/>
                </a:solidFill>
                <a:latin typeface="微软雅黑" panose="020B0503020204020204" pitchFamily="34" charset="-122"/>
                <a:ea typeface="微软雅黑" panose="020B0503020204020204" pitchFamily="34" charset="-122"/>
              </a:rPr>
              <a:t>树</a:t>
            </a:r>
          </a:p>
        </p:txBody>
      </p:sp>
      <p:sp>
        <p:nvSpPr>
          <p:cNvPr id="8" name="s2-q-0">
            <a:extLst>
              <a:ext uri="{FF2B5EF4-FFF2-40B4-BE49-F238E27FC236}">
                <a16:creationId xmlns:a16="http://schemas.microsoft.com/office/drawing/2014/main" id="{A4CD00AB-676F-4205-ACA9-4CDAF88608A5}"/>
              </a:ext>
            </a:extLst>
          </p:cNvPr>
          <p:cNvSpPr>
            <a:spLocks noGrp="1"/>
          </p:cNvSpPr>
          <p:nvPr/>
        </p:nvSpPr>
        <p:spPr>
          <a:xfrm>
            <a:off x="723900" y="2295525"/>
            <a:ext cx="2857500" cy="28575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要分析哪些方面？</a:t>
            </a:r>
          </a:p>
        </p:txBody>
      </p:sp>
      <p:sp>
        <p:nvSpPr>
          <p:cNvPr id="9" name="s2-use-0">
            <a:extLst>
              <a:ext uri="{FF2B5EF4-FFF2-40B4-BE49-F238E27FC236}">
                <a16:creationId xmlns:a16="http://schemas.microsoft.com/office/drawing/2014/main" id="{351099C1-3B6C-4BF8-8759-4F3AFEA5F0FE}"/>
              </a:ext>
            </a:extLst>
          </p:cNvPr>
          <p:cNvSpPr>
            <a:spLocks noGrp="1"/>
          </p:cNvSpPr>
          <p:nvPr/>
        </p:nvSpPr>
        <p:spPr>
          <a:xfrm>
            <a:off x="723900" y="2590800"/>
            <a:ext cx="2857500" cy="266700"/>
          </a:xfrm>
          <a:prstGeom prst="rect">
            <a:avLst/>
          </a:prstGeom>
          <a:noFill/>
          <a:ln w="0">
            <a:noFill/>
            <a:prstDash val="solid"/>
          </a:ln>
        </p:spPr>
        <p:txBody>
          <a:bodyPr anchor="ctr"/>
          <a:lstStyle/>
          <a:p>
            <a:pPr algn="ctr">
              <a:defRPr sz="1125" b="0">
                <a:solidFill>
                  <a:srgbClr val="52647A"/>
                </a:solidFill>
              </a:defRPr>
            </a:pPr>
            <a:r>
              <a:rPr sz="1125" b="0">
                <a:solidFill>
                  <a:srgbClr val="52647A"/>
                </a:solidFill>
                <a:latin typeface="微软雅黑" panose="020B0503020204020204" pitchFamily="34" charset="-122"/>
                <a:ea typeface="微软雅黑" panose="020B0503020204020204" pitchFamily="34" charset="-122"/>
              </a:rPr>
              <a:t>用于界定范围、拆解任务</a:t>
            </a:r>
          </a:p>
        </p:txBody>
      </p:sp>
      <p:sp>
        <p:nvSpPr>
          <p:cNvPr id="10" name="s2-h-0">
            <a:extLst>
              <a:ext uri="{FF2B5EF4-FFF2-40B4-BE49-F238E27FC236}">
                <a16:creationId xmlns:a16="http://schemas.microsoft.com/office/drawing/2014/main" id="{EB1BB2CE-86EC-4986-AB5F-57FA1D592A4D}"/>
              </a:ext>
            </a:extLst>
          </p:cNvPr>
          <p:cNvSpPr>
            <a:spLocks noGrp="1"/>
          </p:cNvSpPr>
          <p:nvPr/>
        </p:nvSpPr>
        <p:spPr>
          <a:xfrm>
            <a:off x="2105025" y="3238500"/>
            <a:ext cx="28575" cy="1371600"/>
          </a:xfrm>
          <a:prstGeom prst="rect">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s2-b-0">
            <a:extLst>
              <a:ext uri="{FF2B5EF4-FFF2-40B4-BE49-F238E27FC236}">
                <a16:creationId xmlns:a16="http://schemas.microsoft.com/office/drawing/2014/main" id="{D8F5102F-8652-4200-9E00-51C1D2CBEC2F}"/>
              </a:ext>
            </a:extLst>
          </p:cNvPr>
          <p:cNvSpPr>
            <a:spLocks noGrp="1"/>
          </p:cNvSpPr>
          <p:nvPr/>
        </p:nvSpPr>
        <p:spPr>
          <a:xfrm>
            <a:off x="1676400" y="3219450"/>
            <a:ext cx="457200" cy="28575"/>
          </a:xfrm>
          <a:prstGeom prst="rect">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s2-l-0-0">
            <a:extLst>
              <a:ext uri="{FF2B5EF4-FFF2-40B4-BE49-F238E27FC236}">
                <a16:creationId xmlns:a16="http://schemas.microsoft.com/office/drawing/2014/main" id="{50D3B856-AF59-4F09-9983-85F949962232}"/>
              </a:ext>
            </a:extLst>
          </p:cNvPr>
          <p:cNvSpPr>
            <a:spLocks noGrp="1"/>
          </p:cNvSpPr>
          <p:nvPr/>
        </p:nvSpPr>
        <p:spPr>
          <a:xfrm>
            <a:off x="2124075" y="3400425"/>
            <a:ext cx="419100" cy="28575"/>
          </a:xfrm>
          <a:prstGeom prst="rect">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s2-l-0-1">
            <a:extLst>
              <a:ext uri="{FF2B5EF4-FFF2-40B4-BE49-F238E27FC236}">
                <a16:creationId xmlns:a16="http://schemas.microsoft.com/office/drawing/2014/main" id="{9CA121C7-5AFC-4728-8F38-010F886C7722}"/>
              </a:ext>
            </a:extLst>
          </p:cNvPr>
          <p:cNvSpPr>
            <a:spLocks noGrp="1"/>
          </p:cNvSpPr>
          <p:nvPr/>
        </p:nvSpPr>
        <p:spPr>
          <a:xfrm>
            <a:off x="2124075" y="3914775"/>
            <a:ext cx="419100" cy="28575"/>
          </a:xfrm>
          <a:prstGeom prst="rect">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s2-l-0-2">
            <a:extLst>
              <a:ext uri="{FF2B5EF4-FFF2-40B4-BE49-F238E27FC236}">
                <a16:creationId xmlns:a16="http://schemas.microsoft.com/office/drawing/2014/main" id="{14F08FB9-B674-4321-A127-532544D6A6F1}"/>
              </a:ext>
            </a:extLst>
          </p:cNvPr>
          <p:cNvSpPr>
            <a:spLocks noGrp="1"/>
          </p:cNvSpPr>
          <p:nvPr/>
        </p:nvSpPr>
        <p:spPr>
          <a:xfrm>
            <a:off x="2124075" y="4429125"/>
            <a:ext cx="419100" cy="28575"/>
          </a:xfrm>
          <a:prstGeom prst="rect">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s2-root-0">
            <a:extLst>
              <a:ext uri="{FF2B5EF4-FFF2-40B4-BE49-F238E27FC236}">
                <a16:creationId xmlns:a16="http://schemas.microsoft.com/office/drawing/2014/main" id="{A791907C-4341-45C2-9241-EA78A7FE3B91}"/>
              </a:ext>
            </a:extLst>
          </p:cNvPr>
          <p:cNvSpPr>
            <a:spLocks noGrp="1"/>
          </p:cNvSpPr>
          <p:nvPr/>
        </p:nvSpPr>
        <p:spPr>
          <a:xfrm>
            <a:off x="990600" y="3009900"/>
            <a:ext cx="1123950" cy="457200"/>
          </a:xfrm>
          <a:prstGeom prst="roundRect">
            <a:avLst>
              <a:gd name="adj" fmla="val 16667"/>
            </a:avLst>
          </a:prstGeom>
          <a:solidFill>
            <a:srgbClr val="0D3765"/>
          </a:solidFill>
          <a:ln w="1143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s2-root-0-t">
            <a:extLst>
              <a:ext uri="{FF2B5EF4-FFF2-40B4-BE49-F238E27FC236}">
                <a16:creationId xmlns:a16="http://schemas.microsoft.com/office/drawing/2014/main" id="{DF2A00F2-74CA-431A-B7A5-CF2E3A16723B}"/>
              </a:ext>
            </a:extLst>
          </p:cNvPr>
          <p:cNvSpPr>
            <a:spLocks noGrp="1"/>
          </p:cNvSpPr>
          <p:nvPr/>
        </p:nvSpPr>
        <p:spPr>
          <a:xfrm>
            <a:off x="1066800" y="3057525"/>
            <a:ext cx="971550" cy="3619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微软雅黑" panose="020B0503020204020204" pitchFamily="34" charset="-122"/>
                <a:ea typeface="微软雅黑" panose="020B0503020204020204" pitchFamily="34" charset="-122"/>
              </a:rPr>
              <a:t>交付延误</a:t>
            </a:r>
          </a:p>
        </p:txBody>
      </p:sp>
      <p:sp>
        <p:nvSpPr>
          <p:cNvPr id="17" name="s2-n-0-0">
            <a:extLst>
              <a:ext uri="{FF2B5EF4-FFF2-40B4-BE49-F238E27FC236}">
                <a16:creationId xmlns:a16="http://schemas.microsoft.com/office/drawing/2014/main" id="{B4B56171-D972-4B48-8B51-AA5E0EF01A55}"/>
              </a:ext>
            </a:extLst>
          </p:cNvPr>
          <p:cNvSpPr>
            <a:spLocks noGrp="1"/>
          </p:cNvSpPr>
          <p:nvPr/>
        </p:nvSpPr>
        <p:spPr>
          <a:xfrm>
            <a:off x="2533650" y="3171825"/>
            <a:ext cx="952500" cy="400050"/>
          </a:xfrm>
          <a:prstGeom prst="roundRect">
            <a:avLst>
              <a:gd name="adj" fmla="val 19048"/>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s2-n-0-0-t">
            <a:extLst>
              <a:ext uri="{FF2B5EF4-FFF2-40B4-BE49-F238E27FC236}">
                <a16:creationId xmlns:a16="http://schemas.microsoft.com/office/drawing/2014/main" id="{021E53FA-4F7F-496D-812A-FC46DC95E8AD}"/>
              </a:ext>
            </a:extLst>
          </p:cNvPr>
          <p:cNvSpPr>
            <a:spLocks noGrp="1"/>
          </p:cNvSpPr>
          <p:nvPr/>
        </p:nvSpPr>
        <p:spPr>
          <a:xfrm>
            <a:off x="2609850" y="321945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需求</a:t>
            </a:r>
          </a:p>
        </p:txBody>
      </p:sp>
      <p:sp>
        <p:nvSpPr>
          <p:cNvPr id="19" name="s2-n-0-1">
            <a:extLst>
              <a:ext uri="{FF2B5EF4-FFF2-40B4-BE49-F238E27FC236}">
                <a16:creationId xmlns:a16="http://schemas.microsoft.com/office/drawing/2014/main" id="{927D27A5-9410-468A-89D1-7EE93967ECC5}"/>
              </a:ext>
            </a:extLst>
          </p:cNvPr>
          <p:cNvSpPr>
            <a:spLocks noGrp="1"/>
          </p:cNvSpPr>
          <p:nvPr/>
        </p:nvSpPr>
        <p:spPr>
          <a:xfrm>
            <a:off x="2533650" y="3686175"/>
            <a:ext cx="952500" cy="400050"/>
          </a:xfrm>
          <a:prstGeom prst="roundRect">
            <a:avLst>
              <a:gd name="adj" fmla="val 19048"/>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s2-n-0-1-t">
            <a:extLst>
              <a:ext uri="{FF2B5EF4-FFF2-40B4-BE49-F238E27FC236}">
                <a16:creationId xmlns:a16="http://schemas.microsoft.com/office/drawing/2014/main" id="{E5F40F84-D7C3-4063-9706-18AF1AA3BE9E}"/>
              </a:ext>
            </a:extLst>
          </p:cNvPr>
          <p:cNvSpPr>
            <a:spLocks noGrp="1"/>
          </p:cNvSpPr>
          <p:nvPr/>
        </p:nvSpPr>
        <p:spPr>
          <a:xfrm>
            <a:off x="2609850" y="373380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物料</a:t>
            </a:r>
          </a:p>
        </p:txBody>
      </p:sp>
      <p:sp>
        <p:nvSpPr>
          <p:cNvPr id="21" name="s2-n-0-2">
            <a:extLst>
              <a:ext uri="{FF2B5EF4-FFF2-40B4-BE49-F238E27FC236}">
                <a16:creationId xmlns:a16="http://schemas.microsoft.com/office/drawing/2014/main" id="{3D932007-154A-419B-8D39-38FA36107FED}"/>
              </a:ext>
            </a:extLst>
          </p:cNvPr>
          <p:cNvSpPr>
            <a:spLocks noGrp="1"/>
          </p:cNvSpPr>
          <p:nvPr/>
        </p:nvSpPr>
        <p:spPr>
          <a:xfrm>
            <a:off x="2533650" y="4200525"/>
            <a:ext cx="952500" cy="400050"/>
          </a:xfrm>
          <a:prstGeom prst="roundRect">
            <a:avLst>
              <a:gd name="adj" fmla="val 19048"/>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s2-n-0-2-t">
            <a:extLst>
              <a:ext uri="{FF2B5EF4-FFF2-40B4-BE49-F238E27FC236}">
                <a16:creationId xmlns:a16="http://schemas.microsoft.com/office/drawing/2014/main" id="{2547A94D-652C-4482-9506-E2A0A9C51771}"/>
              </a:ext>
            </a:extLst>
          </p:cNvPr>
          <p:cNvSpPr>
            <a:spLocks noGrp="1"/>
          </p:cNvSpPr>
          <p:nvPr/>
        </p:nvSpPr>
        <p:spPr>
          <a:xfrm>
            <a:off x="2609850" y="424815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产能</a:t>
            </a:r>
          </a:p>
        </p:txBody>
      </p:sp>
      <p:sp>
        <p:nvSpPr>
          <p:cNvPr id="23" name="s2-out-0">
            <a:extLst>
              <a:ext uri="{FF2B5EF4-FFF2-40B4-BE49-F238E27FC236}">
                <a16:creationId xmlns:a16="http://schemas.microsoft.com/office/drawing/2014/main" id="{F283AEF7-A098-4A89-9E20-7BB4FD50C7F1}"/>
              </a:ext>
            </a:extLst>
          </p:cNvPr>
          <p:cNvSpPr>
            <a:spLocks noGrp="1"/>
          </p:cNvSpPr>
          <p:nvPr/>
        </p:nvSpPr>
        <p:spPr>
          <a:xfrm>
            <a:off x="876300" y="4886325"/>
            <a:ext cx="2552700" cy="514350"/>
          </a:xfrm>
          <a:prstGeom prst="roundRect">
            <a:avLst>
              <a:gd name="adj" fmla="val 14815"/>
            </a:avLst>
          </a:prstGeom>
          <a:solidFill>
            <a:srgbClr val="EAF3FF"/>
          </a:solidFill>
          <a:ln w="9525">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s2-outt-0">
            <a:extLst>
              <a:ext uri="{FF2B5EF4-FFF2-40B4-BE49-F238E27FC236}">
                <a16:creationId xmlns:a16="http://schemas.microsoft.com/office/drawing/2014/main" id="{AC3F5A8A-8FED-4249-B306-E89F46E20A9B}"/>
              </a:ext>
            </a:extLst>
          </p:cNvPr>
          <p:cNvSpPr>
            <a:spLocks noGrp="1"/>
          </p:cNvSpPr>
          <p:nvPr/>
        </p:nvSpPr>
        <p:spPr>
          <a:xfrm>
            <a:off x="990600" y="4972050"/>
            <a:ext cx="2324100" cy="323850"/>
          </a:xfrm>
          <a:prstGeom prst="rect">
            <a:avLst/>
          </a:prstGeom>
          <a:noFill/>
          <a:ln w="0">
            <a:noFill/>
            <a:prstDash val="solid"/>
          </a:ln>
        </p:spPr>
        <p:txBody>
          <a:bodyPr anchor="ctr"/>
          <a:lstStyle/>
          <a:p>
            <a:pPr algn="ctr">
              <a:defRPr sz="1275" b="1">
                <a:solidFill>
                  <a:srgbClr val="3478E5"/>
                </a:solidFill>
              </a:defRPr>
            </a:pPr>
            <a:r>
              <a:rPr sz="1275" b="1" dirty="0" err="1">
                <a:solidFill>
                  <a:srgbClr val="3478E5"/>
                </a:solidFill>
                <a:latin typeface="微软雅黑" panose="020B0503020204020204" pitchFamily="34" charset="-122"/>
                <a:ea typeface="微软雅黑" panose="020B0503020204020204" pitchFamily="34" charset="-122"/>
              </a:rPr>
              <a:t>输出：分析地图</a:t>
            </a:r>
            <a:endParaRPr sz="1275" b="1" dirty="0">
              <a:solidFill>
                <a:srgbClr val="3478E5"/>
              </a:solidFill>
              <a:latin typeface="微软雅黑" panose="020B0503020204020204" pitchFamily="34" charset="-122"/>
              <a:ea typeface="微软雅黑" panose="020B0503020204020204" pitchFamily="34" charset="-122"/>
            </a:endParaRPr>
          </a:p>
        </p:txBody>
      </p:sp>
      <p:sp>
        <p:nvSpPr>
          <p:cNvPr id="25" name="s2-tag-1">
            <a:extLst>
              <a:ext uri="{FF2B5EF4-FFF2-40B4-BE49-F238E27FC236}">
                <a16:creationId xmlns:a16="http://schemas.microsoft.com/office/drawing/2014/main" id="{CB39BAFF-ABFE-43B2-BE63-BD8A832D7101}"/>
              </a:ext>
            </a:extLst>
          </p:cNvPr>
          <p:cNvSpPr>
            <a:spLocks noGrp="1"/>
          </p:cNvSpPr>
          <p:nvPr/>
        </p:nvSpPr>
        <p:spPr>
          <a:xfrm>
            <a:off x="4333875" y="1952625"/>
            <a:ext cx="2857500" cy="323850"/>
          </a:xfrm>
          <a:prstGeom prst="rect">
            <a:avLst/>
          </a:prstGeom>
          <a:noFill/>
          <a:ln w="0">
            <a:noFill/>
            <a:prstDash val="solid"/>
          </a:ln>
        </p:spPr>
        <p:txBody>
          <a:bodyPr anchor="ctr"/>
          <a:lstStyle/>
          <a:p>
            <a:pPr algn="ctr">
              <a:defRPr sz="1725" b="1">
                <a:solidFill>
                  <a:srgbClr val="D78900"/>
                </a:solidFill>
              </a:defRPr>
            </a:pPr>
            <a:r>
              <a:rPr sz="1725" b="1">
                <a:solidFill>
                  <a:srgbClr val="D78900"/>
                </a:solidFill>
                <a:latin typeface="微软雅黑" panose="020B0503020204020204" pitchFamily="34" charset="-122"/>
                <a:ea typeface="微软雅黑" panose="020B0503020204020204" pitchFamily="34" charset="-122"/>
              </a:rPr>
              <a:t>原因树</a:t>
            </a:r>
          </a:p>
        </p:txBody>
      </p:sp>
      <p:sp>
        <p:nvSpPr>
          <p:cNvPr id="26" name="s2-q-1">
            <a:extLst>
              <a:ext uri="{FF2B5EF4-FFF2-40B4-BE49-F238E27FC236}">
                <a16:creationId xmlns:a16="http://schemas.microsoft.com/office/drawing/2014/main" id="{E7252BFB-638C-4F3C-AB97-D39C44D49597}"/>
              </a:ext>
            </a:extLst>
          </p:cNvPr>
          <p:cNvSpPr>
            <a:spLocks noGrp="1"/>
          </p:cNvSpPr>
          <p:nvPr/>
        </p:nvSpPr>
        <p:spPr>
          <a:xfrm>
            <a:off x="4333875" y="2295525"/>
            <a:ext cx="2857500" cy="28575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为什么会发生？</a:t>
            </a:r>
          </a:p>
        </p:txBody>
      </p:sp>
      <p:sp>
        <p:nvSpPr>
          <p:cNvPr id="27" name="s2-use-1">
            <a:extLst>
              <a:ext uri="{FF2B5EF4-FFF2-40B4-BE49-F238E27FC236}">
                <a16:creationId xmlns:a16="http://schemas.microsoft.com/office/drawing/2014/main" id="{DC99FDFF-C4E9-4660-9183-140E04873408}"/>
              </a:ext>
            </a:extLst>
          </p:cNvPr>
          <p:cNvSpPr>
            <a:spLocks noGrp="1"/>
          </p:cNvSpPr>
          <p:nvPr/>
        </p:nvSpPr>
        <p:spPr>
          <a:xfrm>
            <a:off x="4333875" y="2590800"/>
            <a:ext cx="2857500" cy="266700"/>
          </a:xfrm>
          <a:prstGeom prst="rect">
            <a:avLst/>
          </a:prstGeom>
          <a:noFill/>
          <a:ln w="0">
            <a:noFill/>
            <a:prstDash val="solid"/>
          </a:ln>
        </p:spPr>
        <p:txBody>
          <a:bodyPr anchor="ctr"/>
          <a:lstStyle/>
          <a:p>
            <a:pPr algn="ctr">
              <a:defRPr sz="1125" b="0">
                <a:solidFill>
                  <a:srgbClr val="52647A"/>
                </a:solidFill>
              </a:defRPr>
            </a:pPr>
            <a:r>
              <a:rPr sz="1125" b="0">
                <a:solidFill>
                  <a:srgbClr val="52647A"/>
                </a:solidFill>
                <a:latin typeface="微软雅黑" panose="020B0503020204020204" pitchFamily="34" charset="-122"/>
                <a:ea typeface="微软雅黑" panose="020B0503020204020204" pitchFamily="34" charset="-122"/>
              </a:rPr>
              <a:t>用于形成并验证原因假设</a:t>
            </a:r>
          </a:p>
        </p:txBody>
      </p:sp>
      <p:sp>
        <p:nvSpPr>
          <p:cNvPr id="28" name="s2-h-1">
            <a:extLst>
              <a:ext uri="{FF2B5EF4-FFF2-40B4-BE49-F238E27FC236}">
                <a16:creationId xmlns:a16="http://schemas.microsoft.com/office/drawing/2014/main" id="{0D11E2E3-85F7-4C79-BC60-975696D6D98C}"/>
              </a:ext>
            </a:extLst>
          </p:cNvPr>
          <p:cNvSpPr>
            <a:spLocks noGrp="1"/>
          </p:cNvSpPr>
          <p:nvPr/>
        </p:nvSpPr>
        <p:spPr>
          <a:xfrm>
            <a:off x="5715000" y="3238500"/>
            <a:ext cx="28575" cy="1371600"/>
          </a:xfrm>
          <a:prstGeom prst="rect">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s2-b-1">
            <a:extLst>
              <a:ext uri="{FF2B5EF4-FFF2-40B4-BE49-F238E27FC236}">
                <a16:creationId xmlns:a16="http://schemas.microsoft.com/office/drawing/2014/main" id="{7903B776-33D1-45C9-A488-B349233DF28A}"/>
              </a:ext>
            </a:extLst>
          </p:cNvPr>
          <p:cNvSpPr>
            <a:spLocks noGrp="1"/>
          </p:cNvSpPr>
          <p:nvPr/>
        </p:nvSpPr>
        <p:spPr>
          <a:xfrm>
            <a:off x="5286375" y="3219450"/>
            <a:ext cx="457200" cy="28575"/>
          </a:xfrm>
          <a:prstGeom prst="rect">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s2-l-1-0">
            <a:extLst>
              <a:ext uri="{FF2B5EF4-FFF2-40B4-BE49-F238E27FC236}">
                <a16:creationId xmlns:a16="http://schemas.microsoft.com/office/drawing/2014/main" id="{FCF6EBAA-E34D-4EF2-B439-358D46433106}"/>
              </a:ext>
            </a:extLst>
          </p:cNvPr>
          <p:cNvSpPr>
            <a:spLocks noGrp="1"/>
          </p:cNvSpPr>
          <p:nvPr/>
        </p:nvSpPr>
        <p:spPr>
          <a:xfrm>
            <a:off x="5734050" y="3400425"/>
            <a:ext cx="419100" cy="28575"/>
          </a:xfrm>
          <a:prstGeom prst="rect">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s2-l-1-1">
            <a:extLst>
              <a:ext uri="{FF2B5EF4-FFF2-40B4-BE49-F238E27FC236}">
                <a16:creationId xmlns:a16="http://schemas.microsoft.com/office/drawing/2014/main" id="{EFD8E0E9-FDDD-4753-8D51-D941826B7764}"/>
              </a:ext>
            </a:extLst>
          </p:cNvPr>
          <p:cNvSpPr>
            <a:spLocks noGrp="1"/>
          </p:cNvSpPr>
          <p:nvPr/>
        </p:nvSpPr>
        <p:spPr>
          <a:xfrm>
            <a:off x="5734050" y="3914775"/>
            <a:ext cx="419100" cy="28575"/>
          </a:xfrm>
          <a:prstGeom prst="rect">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s2-l-1-2">
            <a:extLst>
              <a:ext uri="{FF2B5EF4-FFF2-40B4-BE49-F238E27FC236}">
                <a16:creationId xmlns:a16="http://schemas.microsoft.com/office/drawing/2014/main" id="{57230971-8587-4B1E-94CD-2139FCCF3C41}"/>
              </a:ext>
            </a:extLst>
          </p:cNvPr>
          <p:cNvSpPr>
            <a:spLocks noGrp="1"/>
          </p:cNvSpPr>
          <p:nvPr/>
        </p:nvSpPr>
        <p:spPr>
          <a:xfrm>
            <a:off x="5734050" y="4429125"/>
            <a:ext cx="419100" cy="28575"/>
          </a:xfrm>
          <a:prstGeom prst="rect">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s2-root-1">
            <a:extLst>
              <a:ext uri="{FF2B5EF4-FFF2-40B4-BE49-F238E27FC236}">
                <a16:creationId xmlns:a16="http://schemas.microsoft.com/office/drawing/2014/main" id="{3034F1D9-1389-4998-B41A-0EDA92110165}"/>
              </a:ext>
            </a:extLst>
          </p:cNvPr>
          <p:cNvSpPr>
            <a:spLocks noGrp="1"/>
          </p:cNvSpPr>
          <p:nvPr/>
        </p:nvSpPr>
        <p:spPr>
          <a:xfrm>
            <a:off x="4600575" y="3009900"/>
            <a:ext cx="1123950" cy="457200"/>
          </a:xfrm>
          <a:prstGeom prst="roundRect">
            <a:avLst>
              <a:gd name="adj" fmla="val 16667"/>
            </a:avLst>
          </a:prstGeom>
          <a:solidFill>
            <a:srgbClr val="0D3765"/>
          </a:solidFill>
          <a:ln w="1143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s2-root-1-t">
            <a:extLst>
              <a:ext uri="{FF2B5EF4-FFF2-40B4-BE49-F238E27FC236}">
                <a16:creationId xmlns:a16="http://schemas.microsoft.com/office/drawing/2014/main" id="{F21FF6D1-AE81-4DEA-AB5E-9F69BE884ACF}"/>
              </a:ext>
            </a:extLst>
          </p:cNvPr>
          <p:cNvSpPr>
            <a:spLocks noGrp="1"/>
          </p:cNvSpPr>
          <p:nvPr/>
        </p:nvSpPr>
        <p:spPr>
          <a:xfrm>
            <a:off x="4676775" y="3057525"/>
            <a:ext cx="971550" cy="3619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微软雅黑" panose="020B0503020204020204" pitchFamily="34" charset="-122"/>
                <a:ea typeface="微软雅黑" panose="020B0503020204020204" pitchFamily="34" charset="-122"/>
              </a:rPr>
              <a:t>产能不足</a:t>
            </a:r>
          </a:p>
        </p:txBody>
      </p:sp>
      <p:sp>
        <p:nvSpPr>
          <p:cNvPr id="35" name="s2-n-1-0">
            <a:extLst>
              <a:ext uri="{FF2B5EF4-FFF2-40B4-BE49-F238E27FC236}">
                <a16:creationId xmlns:a16="http://schemas.microsoft.com/office/drawing/2014/main" id="{3C47DBF5-F212-4684-B764-64AE6F4F6B34}"/>
              </a:ext>
            </a:extLst>
          </p:cNvPr>
          <p:cNvSpPr>
            <a:spLocks noGrp="1"/>
          </p:cNvSpPr>
          <p:nvPr/>
        </p:nvSpPr>
        <p:spPr>
          <a:xfrm>
            <a:off x="6143625" y="3171825"/>
            <a:ext cx="952500" cy="400050"/>
          </a:xfrm>
          <a:prstGeom prst="roundRect">
            <a:avLst>
              <a:gd name="adj" fmla="val 19048"/>
            </a:avLst>
          </a:prstGeom>
          <a:solidFill>
            <a:srgbClr val="FFF4DE"/>
          </a:solidFill>
          <a:ln w="1143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s2-n-1-0-t">
            <a:extLst>
              <a:ext uri="{FF2B5EF4-FFF2-40B4-BE49-F238E27FC236}">
                <a16:creationId xmlns:a16="http://schemas.microsoft.com/office/drawing/2014/main" id="{D00303D3-7EE6-4B77-B823-49BCD6796BB9}"/>
              </a:ext>
            </a:extLst>
          </p:cNvPr>
          <p:cNvSpPr>
            <a:spLocks noGrp="1"/>
          </p:cNvSpPr>
          <p:nvPr/>
        </p:nvSpPr>
        <p:spPr>
          <a:xfrm>
            <a:off x="6219825" y="321945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设备</a:t>
            </a:r>
          </a:p>
        </p:txBody>
      </p:sp>
      <p:sp>
        <p:nvSpPr>
          <p:cNvPr id="37" name="s2-n-1-1">
            <a:extLst>
              <a:ext uri="{FF2B5EF4-FFF2-40B4-BE49-F238E27FC236}">
                <a16:creationId xmlns:a16="http://schemas.microsoft.com/office/drawing/2014/main" id="{DC533BD3-4F09-4CB7-99C3-E7C17CE035D7}"/>
              </a:ext>
            </a:extLst>
          </p:cNvPr>
          <p:cNvSpPr>
            <a:spLocks noGrp="1"/>
          </p:cNvSpPr>
          <p:nvPr/>
        </p:nvSpPr>
        <p:spPr>
          <a:xfrm>
            <a:off x="6143625" y="3686175"/>
            <a:ext cx="952500" cy="400050"/>
          </a:xfrm>
          <a:prstGeom prst="roundRect">
            <a:avLst>
              <a:gd name="adj" fmla="val 19048"/>
            </a:avLst>
          </a:prstGeom>
          <a:solidFill>
            <a:srgbClr val="FFF4DE"/>
          </a:solidFill>
          <a:ln w="1143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s2-n-1-1-t">
            <a:extLst>
              <a:ext uri="{FF2B5EF4-FFF2-40B4-BE49-F238E27FC236}">
                <a16:creationId xmlns:a16="http://schemas.microsoft.com/office/drawing/2014/main" id="{1AA766A8-B5F4-4261-9F78-FA48712BC803}"/>
              </a:ext>
            </a:extLst>
          </p:cNvPr>
          <p:cNvSpPr>
            <a:spLocks noGrp="1"/>
          </p:cNvSpPr>
          <p:nvPr/>
        </p:nvSpPr>
        <p:spPr>
          <a:xfrm>
            <a:off x="6219825" y="373380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人员</a:t>
            </a:r>
          </a:p>
        </p:txBody>
      </p:sp>
      <p:sp>
        <p:nvSpPr>
          <p:cNvPr id="39" name="s2-n-1-2">
            <a:extLst>
              <a:ext uri="{FF2B5EF4-FFF2-40B4-BE49-F238E27FC236}">
                <a16:creationId xmlns:a16="http://schemas.microsoft.com/office/drawing/2014/main" id="{39078748-38C1-499F-95CD-4E89C951CE03}"/>
              </a:ext>
            </a:extLst>
          </p:cNvPr>
          <p:cNvSpPr>
            <a:spLocks noGrp="1"/>
          </p:cNvSpPr>
          <p:nvPr/>
        </p:nvSpPr>
        <p:spPr>
          <a:xfrm>
            <a:off x="6143625" y="4200525"/>
            <a:ext cx="952500" cy="400050"/>
          </a:xfrm>
          <a:prstGeom prst="roundRect">
            <a:avLst>
              <a:gd name="adj" fmla="val 19048"/>
            </a:avLst>
          </a:prstGeom>
          <a:solidFill>
            <a:srgbClr val="FFF4DE"/>
          </a:solidFill>
          <a:ln w="1143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0" name="s2-n-1-2-t">
            <a:extLst>
              <a:ext uri="{FF2B5EF4-FFF2-40B4-BE49-F238E27FC236}">
                <a16:creationId xmlns:a16="http://schemas.microsoft.com/office/drawing/2014/main" id="{5FBCF308-3C1B-4956-A85E-CE9B657DCDA6}"/>
              </a:ext>
            </a:extLst>
          </p:cNvPr>
          <p:cNvSpPr>
            <a:spLocks noGrp="1"/>
          </p:cNvSpPr>
          <p:nvPr/>
        </p:nvSpPr>
        <p:spPr>
          <a:xfrm>
            <a:off x="6219825" y="424815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排程</a:t>
            </a:r>
          </a:p>
        </p:txBody>
      </p:sp>
      <p:sp>
        <p:nvSpPr>
          <p:cNvPr id="41" name="s2-out-1">
            <a:extLst>
              <a:ext uri="{FF2B5EF4-FFF2-40B4-BE49-F238E27FC236}">
                <a16:creationId xmlns:a16="http://schemas.microsoft.com/office/drawing/2014/main" id="{8A0964C2-56D7-4EF2-BC05-5D5481CDA94B}"/>
              </a:ext>
            </a:extLst>
          </p:cNvPr>
          <p:cNvSpPr>
            <a:spLocks noGrp="1"/>
          </p:cNvSpPr>
          <p:nvPr/>
        </p:nvSpPr>
        <p:spPr>
          <a:xfrm>
            <a:off x="4486275" y="4886325"/>
            <a:ext cx="2552700" cy="514350"/>
          </a:xfrm>
          <a:prstGeom prst="roundRect">
            <a:avLst>
              <a:gd name="adj" fmla="val 14815"/>
            </a:avLst>
          </a:prstGeom>
          <a:solidFill>
            <a:srgbClr val="FFF4DE"/>
          </a:solidFill>
          <a:ln w="9525">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s2-outt-1">
            <a:extLst>
              <a:ext uri="{FF2B5EF4-FFF2-40B4-BE49-F238E27FC236}">
                <a16:creationId xmlns:a16="http://schemas.microsoft.com/office/drawing/2014/main" id="{50518869-520E-48FB-BAB2-C484C6142B7D}"/>
              </a:ext>
            </a:extLst>
          </p:cNvPr>
          <p:cNvSpPr>
            <a:spLocks noGrp="1"/>
          </p:cNvSpPr>
          <p:nvPr/>
        </p:nvSpPr>
        <p:spPr>
          <a:xfrm>
            <a:off x="4600575" y="4972050"/>
            <a:ext cx="2324100" cy="323850"/>
          </a:xfrm>
          <a:prstGeom prst="rect">
            <a:avLst/>
          </a:prstGeom>
          <a:noFill/>
          <a:ln w="0">
            <a:noFill/>
            <a:prstDash val="solid"/>
          </a:ln>
        </p:spPr>
        <p:txBody>
          <a:bodyPr anchor="ctr"/>
          <a:lstStyle/>
          <a:p>
            <a:pPr algn="ctr">
              <a:defRPr sz="1275" b="1">
                <a:solidFill>
                  <a:srgbClr val="D78900"/>
                </a:solidFill>
              </a:defRPr>
            </a:pPr>
            <a:r>
              <a:rPr sz="1275" b="1">
                <a:solidFill>
                  <a:srgbClr val="D78900"/>
                </a:solidFill>
                <a:latin typeface="微软雅黑" panose="020B0503020204020204" pitchFamily="34" charset="-122"/>
                <a:ea typeface="微软雅黑" panose="020B0503020204020204" pitchFamily="34" charset="-122"/>
              </a:rPr>
              <a:t>输出：原因假设</a:t>
            </a:r>
          </a:p>
        </p:txBody>
      </p:sp>
      <p:sp>
        <p:nvSpPr>
          <p:cNvPr id="43" name="s2-tag-2">
            <a:extLst>
              <a:ext uri="{FF2B5EF4-FFF2-40B4-BE49-F238E27FC236}">
                <a16:creationId xmlns:a16="http://schemas.microsoft.com/office/drawing/2014/main" id="{936793DA-DE3C-4288-B07C-E540E48D859E}"/>
              </a:ext>
            </a:extLst>
          </p:cNvPr>
          <p:cNvSpPr>
            <a:spLocks noGrp="1"/>
          </p:cNvSpPr>
          <p:nvPr/>
        </p:nvSpPr>
        <p:spPr>
          <a:xfrm>
            <a:off x="7943850" y="1952625"/>
            <a:ext cx="2857500" cy="323850"/>
          </a:xfrm>
          <a:prstGeom prst="rect">
            <a:avLst/>
          </a:prstGeom>
          <a:noFill/>
          <a:ln w="0">
            <a:noFill/>
            <a:prstDash val="solid"/>
          </a:ln>
        </p:spPr>
        <p:txBody>
          <a:bodyPr anchor="ctr"/>
          <a:lstStyle/>
          <a:p>
            <a:pPr algn="ctr">
              <a:defRPr sz="1725" b="1">
                <a:solidFill>
                  <a:srgbClr val="78C500"/>
                </a:solidFill>
              </a:defRPr>
            </a:pPr>
            <a:r>
              <a:rPr sz="1725" b="1">
                <a:solidFill>
                  <a:srgbClr val="78C500"/>
                </a:solidFill>
                <a:latin typeface="微软雅黑" panose="020B0503020204020204" pitchFamily="34" charset="-122"/>
                <a:ea typeface="微软雅黑" panose="020B0503020204020204" pitchFamily="34" charset="-122"/>
              </a:rPr>
              <a:t>方案树</a:t>
            </a:r>
          </a:p>
        </p:txBody>
      </p:sp>
      <p:sp>
        <p:nvSpPr>
          <p:cNvPr id="44" name="s2-q-2">
            <a:extLst>
              <a:ext uri="{FF2B5EF4-FFF2-40B4-BE49-F238E27FC236}">
                <a16:creationId xmlns:a16="http://schemas.microsoft.com/office/drawing/2014/main" id="{2F689B75-9FC0-48B9-8C21-611CCCAF0EC2}"/>
              </a:ext>
            </a:extLst>
          </p:cNvPr>
          <p:cNvSpPr>
            <a:spLocks noGrp="1"/>
          </p:cNvSpPr>
          <p:nvPr/>
        </p:nvSpPr>
        <p:spPr>
          <a:xfrm>
            <a:off x="7943850" y="2295525"/>
            <a:ext cx="2857500" cy="28575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可以采取哪些路径？</a:t>
            </a:r>
          </a:p>
        </p:txBody>
      </p:sp>
      <p:sp>
        <p:nvSpPr>
          <p:cNvPr id="45" name="s2-use-2">
            <a:extLst>
              <a:ext uri="{FF2B5EF4-FFF2-40B4-BE49-F238E27FC236}">
                <a16:creationId xmlns:a16="http://schemas.microsoft.com/office/drawing/2014/main" id="{CD312761-38B6-4D15-9247-CED039502709}"/>
              </a:ext>
            </a:extLst>
          </p:cNvPr>
          <p:cNvSpPr>
            <a:spLocks noGrp="1"/>
          </p:cNvSpPr>
          <p:nvPr/>
        </p:nvSpPr>
        <p:spPr>
          <a:xfrm>
            <a:off x="7943850" y="2590800"/>
            <a:ext cx="2857500" cy="266700"/>
          </a:xfrm>
          <a:prstGeom prst="rect">
            <a:avLst/>
          </a:prstGeom>
          <a:noFill/>
          <a:ln w="0">
            <a:noFill/>
            <a:prstDash val="solid"/>
          </a:ln>
        </p:spPr>
        <p:txBody>
          <a:bodyPr anchor="ctr"/>
          <a:lstStyle/>
          <a:p>
            <a:pPr algn="ctr">
              <a:defRPr sz="1125" b="0">
                <a:solidFill>
                  <a:srgbClr val="52647A"/>
                </a:solidFill>
              </a:defRPr>
            </a:pPr>
            <a:r>
              <a:rPr sz="1125" b="0">
                <a:solidFill>
                  <a:srgbClr val="52647A"/>
                </a:solidFill>
                <a:latin typeface="微软雅黑" panose="020B0503020204020204" pitchFamily="34" charset="-122"/>
                <a:ea typeface="微软雅黑" panose="020B0503020204020204" pitchFamily="34" charset="-122"/>
              </a:rPr>
              <a:t>用于展开备选行动方向</a:t>
            </a:r>
          </a:p>
        </p:txBody>
      </p:sp>
      <p:sp>
        <p:nvSpPr>
          <p:cNvPr id="46" name="s2-h-2">
            <a:extLst>
              <a:ext uri="{FF2B5EF4-FFF2-40B4-BE49-F238E27FC236}">
                <a16:creationId xmlns:a16="http://schemas.microsoft.com/office/drawing/2014/main" id="{105C730C-CD5D-46B3-889E-79E1F3E46CC9}"/>
              </a:ext>
            </a:extLst>
          </p:cNvPr>
          <p:cNvSpPr>
            <a:spLocks noGrp="1"/>
          </p:cNvSpPr>
          <p:nvPr/>
        </p:nvSpPr>
        <p:spPr>
          <a:xfrm>
            <a:off x="9324975" y="3238500"/>
            <a:ext cx="28575" cy="1371600"/>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7" name="s2-b-2">
            <a:extLst>
              <a:ext uri="{FF2B5EF4-FFF2-40B4-BE49-F238E27FC236}">
                <a16:creationId xmlns:a16="http://schemas.microsoft.com/office/drawing/2014/main" id="{D217F664-B17F-4F8D-9958-0DCE6F051EC5}"/>
              </a:ext>
            </a:extLst>
          </p:cNvPr>
          <p:cNvSpPr>
            <a:spLocks noGrp="1"/>
          </p:cNvSpPr>
          <p:nvPr/>
        </p:nvSpPr>
        <p:spPr>
          <a:xfrm>
            <a:off x="8896350" y="3219450"/>
            <a:ext cx="457200"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s2-l-2-0">
            <a:extLst>
              <a:ext uri="{FF2B5EF4-FFF2-40B4-BE49-F238E27FC236}">
                <a16:creationId xmlns:a16="http://schemas.microsoft.com/office/drawing/2014/main" id="{5A7D905C-C793-40AB-8528-80C94E660789}"/>
              </a:ext>
            </a:extLst>
          </p:cNvPr>
          <p:cNvSpPr>
            <a:spLocks noGrp="1"/>
          </p:cNvSpPr>
          <p:nvPr/>
        </p:nvSpPr>
        <p:spPr>
          <a:xfrm>
            <a:off x="9344025" y="3400425"/>
            <a:ext cx="419100"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9" name="s2-l-2-1">
            <a:extLst>
              <a:ext uri="{FF2B5EF4-FFF2-40B4-BE49-F238E27FC236}">
                <a16:creationId xmlns:a16="http://schemas.microsoft.com/office/drawing/2014/main" id="{45191278-8FAA-4D23-AA35-6AE8D61585B1}"/>
              </a:ext>
            </a:extLst>
          </p:cNvPr>
          <p:cNvSpPr>
            <a:spLocks noGrp="1"/>
          </p:cNvSpPr>
          <p:nvPr/>
        </p:nvSpPr>
        <p:spPr>
          <a:xfrm>
            <a:off x="9344025" y="3914775"/>
            <a:ext cx="419100"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0" name="s2-l-2-2">
            <a:extLst>
              <a:ext uri="{FF2B5EF4-FFF2-40B4-BE49-F238E27FC236}">
                <a16:creationId xmlns:a16="http://schemas.microsoft.com/office/drawing/2014/main" id="{6DCBCA79-BC67-4741-95B9-5F598C2755BD}"/>
              </a:ext>
            </a:extLst>
          </p:cNvPr>
          <p:cNvSpPr>
            <a:spLocks noGrp="1"/>
          </p:cNvSpPr>
          <p:nvPr/>
        </p:nvSpPr>
        <p:spPr>
          <a:xfrm>
            <a:off x="9344025" y="4429125"/>
            <a:ext cx="419100" cy="28575"/>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1" name="s2-root-2">
            <a:extLst>
              <a:ext uri="{FF2B5EF4-FFF2-40B4-BE49-F238E27FC236}">
                <a16:creationId xmlns:a16="http://schemas.microsoft.com/office/drawing/2014/main" id="{25CCB4EF-20DC-48F6-8281-404B61EDCA55}"/>
              </a:ext>
            </a:extLst>
          </p:cNvPr>
          <p:cNvSpPr>
            <a:spLocks noGrp="1"/>
          </p:cNvSpPr>
          <p:nvPr/>
        </p:nvSpPr>
        <p:spPr>
          <a:xfrm>
            <a:off x="8210550" y="3009900"/>
            <a:ext cx="1123950" cy="457200"/>
          </a:xfrm>
          <a:prstGeom prst="roundRect">
            <a:avLst>
              <a:gd name="adj" fmla="val 16667"/>
            </a:avLst>
          </a:prstGeom>
          <a:solidFill>
            <a:srgbClr val="0D3765"/>
          </a:solidFill>
          <a:ln w="1143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2" name="s2-root-2-t">
            <a:extLst>
              <a:ext uri="{FF2B5EF4-FFF2-40B4-BE49-F238E27FC236}">
                <a16:creationId xmlns:a16="http://schemas.microsoft.com/office/drawing/2014/main" id="{83B44CE2-F9E9-4D34-8E8A-7D54962A75F7}"/>
              </a:ext>
            </a:extLst>
          </p:cNvPr>
          <p:cNvSpPr>
            <a:spLocks noGrp="1"/>
          </p:cNvSpPr>
          <p:nvPr/>
        </p:nvSpPr>
        <p:spPr>
          <a:xfrm>
            <a:off x="8286750" y="3057525"/>
            <a:ext cx="971550" cy="3619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微软雅黑" panose="020B0503020204020204" pitchFamily="34" charset="-122"/>
                <a:ea typeface="微软雅黑" panose="020B0503020204020204" pitchFamily="34" charset="-122"/>
              </a:rPr>
              <a:t>提升产能</a:t>
            </a:r>
          </a:p>
        </p:txBody>
      </p:sp>
      <p:sp>
        <p:nvSpPr>
          <p:cNvPr id="53" name="s2-n-2-0">
            <a:extLst>
              <a:ext uri="{FF2B5EF4-FFF2-40B4-BE49-F238E27FC236}">
                <a16:creationId xmlns:a16="http://schemas.microsoft.com/office/drawing/2014/main" id="{97C379A7-6D81-40CA-9721-EA44A9988696}"/>
              </a:ext>
            </a:extLst>
          </p:cNvPr>
          <p:cNvSpPr>
            <a:spLocks noGrp="1"/>
          </p:cNvSpPr>
          <p:nvPr/>
        </p:nvSpPr>
        <p:spPr>
          <a:xfrm>
            <a:off x="9753600" y="3171825"/>
            <a:ext cx="952500" cy="400050"/>
          </a:xfrm>
          <a:prstGeom prst="roundRect">
            <a:avLst>
              <a:gd name="adj" fmla="val 19048"/>
            </a:avLst>
          </a:prstGeom>
          <a:solidFill>
            <a:srgbClr val="EDF7DD"/>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4" name="s2-n-2-0-t">
            <a:extLst>
              <a:ext uri="{FF2B5EF4-FFF2-40B4-BE49-F238E27FC236}">
                <a16:creationId xmlns:a16="http://schemas.microsoft.com/office/drawing/2014/main" id="{BBB78EB3-6589-4FC4-973B-467EBFF37F33}"/>
              </a:ext>
            </a:extLst>
          </p:cNvPr>
          <p:cNvSpPr>
            <a:spLocks noGrp="1"/>
          </p:cNvSpPr>
          <p:nvPr/>
        </p:nvSpPr>
        <p:spPr>
          <a:xfrm>
            <a:off x="9829800" y="321945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增班</a:t>
            </a:r>
          </a:p>
        </p:txBody>
      </p:sp>
      <p:sp>
        <p:nvSpPr>
          <p:cNvPr id="55" name="s2-n-2-1">
            <a:extLst>
              <a:ext uri="{FF2B5EF4-FFF2-40B4-BE49-F238E27FC236}">
                <a16:creationId xmlns:a16="http://schemas.microsoft.com/office/drawing/2014/main" id="{D68D0D7C-B9E8-44C5-BE56-9A6A3FD56221}"/>
              </a:ext>
            </a:extLst>
          </p:cNvPr>
          <p:cNvSpPr>
            <a:spLocks noGrp="1"/>
          </p:cNvSpPr>
          <p:nvPr/>
        </p:nvSpPr>
        <p:spPr>
          <a:xfrm>
            <a:off x="9753600" y="3686175"/>
            <a:ext cx="952500" cy="400050"/>
          </a:xfrm>
          <a:prstGeom prst="roundRect">
            <a:avLst>
              <a:gd name="adj" fmla="val 19048"/>
            </a:avLst>
          </a:prstGeom>
          <a:solidFill>
            <a:srgbClr val="EDF7DD"/>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6" name="s2-n-2-1-t">
            <a:extLst>
              <a:ext uri="{FF2B5EF4-FFF2-40B4-BE49-F238E27FC236}">
                <a16:creationId xmlns:a16="http://schemas.microsoft.com/office/drawing/2014/main" id="{E8508A6F-FA28-42FF-96E8-1EAF8517CD35}"/>
              </a:ext>
            </a:extLst>
          </p:cNvPr>
          <p:cNvSpPr>
            <a:spLocks noGrp="1"/>
          </p:cNvSpPr>
          <p:nvPr/>
        </p:nvSpPr>
        <p:spPr>
          <a:xfrm>
            <a:off x="9829800" y="373380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改善换线</a:t>
            </a:r>
          </a:p>
        </p:txBody>
      </p:sp>
      <p:sp>
        <p:nvSpPr>
          <p:cNvPr id="57" name="s2-n-2-2">
            <a:extLst>
              <a:ext uri="{FF2B5EF4-FFF2-40B4-BE49-F238E27FC236}">
                <a16:creationId xmlns:a16="http://schemas.microsoft.com/office/drawing/2014/main" id="{0339F480-43CC-4464-9B1C-6A7C6B6702F7}"/>
              </a:ext>
            </a:extLst>
          </p:cNvPr>
          <p:cNvSpPr>
            <a:spLocks noGrp="1"/>
          </p:cNvSpPr>
          <p:nvPr/>
        </p:nvSpPr>
        <p:spPr>
          <a:xfrm>
            <a:off x="9753600" y="4200525"/>
            <a:ext cx="952500" cy="400050"/>
          </a:xfrm>
          <a:prstGeom prst="roundRect">
            <a:avLst>
              <a:gd name="adj" fmla="val 19048"/>
            </a:avLst>
          </a:prstGeom>
          <a:solidFill>
            <a:srgbClr val="EDF7DD"/>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8" name="s2-n-2-2-t">
            <a:extLst>
              <a:ext uri="{FF2B5EF4-FFF2-40B4-BE49-F238E27FC236}">
                <a16:creationId xmlns:a16="http://schemas.microsoft.com/office/drawing/2014/main" id="{9B12EA0E-E1C6-4DBB-B8F1-39F62A9674E1}"/>
              </a:ext>
            </a:extLst>
          </p:cNvPr>
          <p:cNvSpPr>
            <a:spLocks noGrp="1"/>
          </p:cNvSpPr>
          <p:nvPr/>
        </p:nvSpPr>
        <p:spPr>
          <a:xfrm>
            <a:off x="9829800" y="4248150"/>
            <a:ext cx="800100" cy="304800"/>
          </a:xfrm>
          <a:prstGeom prst="rect">
            <a:avLst/>
          </a:prstGeom>
          <a:noFill/>
          <a:ln w="0">
            <a:noFill/>
            <a:prstDash val="solid"/>
          </a:ln>
        </p:spPr>
        <p:txBody>
          <a:bodyPr anchor="ctr"/>
          <a:lstStyle/>
          <a:p>
            <a:pPr algn="ctr">
              <a:defRPr sz="1125" b="1">
                <a:solidFill>
                  <a:srgbClr val="10233F"/>
                </a:solidFill>
              </a:defRPr>
            </a:pPr>
            <a:r>
              <a:rPr sz="1125" b="1">
                <a:solidFill>
                  <a:srgbClr val="10233F"/>
                </a:solidFill>
                <a:latin typeface="微软雅黑" panose="020B0503020204020204" pitchFamily="34" charset="-122"/>
                <a:ea typeface="微软雅黑" panose="020B0503020204020204" pitchFamily="34" charset="-122"/>
              </a:rPr>
              <a:t>外协</a:t>
            </a:r>
          </a:p>
        </p:txBody>
      </p:sp>
      <p:sp>
        <p:nvSpPr>
          <p:cNvPr id="59" name="s2-out-2">
            <a:extLst>
              <a:ext uri="{FF2B5EF4-FFF2-40B4-BE49-F238E27FC236}">
                <a16:creationId xmlns:a16="http://schemas.microsoft.com/office/drawing/2014/main" id="{71FCFD29-05C4-49AE-BB7D-B21B653E7AC7}"/>
              </a:ext>
            </a:extLst>
          </p:cNvPr>
          <p:cNvSpPr>
            <a:spLocks noGrp="1"/>
          </p:cNvSpPr>
          <p:nvPr/>
        </p:nvSpPr>
        <p:spPr>
          <a:xfrm>
            <a:off x="8096250" y="4886325"/>
            <a:ext cx="2552700" cy="514350"/>
          </a:xfrm>
          <a:prstGeom prst="roundRect">
            <a:avLst>
              <a:gd name="adj" fmla="val 14815"/>
            </a:avLst>
          </a:prstGeom>
          <a:solidFill>
            <a:srgbClr val="EDF7DD"/>
          </a:solidFill>
          <a:ln w="9525">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0" name="s2-outt-2">
            <a:extLst>
              <a:ext uri="{FF2B5EF4-FFF2-40B4-BE49-F238E27FC236}">
                <a16:creationId xmlns:a16="http://schemas.microsoft.com/office/drawing/2014/main" id="{22291F39-1F56-493D-896D-321514493297}"/>
              </a:ext>
            </a:extLst>
          </p:cNvPr>
          <p:cNvSpPr>
            <a:spLocks noGrp="1"/>
          </p:cNvSpPr>
          <p:nvPr/>
        </p:nvSpPr>
        <p:spPr>
          <a:xfrm>
            <a:off x="8210550" y="4972050"/>
            <a:ext cx="2324100" cy="323850"/>
          </a:xfrm>
          <a:prstGeom prst="rect">
            <a:avLst/>
          </a:prstGeom>
          <a:noFill/>
          <a:ln w="0">
            <a:noFill/>
            <a:prstDash val="solid"/>
          </a:ln>
        </p:spPr>
        <p:txBody>
          <a:bodyPr anchor="ctr"/>
          <a:lstStyle/>
          <a:p>
            <a:pPr algn="ctr">
              <a:defRPr sz="1275" b="1">
                <a:solidFill>
                  <a:srgbClr val="78C500"/>
                </a:solidFill>
              </a:defRPr>
            </a:pPr>
            <a:r>
              <a:rPr sz="1275" b="1">
                <a:solidFill>
                  <a:srgbClr val="78C500"/>
                </a:solidFill>
                <a:latin typeface="微软雅黑" panose="020B0503020204020204" pitchFamily="34" charset="-122"/>
                <a:ea typeface="微软雅黑" panose="020B0503020204020204" pitchFamily="34" charset="-122"/>
              </a:rPr>
              <a:t>输出：方案选项</a:t>
            </a:r>
          </a:p>
        </p:txBody>
      </p:sp>
      <p:sp>
        <p:nvSpPr>
          <p:cNvPr id="66" name="页脚占位符 3">
            <a:extLst>
              <a:ext uri="{FF2B5EF4-FFF2-40B4-BE49-F238E27FC236}">
                <a16:creationId xmlns:a16="http://schemas.microsoft.com/office/drawing/2014/main" id="{235733C1-7ACC-74E5-D6F7-4567DE9ECFB4}"/>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100">
                <a:solidFill>
                  <a:schemeClr val="bg2"/>
                </a:solidFill>
              </a:rPr>
              <a:t>Leo Huang</a:t>
            </a:r>
            <a:endParaRPr lang="de-DE" altLang="zh-CN" sz="1100" dirty="0">
              <a:solidFill>
                <a:schemeClr val="bg2"/>
              </a:solidFill>
            </a:endParaRPr>
          </a:p>
        </p:txBody>
      </p:sp>
      <p:sp>
        <p:nvSpPr>
          <p:cNvPr id="68" name="灯片编号占位符 4">
            <a:extLst>
              <a:ext uri="{FF2B5EF4-FFF2-40B4-BE49-F238E27FC236}">
                <a16:creationId xmlns:a16="http://schemas.microsoft.com/office/drawing/2014/main" id="{AF5E3F39-79AE-B5E0-D596-A310E04312C1}"/>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100" smtClean="0">
                <a:solidFill>
                  <a:schemeClr val="bg2"/>
                </a:solidFill>
              </a:rPr>
              <a:pPr algn="r">
                <a:defRPr/>
              </a:pPr>
              <a:t>36</a:t>
            </a:fld>
            <a:endParaRPr lang="de-DE" altLang="zh-CN" sz="1100" dirty="0">
              <a:solidFill>
                <a:schemeClr val="bg2"/>
              </a:solidFill>
            </a:endParaRPr>
          </a:p>
        </p:txBody>
      </p:sp>
    </p:spTree>
    <p:extLst>
      <p:ext uri="{BB962C8B-B14F-4D97-AF65-F5344CB8AC3E}">
        <p14:creationId xmlns:p14="http://schemas.microsoft.com/office/powerpoint/2010/main" val="1889203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4AB13D-55E9-7443-7D16-0569F3A8E1C5}"/>
              </a:ext>
            </a:extLst>
          </p:cNvPr>
          <p:cNvSpPr>
            <a:spLocks noGrp="1"/>
          </p:cNvSpPr>
          <p:nvPr>
            <p:ph type="title"/>
          </p:nvPr>
        </p:nvSpPr>
        <p:spPr/>
        <p:txBody>
          <a:bodyPr/>
          <a:lstStyle/>
          <a:p>
            <a:r>
              <a:rPr lang="zh-CN" altLang="en-US" dirty="0"/>
              <a:t>问题树</a:t>
            </a:r>
          </a:p>
        </p:txBody>
      </p:sp>
      <p:sp>
        <p:nvSpPr>
          <p:cNvPr id="4" name="页脚占位符 3">
            <a:extLst>
              <a:ext uri="{FF2B5EF4-FFF2-40B4-BE49-F238E27FC236}">
                <a16:creationId xmlns:a16="http://schemas.microsoft.com/office/drawing/2014/main" id="{E19897B7-E4BE-55F4-F533-7B5090B42A97}"/>
              </a:ext>
            </a:extLst>
          </p:cNvPr>
          <p:cNvSpPr>
            <a:spLocks noGrp="1"/>
          </p:cNvSpPr>
          <p:nvPr>
            <p:ph type="ftr" sz="quarter" idx="10"/>
          </p:nvPr>
        </p:nvSpPr>
        <p:spPr/>
        <p:txBody>
          <a:bodyPr/>
          <a:lstStyle/>
          <a:p>
            <a:pPr>
              <a:defRPr/>
            </a:pPr>
            <a:r>
              <a:rPr lang="de-DE" dirty="0"/>
              <a:t>Leo Huang</a:t>
            </a:r>
          </a:p>
        </p:txBody>
      </p:sp>
      <p:sp>
        <p:nvSpPr>
          <p:cNvPr id="5" name="灯片编号占位符 4">
            <a:extLst>
              <a:ext uri="{FF2B5EF4-FFF2-40B4-BE49-F238E27FC236}">
                <a16:creationId xmlns:a16="http://schemas.microsoft.com/office/drawing/2014/main" id="{B9ADCA34-7631-9F2A-E577-C69C549C8AEF}"/>
              </a:ext>
            </a:extLst>
          </p:cNvPr>
          <p:cNvSpPr>
            <a:spLocks noGrp="1"/>
          </p:cNvSpPr>
          <p:nvPr>
            <p:ph type="sldNum" sz="quarter" idx="11"/>
          </p:nvPr>
        </p:nvSpPr>
        <p:spPr/>
        <p:txBody>
          <a:bodyPr/>
          <a:lstStyle/>
          <a:p>
            <a:pPr>
              <a:defRPr/>
            </a:pPr>
            <a:fld id="{504E9415-CE62-41B1-A98C-C68172D739F2}" type="slidenum">
              <a:rPr lang="de-DE" altLang="zh-CN" smtClean="0"/>
              <a:pPr>
                <a:defRPr/>
              </a:pPr>
              <a:t>37</a:t>
            </a:fld>
            <a:endParaRPr lang="de-DE" altLang="zh-CN"/>
          </a:p>
        </p:txBody>
      </p:sp>
      <p:sp>
        <p:nvSpPr>
          <p:cNvPr id="8" name="圆角矩形">
            <a:extLst>
              <a:ext uri="{FF2B5EF4-FFF2-40B4-BE49-F238E27FC236}">
                <a16:creationId xmlns:a16="http://schemas.microsoft.com/office/drawing/2014/main" id="{DF2A08EF-E3AE-50FA-E996-2FEFDDC68F63}"/>
              </a:ext>
            </a:extLst>
          </p:cNvPr>
          <p:cNvSpPr/>
          <p:nvPr/>
        </p:nvSpPr>
        <p:spPr>
          <a:xfrm>
            <a:off x="1286414" y="2364111"/>
            <a:ext cx="1793330" cy="2070430"/>
          </a:xfrm>
          <a:custGeom>
            <a:avLst/>
            <a:gdLst>
              <a:gd name="connsiteX0" fmla="*/ 533687 w 1067374"/>
              <a:gd name="connsiteY0" fmla="*/ 1234734 h 1234734"/>
              <a:gd name="connsiteX1" fmla="*/ 533687 w 1067374"/>
              <a:gd name="connsiteY1" fmla="*/ 0 h 1234734"/>
              <a:gd name="connsiteX2" fmla="*/ 1067374 w 1067374"/>
              <a:gd name="connsiteY2" fmla="*/ 617367 h 1234734"/>
              <a:gd name="connsiteX3" fmla="*/ 0 w 1067374"/>
              <a:gd name="connsiteY3" fmla="*/ 617367 h 1234734"/>
              <a:gd name="connsiteX4" fmla="*/ 533687 w 1067374"/>
              <a:gd name="connsiteY4" fmla="*/ 617367 h 1234734"/>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067374" h="1234734" stroke="0">
                <a:moveTo>
                  <a:pt x="1013331" y="1234734"/>
                </a:moveTo>
                <a:cubicBezTo>
                  <a:pt x="1043184" y="1234734"/>
                  <a:pt x="1067374" y="1210536"/>
                  <a:pt x="1067374" y="1180690"/>
                </a:cubicBezTo>
                <a:lnTo>
                  <a:pt x="1067374" y="54044"/>
                </a:lnTo>
                <a:cubicBezTo>
                  <a:pt x="1067374" y="24196"/>
                  <a:pt x="1043184" y="0"/>
                  <a:pt x="1013331" y="0"/>
                </a:cubicBezTo>
                <a:lnTo>
                  <a:pt x="54044" y="0"/>
                </a:lnTo>
                <a:cubicBezTo>
                  <a:pt x="24196" y="0"/>
                  <a:pt x="0" y="24196"/>
                  <a:pt x="0" y="54044"/>
                </a:cubicBezTo>
                <a:lnTo>
                  <a:pt x="0" y="1180690"/>
                </a:lnTo>
                <a:cubicBezTo>
                  <a:pt x="0" y="1210536"/>
                  <a:pt x="24196" y="1234734"/>
                  <a:pt x="54044" y="1234734"/>
                </a:cubicBezTo>
                <a:lnTo>
                  <a:pt x="1013331" y="1234734"/>
                </a:lnTo>
                <a:close/>
              </a:path>
              <a:path w="1067374" h="1234734" fill="none">
                <a:moveTo>
                  <a:pt x="1013331" y="1234734"/>
                </a:moveTo>
                <a:cubicBezTo>
                  <a:pt x="1043184" y="1234734"/>
                  <a:pt x="1067374" y="1210536"/>
                  <a:pt x="1067374" y="1180690"/>
                </a:cubicBezTo>
                <a:lnTo>
                  <a:pt x="1067374" y="54044"/>
                </a:lnTo>
                <a:cubicBezTo>
                  <a:pt x="1067374" y="24196"/>
                  <a:pt x="1043184" y="0"/>
                  <a:pt x="1013331" y="0"/>
                </a:cubicBezTo>
                <a:lnTo>
                  <a:pt x="54044" y="0"/>
                </a:lnTo>
                <a:cubicBezTo>
                  <a:pt x="24196" y="0"/>
                  <a:pt x="0" y="24196"/>
                  <a:pt x="0" y="54044"/>
                </a:cubicBezTo>
                <a:lnTo>
                  <a:pt x="0" y="1180690"/>
                </a:lnTo>
                <a:cubicBezTo>
                  <a:pt x="0" y="1210536"/>
                  <a:pt x="24196" y="1234734"/>
                  <a:pt x="54044" y="1234734"/>
                </a:cubicBezTo>
                <a:lnTo>
                  <a:pt x="1013331" y="1234734"/>
                </a:lnTo>
                <a:close/>
              </a:path>
            </a:pathLst>
          </a:custGeom>
          <a:gradFill>
            <a:gsLst>
              <a:gs pos="0">
                <a:srgbClr val="E4E4E4"/>
              </a:gs>
              <a:gs pos="100000">
                <a:srgbClr val="D3D3D3"/>
              </a:gs>
            </a:gsLst>
            <a:lin ang="5400000" scaled="0"/>
          </a:gradFill>
          <a:ln w="15200" cap="flat">
            <a:gradFill>
              <a:gsLst>
                <a:gs pos="0">
                  <a:srgbClr val="999999"/>
                </a:gs>
                <a:gs pos="44000">
                  <a:srgbClr val="ABABAB"/>
                </a:gs>
                <a:gs pos="100000">
                  <a:srgbClr val="797979"/>
                </a:gs>
              </a:gsLst>
              <a:lin ang="18900000" scaled="0"/>
            </a:gradFill>
            <a:custDash>
              <a:ds d="380000" sp="120000"/>
            </a:custDash>
            <a:miter/>
          </a:ln>
        </p:spPr>
        <p:txBody>
          <a:bodyPr wrap="square" lIns="76200" tIns="38100" rIns="76200" bIns="38100" rtlCol="0" anchor="ctr"/>
          <a:lstStyle/>
          <a:p>
            <a:pPr algn="l"/>
            <a:r>
              <a:rPr lang="zh-CN" altLang="en-US" sz="1600" dirty="0">
                <a:latin typeface="微软雅黑"/>
                <a:ea typeface="微软雅黑"/>
                <a:cs typeface="微软雅黑"/>
              </a:rPr>
              <a:t>此时你对问题的目的有些了解，需要找到问题的基本结构或各部分之间的关系</a:t>
            </a:r>
          </a:p>
          <a:p>
            <a:pPr algn="l"/>
            <a:endParaRPr lang="zh-CN" altLang="en-US" sz="1100" b="1" dirty="0">
              <a:solidFill>
                <a:srgbClr val="000000"/>
              </a:solidFill>
              <a:latin typeface="微软雅黑"/>
              <a:ea typeface="微软雅黑"/>
              <a:cs typeface="微软雅黑"/>
            </a:endParaRPr>
          </a:p>
        </p:txBody>
      </p:sp>
      <p:sp>
        <p:nvSpPr>
          <p:cNvPr id="9" name="圆角矩形">
            <a:extLst>
              <a:ext uri="{FF2B5EF4-FFF2-40B4-BE49-F238E27FC236}">
                <a16:creationId xmlns:a16="http://schemas.microsoft.com/office/drawing/2014/main" id="{A4C1B971-4979-AFA2-D607-D43B608F1A17}"/>
              </a:ext>
            </a:extLst>
          </p:cNvPr>
          <p:cNvSpPr/>
          <p:nvPr/>
        </p:nvSpPr>
        <p:spPr>
          <a:xfrm>
            <a:off x="1518024" y="1857401"/>
            <a:ext cx="1322661" cy="381276"/>
          </a:xfrm>
          <a:custGeom>
            <a:avLst/>
            <a:gdLst>
              <a:gd name="connsiteX0" fmla="*/ 332349 w 664698"/>
              <a:gd name="connsiteY0" fmla="*/ 215433 h 215433"/>
              <a:gd name="connsiteX1" fmla="*/ 332349 w 664698"/>
              <a:gd name="connsiteY1" fmla="*/ 0 h 215433"/>
              <a:gd name="connsiteX2" fmla="*/ 664698 w 664698"/>
              <a:gd name="connsiteY2" fmla="*/ 107717 h 215433"/>
              <a:gd name="connsiteX3" fmla="*/ 0 w 664698"/>
              <a:gd name="connsiteY3" fmla="*/ 107717 h 215433"/>
              <a:gd name="connsiteX4" fmla="*/ 332349 w 664698"/>
              <a:gd name="connsiteY4" fmla="*/ 107717 h 215433"/>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664698" h="215433" stroke="0">
                <a:moveTo>
                  <a:pt x="556982" y="215433"/>
                </a:moveTo>
                <a:cubicBezTo>
                  <a:pt x="616474" y="215433"/>
                  <a:pt x="664698" y="167208"/>
                  <a:pt x="664698" y="107716"/>
                </a:cubicBezTo>
                <a:cubicBezTo>
                  <a:pt x="664698" y="48225"/>
                  <a:pt x="616474" y="0"/>
                  <a:pt x="556982" y="0"/>
                </a:cubicBezTo>
                <a:lnTo>
                  <a:pt x="107716" y="0"/>
                </a:lnTo>
                <a:cubicBezTo>
                  <a:pt x="48225" y="0"/>
                  <a:pt x="0" y="48225"/>
                  <a:pt x="0" y="107716"/>
                </a:cubicBezTo>
                <a:cubicBezTo>
                  <a:pt x="0" y="167208"/>
                  <a:pt x="48225" y="215433"/>
                  <a:pt x="107716" y="215433"/>
                </a:cubicBezTo>
                <a:lnTo>
                  <a:pt x="556982" y="215433"/>
                </a:lnTo>
                <a:close/>
              </a:path>
              <a:path w="664698" h="215433" fill="none">
                <a:moveTo>
                  <a:pt x="556982" y="215433"/>
                </a:moveTo>
                <a:cubicBezTo>
                  <a:pt x="616474" y="215433"/>
                  <a:pt x="664698" y="167208"/>
                  <a:pt x="664698" y="107716"/>
                </a:cubicBezTo>
                <a:cubicBezTo>
                  <a:pt x="664698" y="48225"/>
                  <a:pt x="616474" y="0"/>
                  <a:pt x="556982" y="0"/>
                </a:cubicBezTo>
                <a:lnTo>
                  <a:pt x="107716" y="0"/>
                </a:lnTo>
                <a:cubicBezTo>
                  <a:pt x="48225" y="0"/>
                  <a:pt x="0" y="48225"/>
                  <a:pt x="0" y="107716"/>
                </a:cubicBezTo>
                <a:cubicBezTo>
                  <a:pt x="0" y="167208"/>
                  <a:pt x="48225" y="215433"/>
                  <a:pt x="107716" y="215433"/>
                </a:cubicBezTo>
                <a:lnTo>
                  <a:pt x="556982" y="215433"/>
                </a:lnTo>
                <a:close/>
              </a:path>
            </a:pathLst>
          </a:custGeom>
          <a:solidFill>
            <a:srgbClr val="324049"/>
          </a:solidFill>
          <a:ln w="22800" cap="flat">
            <a:noFill/>
            <a:miter/>
          </a:ln>
        </p:spPr>
        <p:txBody>
          <a:bodyPr wrap="square" lIns="76200" tIns="38100" rIns="76200" bIns="38100" rtlCol="0" anchor="ctr"/>
          <a:lstStyle/>
          <a:p>
            <a:pPr algn="ctr"/>
            <a:r>
              <a:rPr lang="zh-CN" altLang="en-US" b="1" dirty="0">
                <a:solidFill>
                  <a:srgbClr val="FFFFFF"/>
                </a:solidFill>
                <a:latin typeface="微软雅黑"/>
                <a:ea typeface="微软雅黑"/>
                <a:cs typeface="微软雅黑"/>
              </a:rPr>
              <a:t>何时使用</a:t>
            </a:r>
          </a:p>
        </p:txBody>
      </p:sp>
      <p:sp>
        <p:nvSpPr>
          <p:cNvPr id="11" name="文本框 10">
            <a:extLst>
              <a:ext uri="{FF2B5EF4-FFF2-40B4-BE49-F238E27FC236}">
                <a16:creationId xmlns:a16="http://schemas.microsoft.com/office/drawing/2014/main" id="{FDBD13EE-8FE7-0972-4BB7-21FD65767324}"/>
              </a:ext>
            </a:extLst>
          </p:cNvPr>
          <p:cNvSpPr txBox="1"/>
          <p:nvPr/>
        </p:nvSpPr>
        <p:spPr>
          <a:xfrm>
            <a:off x="1518024" y="1362635"/>
            <a:ext cx="152400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归纳逻辑树</a:t>
            </a:r>
          </a:p>
        </p:txBody>
      </p:sp>
      <p:sp>
        <p:nvSpPr>
          <p:cNvPr id="12" name="圆角矩形">
            <a:extLst>
              <a:ext uri="{FF2B5EF4-FFF2-40B4-BE49-F238E27FC236}">
                <a16:creationId xmlns:a16="http://schemas.microsoft.com/office/drawing/2014/main" id="{E9149455-8374-CB51-D79E-40BF698F4551}"/>
              </a:ext>
            </a:extLst>
          </p:cNvPr>
          <p:cNvSpPr/>
          <p:nvPr/>
        </p:nvSpPr>
        <p:spPr>
          <a:xfrm>
            <a:off x="6363425" y="2364111"/>
            <a:ext cx="1793330" cy="1974807"/>
          </a:xfrm>
          <a:custGeom>
            <a:avLst/>
            <a:gdLst>
              <a:gd name="connsiteX0" fmla="*/ 533687 w 1067374"/>
              <a:gd name="connsiteY0" fmla="*/ 1234734 h 1234734"/>
              <a:gd name="connsiteX1" fmla="*/ 533687 w 1067374"/>
              <a:gd name="connsiteY1" fmla="*/ 0 h 1234734"/>
              <a:gd name="connsiteX2" fmla="*/ 1067374 w 1067374"/>
              <a:gd name="connsiteY2" fmla="*/ 617367 h 1234734"/>
              <a:gd name="connsiteX3" fmla="*/ 0 w 1067374"/>
              <a:gd name="connsiteY3" fmla="*/ 617367 h 1234734"/>
              <a:gd name="connsiteX4" fmla="*/ 533687 w 1067374"/>
              <a:gd name="connsiteY4" fmla="*/ 617367 h 1234734"/>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067374" h="1234734" stroke="0">
                <a:moveTo>
                  <a:pt x="1013331" y="1234734"/>
                </a:moveTo>
                <a:cubicBezTo>
                  <a:pt x="1043184" y="1234734"/>
                  <a:pt x="1067374" y="1210536"/>
                  <a:pt x="1067374" y="1180690"/>
                </a:cubicBezTo>
                <a:lnTo>
                  <a:pt x="1067374" y="54044"/>
                </a:lnTo>
                <a:cubicBezTo>
                  <a:pt x="1067374" y="24196"/>
                  <a:pt x="1043184" y="0"/>
                  <a:pt x="1013331" y="0"/>
                </a:cubicBezTo>
                <a:lnTo>
                  <a:pt x="54044" y="0"/>
                </a:lnTo>
                <a:cubicBezTo>
                  <a:pt x="24196" y="0"/>
                  <a:pt x="0" y="24196"/>
                  <a:pt x="0" y="54044"/>
                </a:cubicBezTo>
                <a:lnTo>
                  <a:pt x="0" y="1180690"/>
                </a:lnTo>
                <a:cubicBezTo>
                  <a:pt x="0" y="1210536"/>
                  <a:pt x="24196" y="1234734"/>
                  <a:pt x="54044" y="1234734"/>
                </a:cubicBezTo>
                <a:lnTo>
                  <a:pt x="1013331" y="1234734"/>
                </a:lnTo>
                <a:close/>
              </a:path>
              <a:path w="1067374" h="1234734" fill="none">
                <a:moveTo>
                  <a:pt x="1013331" y="1234734"/>
                </a:moveTo>
                <a:cubicBezTo>
                  <a:pt x="1043184" y="1234734"/>
                  <a:pt x="1067374" y="1210536"/>
                  <a:pt x="1067374" y="1180690"/>
                </a:cubicBezTo>
                <a:lnTo>
                  <a:pt x="1067374" y="54044"/>
                </a:lnTo>
                <a:cubicBezTo>
                  <a:pt x="1067374" y="24196"/>
                  <a:pt x="1043184" y="0"/>
                  <a:pt x="1013331" y="0"/>
                </a:cubicBezTo>
                <a:lnTo>
                  <a:pt x="54044" y="0"/>
                </a:lnTo>
                <a:cubicBezTo>
                  <a:pt x="24196" y="0"/>
                  <a:pt x="0" y="24196"/>
                  <a:pt x="0" y="54044"/>
                </a:cubicBezTo>
                <a:lnTo>
                  <a:pt x="0" y="1180690"/>
                </a:lnTo>
                <a:cubicBezTo>
                  <a:pt x="0" y="1210536"/>
                  <a:pt x="24196" y="1234734"/>
                  <a:pt x="54044" y="1234734"/>
                </a:cubicBezTo>
                <a:lnTo>
                  <a:pt x="1013331" y="1234734"/>
                </a:lnTo>
                <a:close/>
              </a:path>
            </a:pathLst>
          </a:custGeom>
          <a:gradFill>
            <a:gsLst>
              <a:gs pos="0">
                <a:srgbClr val="E4E4E4"/>
              </a:gs>
              <a:gs pos="100000">
                <a:srgbClr val="D3D3D3"/>
              </a:gs>
            </a:gsLst>
            <a:lin ang="5400000" scaled="0"/>
          </a:gradFill>
          <a:ln w="15200" cap="flat">
            <a:gradFill>
              <a:gsLst>
                <a:gs pos="0">
                  <a:srgbClr val="999999"/>
                </a:gs>
                <a:gs pos="44000">
                  <a:srgbClr val="ABABAB"/>
                </a:gs>
                <a:gs pos="100000">
                  <a:srgbClr val="797979"/>
                </a:gs>
              </a:gsLst>
              <a:lin ang="18900000" scaled="0"/>
            </a:gradFill>
            <a:custDash>
              <a:ds d="380000" sp="120000"/>
            </a:custDash>
            <a:miter/>
          </a:ln>
        </p:spPr>
        <p:txBody>
          <a:bodyPr wrap="square" lIns="76200" tIns="38100" rIns="76200" bIns="38100" rtlCol="0" anchor="ctr"/>
          <a:lstStyle/>
          <a:p>
            <a:pPr algn="l">
              <a:lnSpc>
                <a:spcPct val="120000"/>
              </a:lnSpc>
            </a:pPr>
            <a:r>
              <a:rPr lang="zh-CN" altLang="en-US" sz="1600" dirty="0">
                <a:latin typeface="微软雅黑"/>
                <a:ea typeface="微软雅黑"/>
              </a:rPr>
              <a:t>在你对问题结有非常清晰的认识时使用；尤其是当其在逻辑或数学上条理清晰时</a:t>
            </a:r>
            <a:endParaRPr lang="zh-CN" altLang="en-US" sz="1100" dirty="0">
              <a:solidFill>
                <a:srgbClr val="000000"/>
              </a:solidFill>
              <a:latin typeface="微软雅黑"/>
              <a:ea typeface="微软雅黑"/>
              <a:cs typeface="微软雅黑"/>
            </a:endParaRPr>
          </a:p>
        </p:txBody>
      </p:sp>
      <p:sp>
        <p:nvSpPr>
          <p:cNvPr id="13" name="圆角矩形">
            <a:extLst>
              <a:ext uri="{FF2B5EF4-FFF2-40B4-BE49-F238E27FC236}">
                <a16:creationId xmlns:a16="http://schemas.microsoft.com/office/drawing/2014/main" id="{F575BD22-6CD4-4BDD-9E20-4BCEC1D7A933}"/>
              </a:ext>
            </a:extLst>
          </p:cNvPr>
          <p:cNvSpPr/>
          <p:nvPr/>
        </p:nvSpPr>
        <p:spPr>
          <a:xfrm>
            <a:off x="6595035" y="1835194"/>
            <a:ext cx="1322661" cy="381276"/>
          </a:xfrm>
          <a:custGeom>
            <a:avLst/>
            <a:gdLst>
              <a:gd name="connsiteX0" fmla="*/ 332349 w 664698"/>
              <a:gd name="connsiteY0" fmla="*/ 215433 h 215433"/>
              <a:gd name="connsiteX1" fmla="*/ 332349 w 664698"/>
              <a:gd name="connsiteY1" fmla="*/ 0 h 215433"/>
              <a:gd name="connsiteX2" fmla="*/ 664698 w 664698"/>
              <a:gd name="connsiteY2" fmla="*/ 107717 h 215433"/>
              <a:gd name="connsiteX3" fmla="*/ 0 w 664698"/>
              <a:gd name="connsiteY3" fmla="*/ 107717 h 215433"/>
              <a:gd name="connsiteX4" fmla="*/ 332349 w 664698"/>
              <a:gd name="connsiteY4" fmla="*/ 107717 h 215433"/>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664698" h="215433" stroke="0">
                <a:moveTo>
                  <a:pt x="556982" y="215433"/>
                </a:moveTo>
                <a:cubicBezTo>
                  <a:pt x="616474" y="215433"/>
                  <a:pt x="664698" y="167208"/>
                  <a:pt x="664698" y="107716"/>
                </a:cubicBezTo>
                <a:cubicBezTo>
                  <a:pt x="664698" y="48225"/>
                  <a:pt x="616474" y="0"/>
                  <a:pt x="556982" y="0"/>
                </a:cubicBezTo>
                <a:lnTo>
                  <a:pt x="107716" y="0"/>
                </a:lnTo>
                <a:cubicBezTo>
                  <a:pt x="48225" y="0"/>
                  <a:pt x="0" y="48225"/>
                  <a:pt x="0" y="107716"/>
                </a:cubicBezTo>
                <a:cubicBezTo>
                  <a:pt x="0" y="167208"/>
                  <a:pt x="48225" y="215433"/>
                  <a:pt x="107716" y="215433"/>
                </a:cubicBezTo>
                <a:lnTo>
                  <a:pt x="556982" y="215433"/>
                </a:lnTo>
                <a:close/>
              </a:path>
              <a:path w="664698" h="215433" fill="none">
                <a:moveTo>
                  <a:pt x="556982" y="215433"/>
                </a:moveTo>
                <a:cubicBezTo>
                  <a:pt x="616474" y="215433"/>
                  <a:pt x="664698" y="167208"/>
                  <a:pt x="664698" y="107716"/>
                </a:cubicBezTo>
                <a:cubicBezTo>
                  <a:pt x="664698" y="48225"/>
                  <a:pt x="616474" y="0"/>
                  <a:pt x="556982" y="0"/>
                </a:cubicBezTo>
                <a:lnTo>
                  <a:pt x="107716" y="0"/>
                </a:lnTo>
                <a:cubicBezTo>
                  <a:pt x="48225" y="0"/>
                  <a:pt x="0" y="48225"/>
                  <a:pt x="0" y="107716"/>
                </a:cubicBezTo>
                <a:cubicBezTo>
                  <a:pt x="0" y="167208"/>
                  <a:pt x="48225" y="215433"/>
                  <a:pt x="107716" y="215433"/>
                </a:cubicBezTo>
                <a:lnTo>
                  <a:pt x="556982" y="215433"/>
                </a:lnTo>
                <a:close/>
              </a:path>
            </a:pathLst>
          </a:custGeom>
          <a:solidFill>
            <a:srgbClr val="324049"/>
          </a:solidFill>
          <a:ln w="22800" cap="flat">
            <a:noFill/>
            <a:miter/>
          </a:ln>
        </p:spPr>
        <p:txBody>
          <a:bodyPr wrap="square" lIns="76200" tIns="38100" rIns="76200" bIns="38100" rtlCol="0" anchor="ctr"/>
          <a:lstStyle/>
          <a:p>
            <a:pPr algn="ctr"/>
            <a:r>
              <a:rPr lang="zh-CN" altLang="en-US" b="1" dirty="0">
                <a:solidFill>
                  <a:srgbClr val="FFFFFF"/>
                </a:solidFill>
                <a:latin typeface="微软雅黑"/>
                <a:ea typeface="微软雅黑"/>
                <a:cs typeface="微软雅黑"/>
              </a:rPr>
              <a:t>何时使用</a:t>
            </a:r>
          </a:p>
        </p:txBody>
      </p:sp>
      <p:sp>
        <p:nvSpPr>
          <p:cNvPr id="14" name="文本框 13">
            <a:extLst>
              <a:ext uri="{FF2B5EF4-FFF2-40B4-BE49-F238E27FC236}">
                <a16:creationId xmlns:a16="http://schemas.microsoft.com/office/drawing/2014/main" id="{3D3D0A16-AB46-E839-AE20-DBD9AF9C7BCF}"/>
              </a:ext>
            </a:extLst>
          </p:cNvPr>
          <p:cNvSpPr txBox="1"/>
          <p:nvPr/>
        </p:nvSpPr>
        <p:spPr>
          <a:xfrm>
            <a:off x="6595035" y="1437342"/>
            <a:ext cx="152400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演绎逻辑树</a:t>
            </a:r>
          </a:p>
        </p:txBody>
      </p:sp>
      <p:sp>
        <p:nvSpPr>
          <p:cNvPr id="15" name="文本框 14">
            <a:extLst>
              <a:ext uri="{FF2B5EF4-FFF2-40B4-BE49-F238E27FC236}">
                <a16:creationId xmlns:a16="http://schemas.microsoft.com/office/drawing/2014/main" id="{5B4AA789-E4EB-1B6B-E23A-C2763FF981D2}"/>
              </a:ext>
            </a:extLst>
          </p:cNvPr>
          <p:cNvSpPr txBox="1"/>
          <p:nvPr/>
        </p:nvSpPr>
        <p:spPr>
          <a:xfrm>
            <a:off x="6251388" y="4577976"/>
            <a:ext cx="2563906" cy="92333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比较典型的演绎逻辑：</a:t>
            </a:r>
            <a:endParaRPr lang="en-US" altLang="zh-CN" b="1"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dirty="0">
                <a:solidFill>
                  <a:srgbClr val="FF0000"/>
                </a:solidFill>
                <a:latin typeface="微软雅黑" panose="020B0503020204020204" pitchFamily="34" charset="-122"/>
                <a:ea typeface="微软雅黑" panose="020B0503020204020204" pitchFamily="34" charset="-122"/>
              </a:rPr>
              <a:t>时间流程演绎</a:t>
            </a:r>
            <a:endParaRPr lang="en-US" altLang="zh-CN" dirty="0">
              <a:solidFill>
                <a:srgbClr val="FF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公式演绎</a:t>
            </a:r>
          </a:p>
        </p:txBody>
      </p:sp>
      <p:sp>
        <p:nvSpPr>
          <p:cNvPr id="16" name="文本框 15">
            <a:extLst>
              <a:ext uri="{FF2B5EF4-FFF2-40B4-BE49-F238E27FC236}">
                <a16:creationId xmlns:a16="http://schemas.microsoft.com/office/drawing/2014/main" id="{D59FD53F-2595-35C3-F8F4-A5C254BD52D4}"/>
              </a:ext>
            </a:extLst>
          </p:cNvPr>
          <p:cNvSpPr txBox="1"/>
          <p:nvPr/>
        </p:nvSpPr>
        <p:spPr>
          <a:xfrm>
            <a:off x="1192306" y="4652687"/>
            <a:ext cx="2563906" cy="646331"/>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比较典型的归纳逻辑</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组成要素归纳</a:t>
            </a:r>
          </a:p>
        </p:txBody>
      </p:sp>
    </p:spTree>
    <p:extLst>
      <p:ext uri="{BB962C8B-B14F-4D97-AF65-F5344CB8AC3E}">
        <p14:creationId xmlns:p14="http://schemas.microsoft.com/office/powerpoint/2010/main" val="707260131"/>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A8EFAE58-3928-4268-9187-57A6669F1CB9}"/>
              </a:ext>
            </a:extLst>
          </p:cNvPr>
          <p:cNvSpPr>
            <a:spLocks noGrp="1" noChangeArrowheads="1"/>
          </p:cNvSpPr>
          <p:nvPr>
            <p:ph type="title"/>
          </p:nvPr>
        </p:nvSpPr>
        <p:spPr/>
        <p:txBody>
          <a:bodyPr/>
          <a:lstStyle/>
          <a:p>
            <a:r>
              <a:rPr lang="zh-CN" altLang="en-US" dirty="0"/>
              <a:t>举例：归纳逻辑树</a:t>
            </a:r>
          </a:p>
        </p:txBody>
      </p:sp>
      <p:sp>
        <p:nvSpPr>
          <p:cNvPr id="4" name="页脚占位符 3">
            <a:extLst>
              <a:ext uri="{FF2B5EF4-FFF2-40B4-BE49-F238E27FC236}">
                <a16:creationId xmlns:a16="http://schemas.microsoft.com/office/drawing/2014/main" id="{E9881018-D6FA-4989-8F0B-2AE3D2A2266F}"/>
              </a:ext>
            </a:extLst>
          </p:cNvPr>
          <p:cNvSpPr>
            <a:spLocks noGrp="1"/>
          </p:cNvSpPr>
          <p:nvPr>
            <p:ph type="ftr" sz="quarter" idx="10"/>
          </p:nvPr>
        </p:nvSpPr>
        <p:spPr/>
        <p:txBody>
          <a:bodyPr/>
          <a:lstStyle/>
          <a:p>
            <a:pPr>
              <a:defRPr/>
            </a:pPr>
            <a:r>
              <a:rPr lang="de-DE"/>
              <a:t>Leo Huang</a:t>
            </a:r>
          </a:p>
        </p:txBody>
      </p:sp>
      <p:sp>
        <p:nvSpPr>
          <p:cNvPr id="73732" name="灯片编号占位符 4">
            <a:extLst>
              <a:ext uri="{FF2B5EF4-FFF2-40B4-BE49-F238E27FC236}">
                <a16:creationId xmlns:a16="http://schemas.microsoft.com/office/drawing/2014/main" id="{1CEA1755-F410-455A-9071-DECC7A229311}"/>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EBBB2C2-CC15-44A8-AA35-7BD8356E58E1}" type="slidenum">
              <a:rPr lang="de-DE" altLang="zh-CN" smtClean="0"/>
              <a:pPr/>
              <a:t>38</a:t>
            </a:fld>
            <a:endParaRPr lang="de-DE" altLang="zh-CN"/>
          </a:p>
        </p:txBody>
      </p:sp>
      <p:graphicFrame>
        <p:nvGraphicFramePr>
          <p:cNvPr id="6" name="Content Placeholder 5">
            <a:extLst>
              <a:ext uri="{FF2B5EF4-FFF2-40B4-BE49-F238E27FC236}">
                <a16:creationId xmlns:a16="http://schemas.microsoft.com/office/drawing/2014/main" id="{F62594F3-7154-4E64-953B-59096BA2563B}"/>
              </a:ext>
            </a:extLst>
          </p:cNvPr>
          <p:cNvGraphicFramePr>
            <a:graphicFrameLocks noGrp="1"/>
          </p:cNvGraphicFramePr>
          <p:nvPr>
            <p:ph idx="1"/>
            <p:extLst>
              <p:ext uri="{D42A27DB-BD31-4B8C-83A1-F6EECF244321}">
                <p14:modId xmlns:p14="http://schemas.microsoft.com/office/powerpoint/2010/main" val="1817763016"/>
              </p:ext>
            </p:extLst>
          </p:nvPr>
        </p:nvGraphicFramePr>
        <p:xfrm>
          <a:off x="1415480" y="1268413"/>
          <a:ext cx="8207375" cy="46815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0369922"/>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92713D-B164-2628-6FA5-4E062C57840F}"/>
              </a:ext>
            </a:extLst>
          </p:cNvPr>
          <p:cNvSpPr>
            <a:spLocks noGrp="1"/>
          </p:cNvSpPr>
          <p:nvPr>
            <p:ph type="title"/>
          </p:nvPr>
        </p:nvSpPr>
        <p:spPr/>
        <p:txBody>
          <a:bodyPr/>
          <a:lstStyle/>
          <a:p>
            <a:r>
              <a:rPr lang="zh-CN" altLang="en-US" dirty="0"/>
              <a:t>举例：归纳逻辑树</a:t>
            </a:r>
          </a:p>
        </p:txBody>
      </p:sp>
      <p:graphicFrame>
        <p:nvGraphicFramePr>
          <p:cNvPr id="6" name="内容占位符 5">
            <a:extLst>
              <a:ext uri="{FF2B5EF4-FFF2-40B4-BE49-F238E27FC236}">
                <a16:creationId xmlns:a16="http://schemas.microsoft.com/office/drawing/2014/main" id="{995617D1-1A6D-DB93-C62F-67592414FC23}"/>
              </a:ext>
            </a:extLst>
          </p:cNvPr>
          <p:cNvGraphicFramePr>
            <a:graphicFrameLocks noGrp="1"/>
          </p:cNvGraphicFramePr>
          <p:nvPr>
            <p:ph idx="1"/>
            <p:extLst>
              <p:ext uri="{D42A27DB-BD31-4B8C-83A1-F6EECF244321}">
                <p14:modId xmlns:p14="http://schemas.microsoft.com/office/powerpoint/2010/main" val="1500085662"/>
              </p:ext>
            </p:extLst>
          </p:nvPr>
        </p:nvGraphicFramePr>
        <p:xfrm>
          <a:off x="623888" y="1268413"/>
          <a:ext cx="10944225" cy="46815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a:extLst>
              <a:ext uri="{FF2B5EF4-FFF2-40B4-BE49-F238E27FC236}">
                <a16:creationId xmlns:a16="http://schemas.microsoft.com/office/drawing/2014/main" id="{31267C78-1F4A-8FAA-FF3E-43ACCFBFE4FA}"/>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625D6DBA-F4CF-378A-184A-671FCA9F5227}"/>
              </a:ext>
            </a:extLst>
          </p:cNvPr>
          <p:cNvSpPr>
            <a:spLocks noGrp="1"/>
          </p:cNvSpPr>
          <p:nvPr>
            <p:ph type="sldNum" sz="quarter" idx="11"/>
          </p:nvPr>
        </p:nvSpPr>
        <p:spPr/>
        <p:txBody>
          <a:bodyPr/>
          <a:lstStyle/>
          <a:p>
            <a:pPr>
              <a:defRPr/>
            </a:pPr>
            <a:fld id="{504E9415-CE62-41B1-A98C-C68172D739F2}" type="slidenum">
              <a:rPr lang="de-DE" altLang="zh-CN" smtClean="0"/>
              <a:pPr>
                <a:defRPr/>
              </a:pPr>
              <a:t>39</a:t>
            </a:fld>
            <a:endParaRPr lang="de-DE" altLang="zh-CN"/>
          </a:p>
        </p:txBody>
      </p:sp>
    </p:spTree>
    <p:extLst>
      <p:ext uri="{BB962C8B-B14F-4D97-AF65-F5344CB8AC3E}">
        <p14:creationId xmlns:p14="http://schemas.microsoft.com/office/powerpoint/2010/main" val="1990368534"/>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27819-66B9-2D37-A98D-5A04A36DD061}"/>
              </a:ext>
            </a:extLst>
          </p:cNvPr>
          <p:cNvSpPr>
            <a:spLocks noGrp="1"/>
          </p:cNvSpPr>
          <p:nvPr>
            <p:ph type="title"/>
          </p:nvPr>
        </p:nvSpPr>
        <p:spPr/>
        <p:txBody>
          <a:bodyPr/>
          <a:lstStyle/>
          <a:p>
            <a:endParaRPr lang="zh-CN" altLang="en-US"/>
          </a:p>
        </p:txBody>
      </p:sp>
      <p:sp>
        <p:nvSpPr>
          <p:cNvPr id="4" name="页脚占位符 3">
            <a:extLst>
              <a:ext uri="{FF2B5EF4-FFF2-40B4-BE49-F238E27FC236}">
                <a16:creationId xmlns:a16="http://schemas.microsoft.com/office/drawing/2014/main" id="{FA1E441F-80D1-9585-282D-10AAC841934C}"/>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ECCFC24B-081C-9079-8D66-A2763A6F92C5}"/>
              </a:ext>
            </a:extLst>
          </p:cNvPr>
          <p:cNvSpPr>
            <a:spLocks noGrp="1"/>
          </p:cNvSpPr>
          <p:nvPr>
            <p:ph type="sldNum" sz="quarter" idx="11"/>
          </p:nvPr>
        </p:nvSpPr>
        <p:spPr/>
        <p:txBody>
          <a:bodyPr/>
          <a:lstStyle/>
          <a:p>
            <a:pPr>
              <a:defRPr/>
            </a:pPr>
            <a:fld id="{504E9415-CE62-41B1-A98C-C68172D739F2}" type="slidenum">
              <a:rPr lang="de-DE" altLang="zh-CN" smtClean="0"/>
              <a:pPr>
                <a:defRPr/>
              </a:pPr>
              <a:t>40</a:t>
            </a:fld>
            <a:endParaRPr lang="de-DE" altLang="zh-CN"/>
          </a:p>
        </p:txBody>
      </p:sp>
      <p:pic>
        <p:nvPicPr>
          <p:cNvPr id="16" name="内容占位符 15" descr="图形用户界面, 应用程序&#10;&#10;AI 生成的内容可能不正确。">
            <a:extLst>
              <a:ext uri="{FF2B5EF4-FFF2-40B4-BE49-F238E27FC236}">
                <a16:creationId xmlns:a16="http://schemas.microsoft.com/office/drawing/2014/main" id="{D222547D-75E9-420D-49F6-E3245D2C71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40" y="0"/>
            <a:ext cx="12239140" cy="6852232"/>
          </a:xfrm>
        </p:spPr>
      </p:pic>
    </p:spTree>
    <p:extLst>
      <p:ext uri="{BB962C8B-B14F-4D97-AF65-F5344CB8AC3E}">
        <p14:creationId xmlns:p14="http://schemas.microsoft.com/office/powerpoint/2010/main" val="3157835113"/>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3F3F06A0-312A-F9AF-3C95-B956694763B4}"/>
              </a:ext>
            </a:extLst>
          </p:cNvPr>
          <p:cNvSpPr>
            <a:spLocks noGrp="1"/>
          </p:cNvSpPr>
          <p:nvPr>
            <p:ph type="ftr" sz="quarter" idx="3"/>
          </p:nvPr>
        </p:nvSpPr>
        <p:spPr/>
        <p:txBody>
          <a:bodyPr/>
          <a:lstStyle/>
          <a:p>
            <a:r>
              <a:rPr lang="en-GB"/>
              <a:t>Legal Copy Helvetica Regular 8/9.6 Black</a:t>
            </a:r>
            <a:endParaRPr lang="en-GB" dirty="0"/>
          </a:p>
        </p:txBody>
      </p:sp>
      <p:sp>
        <p:nvSpPr>
          <p:cNvPr id="3" name="文本占位符 2">
            <a:extLst>
              <a:ext uri="{FF2B5EF4-FFF2-40B4-BE49-F238E27FC236}">
                <a16:creationId xmlns:a16="http://schemas.microsoft.com/office/drawing/2014/main" id="{B32D7678-3898-6260-DB03-60CC4704CDAC}"/>
              </a:ext>
            </a:extLst>
          </p:cNvPr>
          <p:cNvSpPr>
            <a:spLocks noGrp="1"/>
          </p:cNvSpPr>
          <p:nvPr>
            <p:ph type="body" sz="quarter" idx="16"/>
          </p:nvPr>
        </p:nvSpPr>
        <p:spPr/>
        <p:txBody>
          <a:bodyPr/>
          <a:lstStyle/>
          <a:p>
            <a:r>
              <a:rPr lang="zh-CN" altLang="en-US" dirty="0"/>
              <a:t>在完成这一步后，恐怕你还缺少有力的数据支撑，所以请回到现场收集数据，对数据进行整理和分析，用数据说明问题是问题</a:t>
            </a:r>
          </a:p>
        </p:txBody>
      </p:sp>
    </p:spTree>
    <p:extLst>
      <p:ext uri="{BB962C8B-B14F-4D97-AF65-F5344CB8AC3E}">
        <p14:creationId xmlns:p14="http://schemas.microsoft.com/office/powerpoint/2010/main" val="1149884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BFB84-7A15-31CD-91F8-8DB8A6B0A28F}"/>
              </a:ext>
            </a:extLst>
          </p:cNvPr>
          <p:cNvSpPr>
            <a:spLocks noGrp="1"/>
          </p:cNvSpPr>
          <p:nvPr>
            <p:ph type="title"/>
          </p:nvPr>
        </p:nvSpPr>
        <p:spPr/>
        <p:txBody>
          <a:bodyPr/>
          <a:lstStyle/>
          <a:p>
            <a:r>
              <a:rPr lang="zh-CN" altLang="en-US" dirty="0"/>
              <a:t>找到“真正的问题”</a:t>
            </a:r>
          </a:p>
        </p:txBody>
      </p:sp>
      <p:sp>
        <p:nvSpPr>
          <p:cNvPr id="3" name="内容占位符 2">
            <a:extLst>
              <a:ext uri="{FF2B5EF4-FFF2-40B4-BE49-F238E27FC236}">
                <a16:creationId xmlns:a16="http://schemas.microsoft.com/office/drawing/2014/main" id="{B4572ACA-0A62-AFE2-CF0B-26C11705EF21}"/>
              </a:ext>
            </a:extLst>
          </p:cNvPr>
          <p:cNvSpPr>
            <a:spLocks noGrp="1"/>
          </p:cNvSpPr>
          <p:nvPr>
            <p:ph idx="1"/>
          </p:nvPr>
        </p:nvSpPr>
        <p:spPr/>
        <p:txBody>
          <a:bodyPr/>
          <a:lstStyle/>
          <a:p>
            <a:pPr marL="342900" indent="-342900" algn="l">
              <a:lnSpc>
                <a:spcPct val="120000"/>
              </a:lnSpc>
              <a:buFont typeface="Wingdings" panose="05000000000000000000" pitchFamily="2" charset="2"/>
              <a:buChar char="p"/>
            </a:pPr>
            <a:r>
              <a:rPr lang="zh-CN" altLang="en-US" sz="2000" dirty="0">
                <a:latin typeface="微软雅黑"/>
                <a:ea typeface="微软雅黑"/>
                <a:cs typeface="微软雅黑"/>
              </a:rPr>
              <a:t>利用收集到的信息对</a:t>
            </a:r>
            <a:r>
              <a:rPr lang="zh-CN" altLang="en-US" sz="2000" dirty="0">
                <a:solidFill>
                  <a:schemeClr val="bg2">
                    <a:lumMod val="75000"/>
                  </a:schemeClr>
                </a:solidFill>
                <a:latin typeface="微软雅黑"/>
                <a:ea typeface="微软雅黑"/>
                <a:cs typeface="微软雅黑"/>
              </a:rPr>
              <a:t>假设的问题进行验证</a:t>
            </a:r>
            <a:endParaRPr lang="en-US" altLang="zh-CN" sz="2000" dirty="0">
              <a:solidFill>
                <a:schemeClr val="bg2">
                  <a:lumMod val="75000"/>
                </a:schemeClr>
              </a:solidFill>
              <a:latin typeface="微软雅黑"/>
              <a:ea typeface="微软雅黑"/>
              <a:cs typeface="微软雅黑"/>
            </a:endParaRPr>
          </a:p>
          <a:p>
            <a:pPr marL="342900" indent="-342900" algn="l">
              <a:lnSpc>
                <a:spcPct val="120000"/>
              </a:lnSpc>
              <a:buFont typeface="Wingdings" panose="05000000000000000000" pitchFamily="2" charset="2"/>
              <a:buChar char="p"/>
            </a:pPr>
            <a:r>
              <a:rPr lang="zh-CN" altLang="en-US" sz="2000" dirty="0">
                <a:solidFill>
                  <a:schemeClr val="bg2">
                    <a:lumMod val="75000"/>
                  </a:schemeClr>
                </a:solidFill>
                <a:latin typeface="微软雅黑"/>
                <a:ea typeface="微软雅黑"/>
                <a:cs typeface="微软雅黑"/>
              </a:rPr>
              <a:t>用事实、数据来验证假设问题是否成立</a:t>
            </a:r>
            <a:endParaRPr lang="en-US" altLang="zh-CN" sz="2000" dirty="0">
              <a:solidFill>
                <a:schemeClr val="bg2">
                  <a:lumMod val="75000"/>
                </a:schemeClr>
              </a:solidFill>
              <a:latin typeface="微软雅黑"/>
              <a:ea typeface="微软雅黑"/>
              <a:cs typeface="微软雅黑"/>
            </a:endParaRPr>
          </a:p>
          <a:p>
            <a:pPr algn="l">
              <a:lnSpc>
                <a:spcPct val="120000"/>
              </a:lnSpc>
            </a:pPr>
            <a:endParaRPr lang="zh-CN" altLang="en-US" sz="2000" dirty="0">
              <a:solidFill>
                <a:schemeClr val="bg2">
                  <a:lumMod val="75000"/>
                </a:schemeClr>
              </a:solidFill>
            </a:endParaRPr>
          </a:p>
        </p:txBody>
      </p:sp>
      <p:sp>
        <p:nvSpPr>
          <p:cNvPr id="4" name="页脚占位符 3">
            <a:extLst>
              <a:ext uri="{FF2B5EF4-FFF2-40B4-BE49-F238E27FC236}">
                <a16:creationId xmlns:a16="http://schemas.microsoft.com/office/drawing/2014/main" id="{8A87AF3F-400F-E948-74EE-835EDFFAAB6E}"/>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09AAA5AD-4AA6-334B-7C3C-5A32B64701ED}"/>
              </a:ext>
            </a:extLst>
          </p:cNvPr>
          <p:cNvSpPr>
            <a:spLocks noGrp="1"/>
          </p:cNvSpPr>
          <p:nvPr>
            <p:ph type="sldNum" sz="quarter" idx="11"/>
          </p:nvPr>
        </p:nvSpPr>
        <p:spPr/>
        <p:txBody>
          <a:bodyPr/>
          <a:lstStyle/>
          <a:p>
            <a:pPr>
              <a:defRPr/>
            </a:pPr>
            <a:fld id="{504E9415-CE62-41B1-A98C-C68172D739F2}" type="slidenum">
              <a:rPr lang="de-DE" altLang="zh-CN" smtClean="0"/>
              <a:pPr>
                <a:defRPr/>
              </a:pPr>
              <a:t>42</a:t>
            </a:fld>
            <a:endParaRPr lang="de-DE" altLang="zh-CN"/>
          </a:p>
        </p:txBody>
      </p:sp>
      <p:pic>
        <p:nvPicPr>
          <p:cNvPr id="6" name="图片 6">
            <a:extLst>
              <a:ext uri="{FF2B5EF4-FFF2-40B4-BE49-F238E27FC236}">
                <a16:creationId xmlns:a16="http://schemas.microsoft.com/office/drawing/2014/main" id="{1D1EE290-9709-B422-27BA-C5443DD69C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8953" y="2594722"/>
            <a:ext cx="2995922" cy="153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7">
            <a:extLst>
              <a:ext uri="{FF2B5EF4-FFF2-40B4-BE49-F238E27FC236}">
                <a16:creationId xmlns:a16="http://schemas.microsoft.com/office/drawing/2014/main" id="{012B68F7-0645-A22F-BF66-F6F8496EAB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5395" y="2664440"/>
            <a:ext cx="2466097" cy="129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8">
            <a:extLst>
              <a:ext uri="{FF2B5EF4-FFF2-40B4-BE49-F238E27FC236}">
                <a16:creationId xmlns:a16="http://schemas.microsoft.com/office/drawing/2014/main" id="{ECDA33C8-0389-9F1A-C0EA-42BBBDB72F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1043" y="4260010"/>
            <a:ext cx="2448757" cy="145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9">
            <a:extLst>
              <a:ext uri="{FF2B5EF4-FFF2-40B4-BE49-F238E27FC236}">
                <a16:creationId xmlns:a16="http://schemas.microsoft.com/office/drawing/2014/main" id="{34C0D0CF-5BC7-33D9-7EC0-64B12245C9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2147" y="4283130"/>
            <a:ext cx="2441052" cy="1433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5">
            <a:extLst>
              <a:ext uri="{FF2B5EF4-FFF2-40B4-BE49-F238E27FC236}">
                <a16:creationId xmlns:a16="http://schemas.microsoft.com/office/drawing/2014/main" id="{C4B2079F-92D6-EB68-0DE5-EAB66ADABBEA}"/>
              </a:ext>
            </a:extLst>
          </p:cNvPr>
          <p:cNvGraphicFramePr>
            <a:graphicFrameLocks/>
          </p:cNvGraphicFramePr>
          <p:nvPr>
            <p:extLst>
              <p:ext uri="{D42A27DB-BD31-4B8C-83A1-F6EECF244321}">
                <p14:modId xmlns:p14="http://schemas.microsoft.com/office/powerpoint/2010/main" val="3324805240"/>
              </p:ext>
            </p:extLst>
          </p:nvPr>
        </p:nvGraphicFramePr>
        <p:xfrm>
          <a:off x="6843059" y="1420027"/>
          <a:ext cx="5451848" cy="32914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69317653"/>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24E98193-1A95-4F50-A0FB-191064D3BAAE}"/>
              </a:ext>
            </a:extLst>
          </p:cNvPr>
          <p:cNvSpPr>
            <a:spLocks noGrp="1" noChangeArrowheads="1"/>
          </p:cNvSpPr>
          <p:nvPr>
            <p:ph type="title"/>
          </p:nvPr>
        </p:nvSpPr>
        <p:spPr>
          <a:xfrm>
            <a:off x="766763" y="98425"/>
            <a:ext cx="7991475" cy="647700"/>
          </a:xfrm>
        </p:spPr>
        <p:txBody>
          <a:bodyPr/>
          <a:lstStyle/>
          <a:p>
            <a:r>
              <a:rPr lang="zh-CN" altLang="en-US" dirty="0"/>
              <a:t>从问题分解到用数据进行问题的假设检验</a:t>
            </a:r>
          </a:p>
        </p:txBody>
      </p:sp>
      <p:sp>
        <p:nvSpPr>
          <p:cNvPr id="4" name="页脚占位符 3">
            <a:extLst>
              <a:ext uri="{FF2B5EF4-FFF2-40B4-BE49-F238E27FC236}">
                <a16:creationId xmlns:a16="http://schemas.microsoft.com/office/drawing/2014/main" id="{53ABE2E9-95FE-4ABB-BFE4-1E9731FE9C38}"/>
              </a:ext>
            </a:extLst>
          </p:cNvPr>
          <p:cNvSpPr>
            <a:spLocks noGrp="1"/>
          </p:cNvSpPr>
          <p:nvPr>
            <p:ph type="ftr" sz="quarter" idx="10"/>
          </p:nvPr>
        </p:nvSpPr>
        <p:spPr/>
        <p:txBody>
          <a:bodyPr/>
          <a:lstStyle/>
          <a:p>
            <a:pPr>
              <a:defRPr/>
            </a:pPr>
            <a:r>
              <a:rPr lang="de-DE"/>
              <a:t>Leo Huang</a:t>
            </a:r>
          </a:p>
        </p:txBody>
      </p:sp>
      <p:sp>
        <p:nvSpPr>
          <p:cNvPr id="74756" name="灯片编号占位符 4">
            <a:extLst>
              <a:ext uri="{FF2B5EF4-FFF2-40B4-BE49-F238E27FC236}">
                <a16:creationId xmlns:a16="http://schemas.microsoft.com/office/drawing/2014/main" id="{9E69C93B-F2A3-42DE-8E26-71566485227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735ABC-22A7-4433-8F90-6963D8811EA3}" type="slidenum">
              <a:rPr lang="de-DE" altLang="zh-CN" smtClean="0"/>
              <a:pPr/>
              <a:t>43</a:t>
            </a:fld>
            <a:endParaRPr lang="de-DE" altLang="zh-CN"/>
          </a:p>
        </p:txBody>
      </p:sp>
      <p:sp>
        <p:nvSpPr>
          <p:cNvPr id="6" name="矩形: 圆角 5">
            <a:extLst>
              <a:ext uri="{FF2B5EF4-FFF2-40B4-BE49-F238E27FC236}">
                <a16:creationId xmlns:a16="http://schemas.microsoft.com/office/drawing/2014/main" id="{33C07076-3778-44B2-AED8-6F9CF0584F3D}"/>
              </a:ext>
            </a:extLst>
          </p:cNvPr>
          <p:cNvSpPr/>
          <p:nvPr/>
        </p:nvSpPr>
        <p:spPr>
          <a:xfrm>
            <a:off x="3611563" y="1160463"/>
            <a:ext cx="4787900" cy="11160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a:solidFill>
                  <a:schemeClr val="tx1"/>
                </a:solidFill>
                <a:latin typeface="微软雅黑" panose="020B0503020204020204" pitchFamily="34" charset="-122"/>
                <a:ea typeface="微软雅黑" panose="020B0503020204020204" pitchFamily="34" charset="-122"/>
              </a:rPr>
              <a:t>4S</a:t>
            </a:r>
            <a:r>
              <a:rPr lang="zh-CN" altLang="en-US">
                <a:solidFill>
                  <a:schemeClr val="tx1"/>
                </a:solidFill>
                <a:latin typeface="微软雅黑" panose="020B0503020204020204" pitchFamily="34" charset="-122"/>
                <a:ea typeface="微软雅黑" panose="020B0503020204020204" pitchFamily="34" charset="-122"/>
              </a:rPr>
              <a:t>店的销售额在最近三个月急剧下降</a:t>
            </a:r>
            <a:endParaRPr lang="en-US" altLang="zh-CN">
              <a:solidFill>
                <a:schemeClr val="tx1"/>
              </a:solidFill>
              <a:latin typeface="微软雅黑" panose="020B0503020204020204" pitchFamily="34" charset="-122"/>
              <a:ea typeface="微软雅黑" panose="020B0503020204020204" pitchFamily="34" charset="-122"/>
            </a:endParaRPr>
          </a:p>
          <a:p>
            <a:pPr algn="ctr">
              <a:defRPr/>
            </a:pP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B4BB8514-4EA1-4615-8D2F-690090A721CB}"/>
              </a:ext>
            </a:extLst>
          </p:cNvPr>
          <p:cNvSpPr/>
          <p:nvPr/>
        </p:nvSpPr>
        <p:spPr>
          <a:xfrm>
            <a:off x="2782888" y="2852738"/>
            <a:ext cx="2052637" cy="6842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dirty="0">
                <a:solidFill>
                  <a:schemeClr val="tx1"/>
                </a:solidFill>
                <a:latin typeface="微软雅黑" panose="020B0503020204020204" pitchFamily="34" charset="-122"/>
                <a:ea typeface="微软雅黑" panose="020B0503020204020204" pitchFamily="34" charset="-122"/>
              </a:rPr>
              <a:t>假设</a:t>
            </a:r>
            <a:r>
              <a:rPr lang="en-US" altLang="zh-CN" sz="1400" dirty="0">
                <a:solidFill>
                  <a:schemeClr val="tx1"/>
                </a:solidFill>
                <a:latin typeface="微软雅黑" panose="020B0503020204020204" pitchFamily="34" charset="-122"/>
                <a:ea typeface="微软雅黑" panose="020B0503020204020204" pitchFamily="34" charset="-122"/>
              </a:rPr>
              <a:t>1</a:t>
            </a:r>
          </a:p>
          <a:p>
            <a:pPr algn="ctr">
              <a:defRPr/>
            </a:pPr>
            <a:r>
              <a:rPr lang="zh-CN" altLang="en-US" sz="1400" dirty="0">
                <a:solidFill>
                  <a:schemeClr val="tx1"/>
                </a:solidFill>
                <a:latin typeface="微软雅黑" panose="020B0503020204020204" pitchFamily="34" charset="-122"/>
                <a:ea typeface="微软雅黑" panose="020B0503020204020204" pitchFamily="34" charset="-122"/>
              </a:rPr>
              <a:t>销售人员服务水平变差了</a:t>
            </a:r>
          </a:p>
        </p:txBody>
      </p:sp>
      <p:sp>
        <p:nvSpPr>
          <p:cNvPr id="9" name="矩形: 圆角 8">
            <a:extLst>
              <a:ext uri="{FF2B5EF4-FFF2-40B4-BE49-F238E27FC236}">
                <a16:creationId xmlns:a16="http://schemas.microsoft.com/office/drawing/2014/main" id="{D2FC70EC-21BB-4512-BDB3-B4E257204E8A}"/>
              </a:ext>
            </a:extLst>
          </p:cNvPr>
          <p:cNvSpPr/>
          <p:nvPr/>
        </p:nvSpPr>
        <p:spPr>
          <a:xfrm>
            <a:off x="5484813" y="2816225"/>
            <a:ext cx="2051050" cy="6842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a:solidFill>
                  <a:schemeClr val="tx1"/>
                </a:solidFill>
                <a:latin typeface="微软雅黑" panose="020B0503020204020204" pitchFamily="34" charset="-122"/>
                <a:ea typeface="微软雅黑" panose="020B0503020204020204" pitchFamily="34" charset="-122"/>
              </a:rPr>
              <a:t>假设</a:t>
            </a:r>
            <a:r>
              <a:rPr lang="en-US" altLang="zh-CN" sz="1400">
                <a:solidFill>
                  <a:schemeClr val="tx1"/>
                </a:solidFill>
                <a:latin typeface="微软雅黑" panose="020B0503020204020204" pitchFamily="34" charset="-122"/>
                <a:ea typeface="微软雅黑" panose="020B0503020204020204" pitchFamily="34" charset="-122"/>
              </a:rPr>
              <a:t>2</a:t>
            </a:r>
          </a:p>
          <a:p>
            <a:pPr algn="ctr">
              <a:defRPr/>
            </a:pPr>
            <a:r>
              <a:rPr lang="zh-CN" altLang="en-US" sz="1400">
                <a:solidFill>
                  <a:schemeClr val="tx1"/>
                </a:solidFill>
                <a:latin typeface="微软雅黑" panose="020B0503020204020204" pitchFamily="34" charset="-122"/>
                <a:ea typeface="微软雅黑" panose="020B0503020204020204" pitchFamily="34" charset="-122"/>
              </a:rPr>
              <a:t>顾客对畅销车的评价变差了</a:t>
            </a:r>
          </a:p>
        </p:txBody>
      </p:sp>
      <p:sp>
        <p:nvSpPr>
          <p:cNvPr id="10" name="矩形: 圆角 9">
            <a:extLst>
              <a:ext uri="{FF2B5EF4-FFF2-40B4-BE49-F238E27FC236}">
                <a16:creationId xmlns:a16="http://schemas.microsoft.com/office/drawing/2014/main" id="{FB15E893-AF39-4E7E-B115-116EB6D211C9}"/>
              </a:ext>
            </a:extLst>
          </p:cNvPr>
          <p:cNvSpPr/>
          <p:nvPr/>
        </p:nvSpPr>
        <p:spPr>
          <a:xfrm>
            <a:off x="8186738" y="2816225"/>
            <a:ext cx="2051050" cy="6842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a:solidFill>
                  <a:schemeClr val="tx1"/>
                </a:solidFill>
                <a:latin typeface="微软雅黑" panose="020B0503020204020204" pitchFamily="34" charset="-122"/>
                <a:ea typeface="微软雅黑" panose="020B0503020204020204" pitchFamily="34" charset="-122"/>
              </a:rPr>
              <a:t>假设</a:t>
            </a:r>
            <a:r>
              <a:rPr lang="en-US" altLang="zh-CN" sz="1400">
                <a:solidFill>
                  <a:schemeClr val="tx1"/>
                </a:solidFill>
                <a:latin typeface="微软雅黑" panose="020B0503020204020204" pitchFamily="34" charset="-122"/>
                <a:ea typeface="微软雅黑" panose="020B0503020204020204" pitchFamily="34" charset="-122"/>
              </a:rPr>
              <a:t>3</a:t>
            </a:r>
          </a:p>
          <a:p>
            <a:pPr algn="ctr">
              <a:defRPr/>
            </a:pPr>
            <a:r>
              <a:rPr lang="zh-CN" altLang="en-US" sz="1400">
                <a:solidFill>
                  <a:schemeClr val="tx1"/>
                </a:solidFill>
                <a:latin typeface="微软雅黑" panose="020B0503020204020204" pitchFamily="34" charset="-122"/>
                <a:ea typeface="微软雅黑" panose="020B0503020204020204" pitchFamily="34" charset="-122"/>
              </a:rPr>
              <a:t>促销活动减少了</a:t>
            </a:r>
            <a:endParaRPr lang="en-US" altLang="zh-CN" sz="1400">
              <a:solidFill>
                <a:schemeClr val="tx1"/>
              </a:solidFill>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D09485CE-E375-42E8-BD6D-8A05075EEB4C}"/>
              </a:ext>
            </a:extLst>
          </p:cNvPr>
          <p:cNvSpPr/>
          <p:nvPr/>
        </p:nvSpPr>
        <p:spPr>
          <a:xfrm>
            <a:off x="2782888" y="3951288"/>
            <a:ext cx="2052637" cy="6842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a:solidFill>
                  <a:schemeClr val="tx1"/>
                </a:solidFill>
                <a:latin typeface="微软雅黑" panose="020B0503020204020204" pitchFamily="34" charset="-122"/>
                <a:ea typeface="微软雅黑" panose="020B0503020204020204" pitchFamily="34" charset="-122"/>
              </a:rPr>
              <a:t>调查不同销售人员之间的差别</a:t>
            </a:r>
          </a:p>
        </p:txBody>
      </p:sp>
      <p:sp>
        <p:nvSpPr>
          <p:cNvPr id="12" name="矩形: 圆角 11">
            <a:extLst>
              <a:ext uri="{FF2B5EF4-FFF2-40B4-BE49-F238E27FC236}">
                <a16:creationId xmlns:a16="http://schemas.microsoft.com/office/drawing/2014/main" id="{D8A953D8-6DDA-4B7F-8291-91859A12F87F}"/>
              </a:ext>
            </a:extLst>
          </p:cNvPr>
          <p:cNvSpPr/>
          <p:nvPr/>
        </p:nvSpPr>
        <p:spPr>
          <a:xfrm>
            <a:off x="5500688" y="4005263"/>
            <a:ext cx="2052637" cy="6842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a:solidFill>
                  <a:schemeClr val="tx1"/>
                </a:solidFill>
                <a:latin typeface="微软雅黑" panose="020B0503020204020204" pitchFamily="34" charset="-122"/>
                <a:ea typeface="微软雅黑" panose="020B0503020204020204" pitchFamily="34" charset="-122"/>
              </a:rPr>
              <a:t>调查不同商品之间的差别</a:t>
            </a:r>
          </a:p>
        </p:txBody>
      </p:sp>
      <p:sp>
        <p:nvSpPr>
          <p:cNvPr id="13" name="矩形: 圆角 12">
            <a:extLst>
              <a:ext uri="{FF2B5EF4-FFF2-40B4-BE49-F238E27FC236}">
                <a16:creationId xmlns:a16="http://schemas.microsoft.com/office/drawing/2014/main" id="{78AB834F-C8C7-4481-A842-997CADC76499}"/>
              </a:ext>
            </a:extLst>
          </p:cNvPr>
          <p:cNvSpPr/>
          <p:nvPr/>
        </p:nvSpPr>
        <p:spPr>
          <a:xfrm>
            <a:off x="8186738" y="3983038"/>
            <a:ext cx="2051050" cy="6842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a:solidFill>
                  <a:schemeClr val="tx1"/>
                </a:solidFill>
                <a:latin typeface="微软雅黑" panose="020B0503020204020204" pitchFamily="34" charset="-122"/>
                <a:ea typeface="微软雅黑" panose="020B0503020204020204" pitchFamily="34" charset="-122"/>
              </a:rPr>
              <a:t>调查促销费用发生的变化</a:t>
            </a:r>
          </a:p>
        </p:txBody>
      </p:sp>
      <p:sp>
        <p:nvSpPr>
          <p:cNvPr id="14" name="矩形: 圆角 13">
            <a:extLst>
              <a:ext uri="{FF2B5EF4-FFF2-40B4-BE49-F238E27FC236}">
                <a16:creationId xmlns:a16="http://schemas.microsoft.com/office/drawing/2014/main" id="{E8289409-511E-43A6-BF9C-A19235236238}"/>
              </a:ext>
            </a:extLst>
          </p:cNvPr>
          <p:cNvSpPr/>
          <p:nvPr/>
        </p:nvSpPr>
        <p:spPr>
          <a:xfrm>
            <a:off x="2781300" y="5156200"/>
            <a:ext cx="1190625" cy="6842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a:solidFill>
                  <a:schemeClr val="tx1"/>
                </a:solidFill>
                <a:latin typeface="微软雅黑" panose="020B0503020204020204" pitchFamily="34" charset="-122"/>
                <a:ea typeface="微软雅黑" panose="020B0503020204020204" pitchFamily="34" charset="-122"/>
              </a:rPr>
              <a:t>不同销售人员的销售额数据</a:t>
            </a:r>
          </a:p>
        </p:txBody>
      </p:sp>
      <p:sp>
        <p:nvSpPr>
          <p:cNvPr id="15" name="矩形: 圆角 14">
            <a:extLst>
              <a:ext uri="{FF2B5EF4-FFF2-40B4-BE49-F238E27FC236}">
                <a16:creationId xmlns:a16="http://schemas.microsoft.com/office/drawing/2014/main" id="{02B0C140-A34A-4604-8921-015A8CD43DBD}"/>
              </a:ext>
            </a:extLst>
          </p:cNvPr>
          <p:cNvSpPr/>
          <p:nvPr/>
        </p:nvSpPr>
        <p:spPr>
          <a:xfrm>
            <a:off x="4106863" y="5154613"/>
            <a:ext cx="1190625" cy="6842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a:solidFill>
                  <a:schemeClr val="tx1"/>
                </a:solidFill>
                <a:latin typeface="微软雅黑" panose="020B0503020204020204" pitchFamily="34" charset="-122"/>
                <a:ea typeface="微软雅黑" panose="020B0503020204020204" pitchFamily="34" charset="-122"/>
              </a:rPr>
              <a:t>不同销售人员的工作履历数据</a:t>
            </a:r>
          </a:p>
        </p:txBody>
      </p:sp>
      <p:sp>
        <p:nvSpPr>
          <p:cNvPr id="16" name="矩形: 圆角 15">
            <a:extLst>
              <a:ext uri="{FF2B5EF4-FFF2-40B4-BE49-F238E27FC236}">
                <a16:creationId xmlns:a16="http://schemas.microsoft.com/office/drawing/2014/main" id="{265806F7-E00E-42D6-B9D4-DFD582D1F0CF}"/>
              </a:ext>
            </a:extLst>
          </p:cNvPr>
          <p:cNvSpPr/>
          <p:nvPr/>
        </p:nvSpPr>
        <p:spPr>
          <a:xfrm>
            <a:off x="5591175" y="5149850"/>
            <a:ext cx="1190625" cy="6842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a:solidFill>
                  <a:schemeClr val="tx1"/>
                </a:solidFill>
                <a:latin typeface="微软雅黑" panose="020B0503020204020204" pitchFamily="34" charset="-122"/>
                <a:ea typeface="微软雅黑" panose="020B0503020204020204" pitchFamily="34" charset="-122"/>
              </a:rPr>
              <a:t>不同商品销售额变化数据</a:t>
            </a:r>
          </a:p>
        </p:txBody>
      </p:sp>
      <p:sp>
        <p:nvSpPr>
          <p:cNvPr id="17" name="矩形: 圆角 16">
            <a:extLst>
              <a:ext uri="{FF2B5EF4-FFF2-40B4-BE49-F238E27FC236}">
                <a16:creationId xmlns:a16="http://schemas.microsoft.com/office/drawing/2014/main" id="{989139E8-AD2A-48EB-B452-3DBC5228A77F}"/>
              </a:ext>
            </a:extLst>
          </p:cNvPr>
          <p:cNvSpPr/>
          <p:nvPr/>
        </p:nvSpPr>
        <p:spPr>
          <a:xfrm>
            <a:off x="6888163" y="5140325"/>
            <a:ext cx="1190625" cy="6842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a:solidFill>
                  <a:schemeClr val="tx1"/>
                </a:solidFill>
                <a:latin typeface="微软雅黑" panose="020B0503020204020204" pitchFamily="34" charset="-122"/>
                <a:ea typeface="微软雅黑" panose="020B0503020204020204" pitchFamily="34" charset="-122"/>
              </a:rPr>
              <a:t>其他</a:t>
            </a:r>
            <a:r>
              <a:rPr lang="en-US" altLang="zh-CN" sz="1200">
                <a:solidFill>
                  <a:schemeClr val="tx1"/>
                </a:solidFill>
                <a:latin typeface="微软雅黑" panose="020B0503020204020204" pitchFamily="34" charset="-122"/>
                <a:ea typeface="微软雅黑" panose="020B0503020204020204" pitchFamily="34" charset="-122"/>
              </a:rPr>
              <a:t>4S</a:t>
            </a:r>
            <a:r>
              <a:rPr lang="zh-CN" altLang="en-US" sz="1200">
                <a:solidFill>
                  <a:schemeClr val="tx1"/>
                </a:solidFill>
                <a:latin typeface="微软雅黑" panose="020B0503020204020204" pitchFamily="34" charset="-122"/>
                <a:ea typeface="微软雅黑" panose="020B0503020204020204" pitchFamily="34" charset="-122"/>
              </a:rPr>
              <a:t>点不同商品的销售数据</a:t>
            </a:r>
          </a:p>
        </p:txBody>
      </p:sp>
      <p:sp>
        <p:nvSpPr>
          <p:cNvPr id="18" name="矩形: 圆角 17">
            <a:extLst>
              <a:ext uri="{FF2B5EF4-FFF2-40B4-BE49-F238E27FC236}">
                <a16:creationId xmlns:a16="http://schemas.microsoft.com/office/drawing/2014/main" id="{FA6A7528-621E-47C8-B02F-C20F1D4E327D}"/>
              </a:ext>
            </a:extLst>
          </p:cNvPr>
          <p:cNvSpPr/>
          <p:nvPr/>
        </p:nvSpPr>
        <p:spPr>
          <a:xfrm>
            <a:off x="8616950" y="5129213"/>
            <a:ext cx="1190625" cy="6842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a:solidFill>
                  <a:schemeClr val="tx1"/>
                </a:solidFill>
                <a:latin typeface="微软雅黑" panose="020B0503020204020204" pitchFamily="34" charset="-122"/>
                <a:ea typeface="微软雅黑" panose="020B0503020204020204" pitchFamily="34" charset="-122"/>
              </a:rPr>
              <a:t>不同促销方式的促销费用数据</a:t>
            </a:r>
          </a:p>
        </p:txBody>
      </p:sp>
      <p:sp>
        <p:nvSpPr>
          <p:cNvPr id="74769" name="文本框 18">
            <a:extLst>
              <a:ext uri="{FF2B5EF4-FFF2-40B4-BE49-F238E27FC236}">
                <a16:creationId xmlns:a16="http://schemas.microsoft.com/office/drawing/2014/main" id="{6120DF9C-8E08-4772-A09B-2C53787C9EF8}"/>
              </a:ext>
            </a:extLst>
          </p:cNvPr>
          <p:cNvSpPr txBox="1">
            <a:spLocks noChangeArrowheads="1"/>
          </p:cNvSpPr>
          <p:nvPr/>
        </p:nvSpPr>
        <p:spPr bwMode="auto">
          <a:xfrm>
            <a:off x="1263650" y="1412875"/>
            <a:ext cx="1476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a:latin typeface="微软雅黑" panose="020B0503020204020204" pitchFamily="34" charset="-122"/>
                <a:ea typeface="微软雅黑" panose="020B0503020204020204" pitchFamily="34" charset="-122"/>
              </a:rPr>
              <a:t>问题</a:t>
            </a:r>
          </a:p>
        </p:txBody>
      </p:sp>
      <p:sp>
        <p:nvSpPr>
          <p:cNvPr id="74770" name="文本框 19">
            <a:extLst>
              <a:ext uri="{FF2B5EF4-FFF2-40B4-BE49-F238E27FC236}">
                <a16:creationId xmlns:a16="http://schemas.microsoft.com/office/drawing/2014/main" id="{D872BA08-BC6D-490C-A16E-29B4F09DCB4A}"/>
              </a:ext>
            </a:extLst>
          </p:cNvPr>
          <p:cNvSpPr txBox="1">
            <a:spLocks noChangeArrowheads="1"/>
          </p:cNvSpPr>
          <p:nvPr/>
        </p:nvSpPr>
        <p:spPr bwMode="auto">
          <a:xfrm>
            <a:off x="1263650" y="3060700"/>
            <a:ext cx="1476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dirty="0">
                <a:latin typeface="微软雅黑" panose="020B0503020204020204" pitchFamily="34" charset="-122"/>
                <a:ea typeface="微软雅黑" panose="020B0503020204020204" pitchFamily="34" charset="-122"/>
              </a:rPr>
              <a:t>假设</a:t>
            </a:r>
          </a:p>
        </p:txBody>
      </p:sp>
      <p:sp>
        <p:nvSpPr>
          <p:cNvPr id="74771" name="文本框 20">
            <a:extLst>
              <a:ext uri="{FF2B5EF4-FFF2-40B4-BE49-F238E27FC236}">
                <a16:creationId xmlns:a16="http://schemas.microsoft.com/office/drawing/2014/main" id="{DD4CBB96-BC0F-48B5-ACFF-37F23CF3D5D8}"/>
              </a:ext>
            </a:extLst>
          </p:cNvPr>
          <p:cNvSpPr txBox="1">
            <a:spLocks noChangeArrowheads="1"/>
          </p:cNvSpPr>
          <p:nvPr/>
        </p:nvSpPr>
        <p:spPr bwMode="auto">
          <a:xfrm>
            <a:off x="1263650" y="4167188"/>
            <a:ext cx="1476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a:latin typeface="微软雅黑" panose="020B0503020204020204" pitchFamily="34" charset="-122"/>
                <a:ea typeface="微软雅黑" panose="020B0503020204020204" pitchFamily="34" charset="-122"/>
              </a:rPr>
              <a:t>方法</a:t>
            </a:r>
            <a:endParaRPr lang="en-US" altLang="zh-CN">
              <a:latin typeface="微软雅黑" panose="020B0503020204020204" pitchFamily="34" charset="-122"/>
              <a:ea typeface="微软雅黑" panose="020B0503020204020204" pitchFamily="34" charset="-122"/>
            </a:endParaRPr>
          </a:p>
          <a:p>
            <a:pPr algn="ctr"/>
            <a:endParaRPr lang="zh-CN" altLang="en-US">
              <a:latin typeface="微软雅黑" panose="020B0503020204020204" pitchFamily="34" charset="-122"/>
              <a:ea typeface="微软雅黑" panose="020B0503020204020204" pitchFamily="34" charset="-122"/>
            </a:endParaRPr>
          </a:p>
        </p:txBody>
      </p:sp>
      <p:sp>
        <p:nvSpPr>
          <p:cNvPr id="74772" name="文本框 21">
            <a:extLst>
              <a:ext uri="{FF2B5EF4-FFF2-40B4-BE49-F238E27FC236}">
                <a16:creationId xmlns:a16="http://schemas.microsoft.com/office/drawing/2014/main" id="{B74D11AB-A1A4-4329-854B-456CD87E1F28}"/>
              </a:ext>
            </a:extLst>
          </p:cNvPr>
          <p:cNvSpPr txBox="1">
            <a:spLocks noChangeArrowheads="1"/>
          </p:cNvSpPr>
          <p:nvPr/>
        </p:nvSpPr>
        <p:spPr bwMode="auto">
          <a:xfrm>
            <a:off x="1273175" y="5192713"/>
            <a:ext cx="1474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a:latin typeface="微软雅黑" panose="020B0503020204020204" pitchFamily="34" charset="-122"/>
                <a:ea typeface="微软雅黑" panose="020B0503020204020204" pitchFamily="34" charset="-122"/>
              </a:rPr>
              <a:t>所需数据</a:t>
            </a:r>
          </a:p>
        </p:txBody>
      </p:sp>
    </p:spTree>
    <p:custDataLst>
      <p:tags r:id="rId1"/>
    </p:custData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F91FC607-F418-BB4D-6275-E68EBA41B5E7}"/>
              </a:ext>
            </a:extLst>
          </p:cNvPr>
          <p:cNvSpPr>
            <a:spLocks noGrp="1" noChangeArrowheads="1"/>
          </p:cNvSpPr>
          <p:nvPr>
            <p:ph type="title"/>
          </p:nvPr>
        </p:nvSpPr>
        <p:spPr/>
        <p:txBody>
          <a:bodyPr/>
          <a:lstStyle/>
          <a:p>
            <a:r>
              <a:rPr lang="zh-CN" altLang="en-US"/>
              <a:t>数据从哪里来</a:t>
            </a:r>
          </a:p>
        </p:txBody>
      </p:sp>
      <p:sp>
        <p:nvSpPr>
          <p:cNvPr id="63491" name="内容占位符 2">
            <a:extLst>
              <a:ext uri="{FF2B5EF4-FFF2-40B4-BE49-F238E27FC236}">
                <a16:creationId xmlns:a16="http://schemas.microsoft.com/office/drawing/2014/main" id="{2F5D9F44-0731-DD1F-BB05-755FC830C218}"/>
              </a:ext>
            </a:extLst>
          </p:cNvPr>
          <p:cNvSpPr>
            <a:spLocks noGrp="1" noChangeArrowheads="1"/>
          </p:cNvSpPr>
          <p:nvPr>
            <p:ph idx="1"/>
          </p:nvPr>
        </p:nvSpPr>
        <p:spPr/>
        <p:txBody>
          <a:bodyPr/>
          <a:lstStyle/>
          <a:p>
            <a:pPr marL="342900" indent="-342900">
              <a:buFont typeface="Wingdings" panose="05000000000000000000" pitchFamily="2" charset="2"/>
              <a:buChar char="Ø"/>
            </a:pPr>
            <a:r>
              <a:rPr lang="zh-CN" altLang="en-US"/>
              <a:t>“不识庐山真面目，只缘身在此山中”。从“外部视角”看先验概率，而很多时候“内部视角”看的是似然概率。只有跳出内部视角，站在外部看，才能看的更清楚</a:t>
            </a:r>
            <a:endParaRPr lang="en-US" altLang="zh-CN"/>
          </a:p>
          <a:p>
            <a:pPr marL="342900" indent="-342900">
              <a:buFont typeface="Wingdings" panose="05000000000000000000" pitchFamily="2" charset="2"/>
              <a:buChar char="Ø"/>
            </a:pPr>
            <a:endParaRPr lang="zh-CN" altLang="en-US"/>
          </a:p>
        </p:txBody>
      </p:sp>
      <p:sp>
        <p:nvSpPr>
          <p:cNvPr id="4" name="页脚占位符 3">
            <a:extLst>
              <a:ext uri="{FF2B5EF4-FFF2-40B4-BE49-F238E27FC236}">
                <a16:creationId xmlns:a16="http://schemas.microsoft.com/office/drawing/2014/main" id="{FDD2C9B9-66CB-597B-13A2-9662C046087E}"/>
              </a:ext>
            </a:extLst>
          </p:cNvPr>
          <p:cNvSpPr>
            <a:spLocks noGrp="1"/>
          </p:cNvSpPr>
          <p:nvPr>
            <p:ph type="ftr" sz="quarter" idx="10"/>
          </p:nvPr>
        </p:nvSpPr>
        <p:spPr/>
        <p:txBody>
          <a:bodyPr/>
          <a:lstStyle/>
          <a:p>
            <a:pPr>
              <a:defRPr/>
            </a:pPr>
            <a:r>
              <a:rPr lang="de-DE"/>
              <a:t>Leo Huang</a:t>
            </a:r>
          </a:p>
        </p:txBody>
      </p:sp>
      <p:sp>
        <p:nvSpPr>
          <p:cNvPr id="63493" name="灯片编号占位符 4">
            <a:extLst>
              <a:ext uri="{FF2B5EF4-FFF2-40B4-BE49-F238E27FC236}">
                <a16:creationId xmlns:a16="http://schemas.microsoft.com/office/drawing/2014/main" id="{DE6DAE31-D476-C034-589F-149BDE0CA9D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3CA0C1C-0C64-4BFF-A145-9BCE908DB5EE}" type="slidenum">
              <a:rPr lang="de-DE" altLang="zh-CN" smtClean="0"/>
              <a:pPr/>
              <a:t>44</a:t>
            </a:fld>
            <a:endParaRPr lang="de-DE" altLang="zh-CN"/>
          </a:p>
        </p:txBody>
      </p:sp>
      <p:pic>
        <p:nvPicPr>
          <p:cNvPr id="7" name="图片 6">
            <a:extLst>
              <a:ext uri="{FF2B5EF4-FFF2-40B4-BE49-F238E27FC236}">
                <a16:creationId xmlns:a16="http://schemas.microsoft.com/office/drawing/2014/main" id="{71ED76E6-003E-69F9-9A08-67EA5DEC7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3" y="2212975"/>
            <a:ext cx="5421312" cy="368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04E56-F3E3-2FCB-993A-C521E2839000}"/>
            </a:ext>
          </a:extLst>
        </p:cNvPr>
        <p:cNvGrpSpPr/>
        <p:nvPr/>
      </p:nvGrpSpPr>
      <p:grpSpPr>
        <a:xfrm>
          <a:off x="0" y="0"/>
          <a:ext cx="0" cy="0"/>
          <a:chOff x="0" y="0"/>
          <a:chExt cx="0" cy="0"/>
        </a:xfrm>
      </p:grpSpPr>
      <p:sp>
        <p:nvSpPr>
          <p:cNvPr id="62" name="green-mark-2">
            <a:extLst>
              <a:ext uri="{FF2B5EF4-FFF2-40B4-BE49-F238E27FC236}">
                <a16:creationId xmlns:a16="http://schemas.microsoft.com/office/drawing/2014/main" id="{4E964985-1A10-C23D-558A-A767E07036C6}"/>
              </a:ext>
            </a:extLst>
          </p:cNvPr>
          <p:cNvSpPr>
            <a:spLocks noGrp="1"/>
          </p:cNvSpPr>
          <p:nvPr/>
        </p:nvSpPr>
        <p:spPr>
          <a:xfrm>
            <a:off x="0" y="114300"/>
            <a:ext cx="590550" cy="409575"/>
          </a:xfrm>
          <a:prstGeom prst="chevron">
            <a:avLst/>
          </a:prstGeom>
          <a:solidFill>
            <a:srgbClr val="79C600"/>
          </a:solidFill>
          <a:ln w="0">
            <a:solidFill>
              <a:srgbClr val="79C600"/>
            </a:solidFill>
            <a:prstDash val="solid"/>
          </a:ln>
        </p:spPr>
        <p:txBody>
          <a:bodyPr/>
          <a:lstStyle/>
          <a:p>
            <a:endParaRPr lang="zh-CN" altLang="en-US"/>
          </a:p>
        </p:txBody>
      </p:sp>
      <p:sp>
        <p:nvSpPr>
          <p:cNvPr id="2" name="title-2">
            <a:extLst>
              <a:ext uri="{FF2B5EF4-FFF2-40B4-BE49-F238E27FC236}">
                <a16:creationId xmlns:a16="http://schemas.microsoft.com/office/drawing/2014/main" id="{75EE0D11-DF53-C9CD-56E7-A2094B2CA30E}"/>
              </a:ext>
            </a:extLst>
          </p:cNvPr>
          <p:cNvSpPr>
            <a:spLocks noGrp="1"/>
          </p:cNvSpPr>
          <p:nvPr/>
        </p:nvSpPr>
        <p:spPr>
          <a:xfrm>
            <a:off x="742950" y="323850"/>
            <a:ext cx="10572750" cy="495300"/>
          </a:xfrm>
          <a:prstGeom prst="rect">
            <a:avLst/>
          </a:prstGeom>
          <a:noFill/>
          <a:ln w="0">
            <a:noFill/>
            <a:prstDash val="solid"/>
          </a:ln>
        </p:spPr>
        <p:txBody>
          <a:bodyPr anchor="ctr"/>
          <a:lstStyle/>
          <a:p>
            <a:pPr algn="l">
              <a:defRPr sz="2775" b="1">
                <a:solidFill>
                  <a:srgbClr val="0B3266"/>
                </a:solidFill>
              </a:defRPr>
            </a:pPr>
            <a:r>
              <a:rPr sz="2775" b="1" dirty="0" err="1">
                <a:solidFill>
                  <a:srgbClr val="0B3266"/>
                </a:solidFill>
                <a:latin typeface="微软雅黑" panose="020B0503020204020204" pitchFamily="34" charset="-122"/>
                <a:ea typeface="微软雅黑" panose="020B0503020204020204" pitchFamily="34" charset="-122"/>
              </a:rPr>
              <a:t>选择</a:t>
            </a:r>
            <a:r>
              <a:rPr lang="zh-CN" altLang="en-US" sz="2775" b="1" dirty="0">
                <a:solidFill>
                  <a:srgbClr val="0B3266"/>
                </a:solidFill>
                <a:latin typeface="微软雅黑" panose="020B0503020204020204" pitchFamily="34" charset="-122"/>
                <a:ea typeface="微软雅黑" panose="020B0503020204020204" pitchFamily="34" charset="-122"/>
              </a:rPr>
              <a:t>冰山下的</a:t>
            </a:r>
            <a:r>
              <a:rPr sz="2775" b="1" dirty="0" err="1">
                <a:solidFill>
                  <a:srgbClr val="0B3266"/>
                </a:solidFill>
                <a:latin typeface="微软雅黑" panose="020B0503020204020204" pitchFamily="34" charset="-122"/>
                <a:ea typeface="微软雅黑" panose="020B0503020204020204" pitchFamily="34" charset="-122"/>
              </a:rPr>
              <a:t>焦点</a:t>
            </a:r>
            <a:r>
              <a:rPr lang="en-US" sz="2775" b="1" dirty="0">
                <a:solidFill>
                  <a:srgbClr val="0B3266"/>
                </a:solidFill>
                <a:latin typeface="微软雅黑" panose="020B0503020204020204" pitchFamily="34" charset="-122"/>
                <a:ea typeface="微软雅黑" panose="020B0503020204020204" pitchFamily="34" charset="-122"/>
              </a:rPr>
              <a:t>-</a:t>
            </a:r>
            <a:r>
              <a:rPr lang="zh-CN" altLang="en-US" sz="2775" b="1" dirty="0">
                <a:solidFill>
                  <a:srgbClr val="0B3266"/>
                </a:solidFill>
                <a:latin typeface="微软雅黑" panose="020B0503020204020204" pitchFamily="34" charset="-122"/>
                <a:ea typeface="微软雅黑" panose="020B0503020204020204" pitchFamily="34" charset="-122"/>
              </a:rPr>
              <a:t>改哪里能改变结果</a:t>
            </a:r>
            <a:r>
              <a:rPr sz="2775" b="1" dirty="0">
                <a:solidFill>
                  <a:srgbClr val="0B3266"/>
                </a:solidFill>
                <a:latin typeface="微软雅黑" panose="020B0503020204020204" pitchFamily="34" charset="-122"/>
                <a:ea typeface="微软雅黑" panose="020B0503020204020204" pitchFamily="34" charset="-122"/>
              </a:rPr>
              <a:t>｜</a:t>
            </a:r>
            <a:r>
              <a:rPr sz="2775" b="1" dirty="0" err="1">
                <a:solidFill>
                  <a:srgbClr val="0B3266"/>
                </a:solidFill>
                <a:latin typeface="微软雅黑" panose="020B0503020204020204" pitchFamily="34" charset="-122"/>
                <a:ea typeface="微软雅黑" panose="020B0503020204020204" pitchFamily="34" charset="-122"/>
              </a:rPr>
              <a:t>影响度</a:t>
            </a:r>
            <a:r>
              <a:rPr sz="2775" b="1" dirty="0">
                <a:solidFill>
                  <a:srgbClr val="0B3266"/>
                </a:solidFill>
                <a:latin typeface="微软雅黑" panose="020B0503020204020204" pitchFamily="34" charset="-122"/>
                <a:ea typeface="微软雅黑" panose="020B0503020204020204" pitchFamily="34" charset="-122"/>
              </a:rPr>
              <a:t> × </a:t>
            </a:r>
            <a:r>
              <a:rPr sz="2775" b="1" dirty="0" err="1">
                <a:solidFill>
                  <a:srgbClr val="0B3266"/>
                </a:solidFill>
                <a:latin typeface="微软雅黑" panose="020B0503020204020204" pitchFamily="34" charset="-122"/>
                <a:ea typeface="微软雅黑" panose="020B0503020204020204" pitchFamily="34" charset="-122"/>
              </a:rPr>
              <a:t>可行动性</a:t>
            </a:r>
            <a:endParaRPr sz="2775" b="1" dirty="0">
              <a:solidFill>
                <a:srgbClr val="0B3266"/>
              </a:solidFill>
              <a:latin typeface="微软雅黑" panose="020B0503020204020204" pitchFamily="34" charset="-122"/>
              <a:ea typeface="微软雅黑" panose="020B0503020204020204" pitchFamily="34" charset="-122"/>
            </a:endParaRPr>
          </a:p>
        </p:txBody>
      </p:sp>
      <p:sp>
        <p:nvSpPr>
          <p:cNvPr id="3" name="head-rule-2">
            <a:extLst>
              <a:ext uri="{FF2B5EF4-FFF2-40B4-BE49-F238E27FC236}">
                <a16:creationId xmlns:a16="http://schemas.microsoft.com/office/drawing/2014/main" id="{D349CBAE-BF6A-50C1-082D-CE5490187D18}"/>
              </a:ext>
            </a:extLst>
          </p:cNvPr>
          <p:cNvSpPr>
            <a:spLocks noGrp="1"/>
          </p:cNvSpPr>
          <p:nvPr/>
        </p:nvSpPr>
        <p:spPr>
          <a:xfrm>
            <a:off x="628650" y="1047750"/>
            <a:ext cx="10934700" cy="19050"/>
          </a:xfrm>
          <a:prstGeom prst="rect">
            <a:avLst/>
          </a:prstGeom>
          <a:solidFill>
            <a:srgbClr val="79C600"/>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subtitle-2">
            <a:extLst>
              <a:ext uri="{FF2B5EF4-FFF2-40B4-BE49-F238E27FC236}">
                <a16:creationId xmlns:a16="http://schemas.microsoft.com/office/drawing/2014/main" id="{13A4E982-EDCE-A752-661A-CDFFC611B5D2}"/>
              </a:ext>
            </a:extLst>
          </p:cNvPr>
          <p:cNvSpPr>
            <a:spLocks noGrp="1"/>
          </p:cNvSpPr>
          <p:nvPr/>
        </p:nvSpPr>
        <p:spPr>
          <a:xfrm>
            <a:off x="628650" y="1181100"/>
            <a:ext cx="10668000" cy="304800"/>
          </a:xfrm>
          <a:prstGeom prst="rect">
            <a:avLst/>
          </a:prstGeom>
          <a:noFill/>
          <a:ln w="0">
            <a:noFill/>
            <a:prstDash val="solid"/>
          </a:ln>
        </p:spPr>
        <p:txBody>
          <a:bodyPr anchor="ctr"/>
          <a:lstStyle/>
          <a:p>
            <a:pPr algn="l">
              <a:defRPr sz="1500" b="1">
                <a:solidFill>
                  <a:srgbClr val="102A4C"/>
                </a:solidFill>
              </a:defRPr>
            </a:pPr>
            <a:r>
              <a:rPr sz="1500" b="1" dirty="0" err="1">
                <a:solidFill>
                  <a:srgbClr val="102A4C"/>
                </a:solidFill>
                <a:latin typeface="微软雅黑" panose="020B0503020204020204" pitchFamily="34" charset="-122"/>
                <a:ea typeface="微软雅黑" panose="020B0503020204020204" pitchFamily="34" charset="-122"/>
              </a:rPr>
              <a:t>不是选择最严重的问题，而是选择最值得团队现在行动的问题</a:t>
            </a:r>
            <a:endParaRPr sz="1500" b="1" dirty="0">
              <a:solidFill>
                <a:srgbClr val="102A4C"/>
              </a:solidFill>
              <a:latin typeface="微软雅黑" panose="020B0503020204020204" pitchFamily="34" charset="-122"/>
              <a:ea typeface="微软雅黑" panose="020B0503020204020204" pitchFamily="34" charset="-122"/>
            </a:endParaRPr>
          </a:p>
        </p:txBody>
      </p:sp>
      <p:sp>
        <p:nvSpPr>
          <p:cNvPr id="6" name="matrix-bg">
            <a:extLst>
              <a:ext uri="{FF2B5EF4-FFF2-40B4-BE49-F238E27FC236}">
                <a16:creationId xmlns:a16="http://schemas.microsoft.com/office/drawing/2014/main" id="{B73DB9F4-7185-0935-8DBA-DC5E610741FA}"/>
              </a:ext>
            </a:extLst>
          </p:cNvPr>
          <p:cNvSpPr>
            <a:spLocks noGrp="1"/>
          </p:cNvSpPr>
          <p:nvPr/>
        </p:nvSpPr>
        <p:spPr>
          <a:xfrm>
            <a:off x="876300" y="2095500"/>
            <a:ext cx="6762750" cy="3676650"/>
          </a:xfrm>
          <a:prstGeom prst="roundRect">
            <a:avLst>
              <a:gd name="adj" fmla="val 2073"/>
            </a:avLst>
          </a:prstGeom>
          <a:solidFill>
            <a:srgbClr val="FFFFFF"/>
          </a:solidFill>
          <a:ln w="14288">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v-mid">
            <a:extLst>
              <a:ext uri="{FF2B5EF4-FFF2-40B4-BE49-F238E27FC236}">
                <a16:creationId xmlns:a16="http://schemas.microsoft.com/office/drawing/2014/main" id="{D69CE42D-ED5C-3D54-030D-DEE7152474BB}"/>
              </a:ext>
            </a:extLst>
          </p:cNvPr>
          <p:cNvSpPr>
            <a:spLocks noGrp="1"/>
          </p:cNvSpPr>
          <p:nvPr/>
        </p:nvSpPr>
        <p:spPr>
          <a:xfrm>
            <a:off x="4257675" y="2095500"/>
            <a:ext cx="19050" cy="36766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h-mid">
            <a:extLst>
              <a:ext uri="{FF2B5EF4-FFF2-40B4-BE49-F238E27FC236}">
                <a16:creationId xmlns:a16="http://schemas.microsoft.com/office/drawing/2014/main" id="{4D8562A5-069D-4EA7-8042-DD7087B93813}"/>
              </a:ext>
            </a:extLst>
          </p:cNvPr>
          <p:cNvSpPr>
            <a:spLocks noGrp="1"/>
          </p:cNvSpPr>
          <p:nvPr/>
        </p:nvSpPr>
        <p:spPr>
          <a:xfrm>
            <a:off x="876300" y="3933825"/>
            <a:ext cx="6762750" cy="19050"/>
          </a:xfrm>
          <a:prstGeom prst="rect">
            <a:avLst/>
          </a:prstGeom>
          <a:solidFill>
            <a:srgbClr val="B8C8DA"/>
          </a:solidFill>
          <a:ln w="0">
            <a:solidFill>
              <a:srgbClr val="B8C8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high-action">
            <a:extLst>
              <a:ext uri="{FF2B5EF4-FFF2-40B4-BE49-F238E27FC236}">
                <a16:creationId xmlns:a16="http://schemas.microsoft.com/office/drawing/2014/main" id="{46C92FF5-D6F2-94B4-1A7A-9CE1EFAFA212}"/>
              </a:ext>
            </a:extLst>
          </p:cNvPr>
          <p:cNvSpPr>
            <a:spLocks noGrp="1"/>
          </p:cNvSpPr>
          <p:nvPr/>
        </p:nvSpPr>
        <p:spPr>
          <a:xfrm>
            <a:off x="4276725" y="2114550"/>
            <a:ext cx="3343275" cy="1800225"/>
          </a:xfrm>
          <a:prstGeom prst="rect">
            <a:avLst/>
          </a:prstGeom>
          <a:solidFill>
            <a:srgbClr val="EFF8DF"/>
          </a:solidFill>
          <a:ln w="0">
            <a:solidFill>
              <a:srgbClr val="79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quad1">
            <a:extLst>
              <a:ext uri="{FF2B5EF4-FFF2-40B4-BE49-F238E27FC236}">
                <a16:creationId xmlns:a16="http://schemas.microsoft.com/office/drawing/2014/main" id="{43D6190E-F91B-16DA-BC94-EF14EEDF9139}"/>
              </a:ext>
            </a:extLst>
          </p:cNvPr>
          <p:cNvSpPr>
            <a:spLocks noGrp="1"/>
          </p:cNvSpPr>
          <p:nvPr/>
        </p:nvSpPr>
        <p:spPr>
          <a:xfrm>
            <a:off x="990600" y="2190750"/>
            <a:ext cx="2095500" cy="247650"/>
          </a:xfrm>
          <a:prstGeom prst="rect">
            <a:avLst/>
          </a:prstGeom>
          <a:noFill/>
          <a:ln w="0">
            <a:noFill/>
            <a:prstDash val="solid"/>
          </a:ln>
        </p:spPr>
        <p:txBody>
          <a:bodyPr anchor="ctr"/>
          <a:lstStyle/>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高影响 × 低行动</a:t>
            </a:r>
          </a:p>
        </p:txBody>
      </p:sp>
      <p:sp>
        <p:nvSpPr>
          <p:cNvPr id="11" name="quad2">
            <a:extLst>
              <a:ext uri="{FF2B5EF4-FFF2-40B4-BE49-F238E27FC236}">
                <a16:creationId xmlns:a16="http://schemas.microsoft.com/office/drawing/2014/main" id="{A3D5AB91-72C6-3087-217F-FECEB02EA9D1}"/>
              </a:ext>
            </a:extLst>
          </p:cNvPr>
          <p:cNvSpPr>
            <a:spLocks noGrp="1"/>
          </p:cNvSpPr>
          <p:nvPr/>
        </p:nvSpPr>
        <p:spPr>
          <a:xfrm>
            <a:off x="4429125" y="2190750"/>
            <a:ext cx="1714500" cy="247650"/>
          </a:xfrm>
          <a:prstGeom prst="rect">
            <a:avLst/>
          </a:prstGeom>
          <a:noFill/>
          <a:ln w="0">
            <a:noFill/>
            <a:prstDash val="solid"/>
          </a:ln>
        </p:spPr>
        <p:txBody>
          <a:bodyPr anchor="ctr"/>
          <a:lstStyle/>
          <a:p>
            <a:pPr algn="l">
              <a:defRPr sz="1350" b="1">
                <a:solidFill>
                  <a:srgbClr val="79C600"/>
                </a:solidFill>
              </a:defRPr>
            </a:pPr>
            <a:r>
              <a:rPr sz="1350" b="1">
                <a:solidFill>
                  <a:srgbClr val="79C600"/>
                </a:solidFill>
                <a:latin typeface="微软雅黑" panose="020B0503020204020204" pitchFamily="34" charset="-122"/>
                <a:ea typeface="微软雅黑" panose="020B0503020204020204" pitchFamily="34" charset="-122"/>
              </a:rPr>
              <a:t>优先焦点区</a:t>
            </a:r>
          </a:p>
        </p:txBody>
      </p:sp>
      <p:sp>
        <p:nvSpPr>
          <p:cNvPr id="12" name="quad3">
            <a:extLst>
              <a:ext uri="{FF2B5EF4-FFF2-40B4-BE49-F238E27FC236}">
                <a16:creationId xmlns:a16="http://schemas.microsoft.com/office/drawing/2014/main" id="{1F930864-CC42-6EE3-1FD4-EFF6F0618AFC}"/>
              </a:ext>
            </a:extLst>
          </p:cNvPr>
          <p:cNvSpPr>
            <a:spLocks noGrp="1"/>
          </p:cNvSpPr>
          <p:nvPr/>
        </p:nvSpPr>
        <p:spPr>
          <a:xfrm>
            <a:off x="990600" y="4029075"/>
            <a:ext cx="2095500" cy="247650"/>
          </a:xfrm>
          <a:prstGeom prst="rect">
            <a:avLst/>
          </a:prstGeom>
          <a:noFill/>
          <a:ln w="0">
            <a:noFill/>
            <a:prstDash val="solid"/>
          </a:ln>
        </p:spPr>
        <p:txBody>
          <a:bodyPr anchor="ctr"/>
          <a:lstStyle/>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低影响 × 低行动</a:t>
            </a:r>
          </a:p>
        </p:txBody>
      </p:sp>
      <p:sp>
        <p:nvSpPr>
          <p:cNvPr id="13" name="quad4">
            <a:extLst>
              <a:ext uri="{FF2B5EF4-FFF2-40B4-BE49-F238E27FC236}">
                <a16:creationId xmlns:a16="http://schemas.microsoft.com/office/drawing/2014/main" id="{A3934FAF-772C-E2E5-5D63-2434F4B4E85B}"/>
              </a:ext>
            </a:extLst>
          </p:cNvPr>
          <p:cNvSpPr>
            <a:spLocks noGrp="1"/>
          </p:cNvSpPr>
          <p:nvPr/>
        </p:nvSpPr>
        <p:spPr>
          <a:xfrm>
            <a:off x="4429125" y="4029075"/>
            <a:ext cx="2286000" cy="247650"/>
          </a:xfrm>
          <a:prstGeom prst="rect">
            <a:avLst/>
          </a:prstGeom>
          <a:noFill/>
          <a:ln w="0">
            <a:noFill/>
            <a:prstDash val="solid"/>
          </a:ln>
        </p:spPr>
        <p:txBody>
          <a:bodyPr anchor="ctr"/>
          <a:lstStyle/>
          <a:p>
            <a:pPr algn="l">
              <a:defRPr sz="1200" b="1">
                <a:solidFill>
                  <a:srgbClr val="42566F"/>
                </a:solidFill>
              </a:defRPr>
            </a:pPr>
            <a:r>
              <a:rPr sz="1200" b="1" dirty="0" err="1">
                <a:solidFill>
                  <a:srgbClr val="42566F"/>
                </a:solidFill>
                <a:latin typeface="微软雅黑" panose="020B0503020204020204" pitchFamily="34" charset="-122"/>
                <a:ea typeface="微软雅黑" panose="020B0503020204020204" pitchFamily="34" charset="-122"/>
              </a:rPr>
              <a:t>容易做但价值有限</a:t>
            </a:r>
            <a:endParaRPr sz="1200" b="1" dirty="0">
              <a:solidFill>
                <a:srgbClr val="42566F"/>
              </a:solidFill>
              <a:latin typeface="微软雅黑" panose="020B0503020204020204" pitchFamily="34" charset="-122"/>
              <a:ea typeface="微软雅黑" panose="020B0503020204020204" pitchFamily="34" charset="-122"/>
            </a:endParaRPr>
          </a:p>
        </p:txBody>
      </p:sp>
      <p:sp>
        <p:nvSpPr>
          <p:cNvPr id="14" name="y-axis">
            <a:extLst>
              <a:ext uri="{FF2B5EF4-FFF2-40B4-BE49-F238E27FC236}">
                <a16:creationId xmlns:a16="http://schemas.microsoft.com/office/drawing/2014/main" id="{106F5586-BA13-6B56-5677-DCDDE2522942}"/>
              </a:ext>
            </a:extLst>
          </p:cNvPr>
          <p:cNvSpPr>
            <a:spLocks noGrp="1"/>
          </p:cNvSpPr>
          <p:nvPr/>
        </p:nvSpPr>
        <p:spPr>
          <a:xfrm>
            <a:off x="-47625" y="3896591"/>
            <a:ext cx="1047750" cy="247650"/>
          </a:xfrm>
          <a:prstGeom prst="rect">
            <a:avLst/>
          </a:prstGeom>
          <a:noFill/>
          <a:ln w="0">
            <a:noFill/>
            <a:prstDash val="solid"/>
          </a:ln>
        </p:spPr>
        <p:txBody>
          <a:bodyPr anchor="ctr"/>
          <a:lstStyle/>
          <a:p>
            <a:pPr algn="ctr">
              <a:defRPr sz="1275" b="1">
                <a:solidFill>
                  <a:srgbClr val="0B3266"/>
                </a:solidFill>
              </a:defRPr>
            </a:pPr>
            <a:r>
              <a:rPr sz="1275" b="1" dirty="0" err="1">
                <a:solidFill>
                  <a:srgbClr val="0B3266"/>
                </a:solidFill>
                <a:latin typeface="微软雅黑" panose="020B0503020204020204" pitchFamily="34" charset="-122"/>
                <a:ea typeface="微软雅黑" panose="020B0503020204020204" pitchFamily="34" charset="-122"/>
              </a:rPr>
              <a:t>影响度</a:t>
            </a:r>
            <a:r>
              <a:rPr sz="1275" b="1" dirty="0">
                <a:solidFill>
                  <a:srgbClr val="0B3266"/>
                </a:solidFill>
                <a:latin typeface="微软雅黑" panose="020B0503020204020204" pitchFamily="34" charset="-122"/>
                <a:ea typeface="微软雅黑" panose="020B0503020204020204" pitchFamily="34" charset="-122"/>
              </a:rPr>
              <a:t> ↑</a:t>
            </a:r>
          </a:p>
        </p:txBody>
      </p:sp>
      <p:sp>
        <p:nvSpPr>
          <p:cNvPr id="15" name="x-axis">
            <a:extLst>
              <a:ext uri="{FF2B5EF4-FFF2-40B4-BE49-F238E27FC236}">
                <a16:creationId xmlns:a16="http://schemas.microsoft.com/office/drawing/2014/main" id="{884C540E-59E5-A424-ABB6-7F56016E1E81}"/>
              </a:ext>
            </a:extLst>
          </p:cNvPr>
          <p:cNvSpPr>
            <a:spLocks noGrp="1"/>
          </p:cNvSpPr>
          <p:nvPr/>
        </p:nvSpPr>
        <p:spPr>
          <a:xfrm>
            <a:off x="3476625" y="5848350"/>
            <a:ext cx="1714500" cy="266700"/>
          </a:xfrm>
          <a:prstGeom prst="rect">
            <a:avLst/>
          </a:prstGeom>
          <a:noFill/>
          <a:ln w="0">
            <a:noFill/>
            <a:prstDash val="solid"/>
          </a:ln>
        </p:spPr>
        <p:txBody>
          <a:bodyPr anchor="ctr"/>
          <a:lstStyle/>
          <a:p>
            <a:pPr algn="ctr">
              <a:defRPr sz="1275" b="1">
                <a:solidFill>
                  <a:srgbClr val="0B3266"/>
                </a:solidFill>
              </a:defRPr>
            </a:pPr>
            <a:r>
              <a:rPr sz="1275" b="1">
                <a:solidFill>
                  <a:srgbClr val="0B3266"/>
                </a:solidFill>
                <a:latin typeface="微软雅黑" panose="020B0503020204020204" pitchFamily="34" charset="-122"/>
                <a:ea typeface="微软雅黑" panose="020B0503020204020204" pitchFamily="34" charset="-122"/>
              </a:rPr>
              <a:t>可行动性 →</a:t>
            </a:r>
          </a:p>
        </p:txBody>
      </p:sp>
      <p:sp>
        <p:nvSpPr>
          <p:cNvPr id="21" name="dot-label-1">
            <a:extLst>
              <a:ext uri="{FF2B5EF4-FFF2-40B4-BE49-F238E27FC236}">
                <a16:creationId xmlns:a16="http://schemas.microsoft.com/office/drawing/2014/main" id="{312EB66F-B39F-EBE1-2217-8F4FB2089175}"/>
              </a:ext>
            </a:extLst>
          </p:cNvPr>
          <p:cNvSpPr>
            <a:spLocks noGrp="1"/>
          </p:cNvSpPr>
          <p:nvPr/>
        </p:nvSpPr>
        <p:spPr>
          <a:xfrm>
            <a:off x="4305300" y="2419350"/>
            <a:ext cx="1200150" cy="342900"/>
          </a:xfrm>
          <a:prstGeom prst="rect">
            <a:avLst/>
          </a:prstGeom>
          <a:noFill/>
          <a:ln w="0">
            <a:noFill/>
            <a:prstDash val="solid"/>
          </a:ln>
        </p:spPr>
        <p:txBody>
          <a:bodyPr anchor="ctr"/>
          <a:lstStyle/>
          <a:p>
            <a:pPr algn="r">
              <a:defRPr sz="975" b="1">
                <a:solidFill>
                  <a:srgbClr val="102A4C"/>
                </a:solidFill>
              </a:defRPr>
            </a:pPr>
            <a:endParaRPr sz="975" b="1" dirty="0">
              <a:solidFill>
                <a:srgbClr val="102A4C"/>
              </a:solidFill>
              <a:latin typeface="微软雅黑" panose="020B0503020204020204" pitchFamily="34" charset="-122"/>
              <a:ea typeface="微软雅黑" panose="020B0503020204020204" pitchFamily="34" charset="-122"/>
            </a:endParaRPr>
          </a:p>
        </p:txBody>
      </p:sp>
      <p:sp>
        <p:nvSpPr>
          <p:cNvPr id="32" name="dot-t-5">
            <a:extLst>
              <a:ext uri="{FF2B5EF4-FFF2-40B4-BE49-F238E27FC236}">
                <a16:creationId xmlns:a16="http://schemas.microsoft.com/office/drawing/2014/main" id="{94DD31DB-2941-A468-2E7C-003532B3D382}"/>
              </a:ext>
            </a:extLst>
          </p:cNvPr>
          <p:cNvSpPr>
            <a:spLocks noGrp="1"/>
          </p:cNvSpPr>
          <p:nvPr/>
        </p:nvSpPr>
        <p:spPr>
          <a:xfrm>
            <a:off x="1228725" y="3790950"/>
            <a:ext cx="2857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F</a:t>
            </a:r>
          </a:p>
        </p:txBody>
      </p:sp>
      <p:sp>
        <p:nvSpPr>
          <p:cNvPr id="39" name="dot-label-7">
            <a:extLst>
              <a:ext uri="{FF2B5EF4-FFF2-40B4-BE49-F238E27FC236}">
                <a16:creationId xmlns:a16="http://schemas.microsoft.com/office/drawing/2014/main" id="{1BC28911-97E5-E76A-7D0E-B4D57E7437D7}"/>
              </a:ext>
            </a:extLst>
          </p:cNvPr>
          <p:cNvSpPr>
            <a:spLocks noGrp="1"/>
          </p:cNvSpPr>
          <p:nvPr/>
        </p:nvSpPr>
        <p:spPr>
          <a:xfrm>
            <a:off x="5734050" y="4433888"/>
            <a:ext cx="1200150" cy="342900"/>
          </a:xfrm>
          <a:prstGeom prst="rect">
            <a:avLst/>
          </a:prstGeom>
          <a:noFill/>
          <a:ln w="0">
            <a:noFill/>
            <a:prstDash val="solid"/>
          </a:ln>
        </p:spPr>
        <p:txBody>
          <a:bodyPr anchor="ctr"/>
          <a:lstStyle/>
          <a:p>
            <a:pPr algn="r">
              <a:defRPr sz="975" b="1">
                <a:solidFill>
                  <a:srgbClr val="102A4C"/>
                </a:solidFill>
              </a:defRPr>
            </a:pPr>
            <a:endParaRPr sz="975" b="1" dirty="0">
              <a:solidFill>
                <a:srgbClr val="102A4C"/>
              </a:solidFill>
              <a:latin typeface="微软雅黑" panose="020B0503020204020204" pitchFamily="34" charset="-122"/>
              <a:ea typeface="微软雅黑" panose="020B0503020204020204" pitchFamily="34" charset="-122"/>
            </a:endParaRPr>
          </a:p>
        </p:txBody>
      </p:sp>
      <p:sp>
        <p:nvSpPr>
          <p:cNvPr id="40" name="score-panel">
            <a:extLst>
              <a:ext uri="{FF2B5EF4-FFF2-40B4-BE49-F238E27FC236}">
                <a16:creationId xmlns:a16="http://schemas.microsoft.com/office/drawing/2014/main" id="{9DEAF19D-7224-4ABF-4E7A-C7BE9C2F09BA}"/>
              </a:ext>
            </a:extLst>
          </p:cNvPr>
          <p:cNvSpPr>
            <a:spLocks noGrp="1"/>
          </p:cNvSpPr>
          <p:nvPr/>
        </p:nvSpPr>
        <p:spPr>
          <a:xfrm>
            <a:off x="8001000" y="1905000"/>
            <a:ext cx="3562350" cy="1943100"/>
          </a:xfrm>
          <a:prstGeom prst="roundRect">
            <a:avLst>
              <a:gd name="adj" fmla="val 4902"/>
            </a:avLst>
          </a:prstGeom>
          <a:solidFill>
            <a:srgbClr val="FFFFFF"/>
          </a:solidFill>
          <a:ln w="14288">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score-title">
            <a:extLst>
              <a:ext uri="{FF2B5EF4-FFF2-40B4-BE49-F238E27FC236}">
                <a16:creationId xmlns:a16="http://schemas.microsoft.com/office/drawing/2014/main" id="{E2DC400E-E0EF-8747-2C2D-16E0AB912040}"/>
              </a:ext>
            </a:extLst>
          </p:cNvPr>
          <p:cNvSpPr>
            <a:spLocks noGrp="1"/>
          </p:cNvSpPr>
          <p:nvPr/>
        </p:nvSpPr>
        <p:spPr>
          <a:xfrm>
            <a:off x="8001000" y="1905000"/>
            <a:ext cx="1866900" cy="400050"/>
          </a:xfrm>
          <a:prstGeom prst="roundRect">
            <a:avLst>
              <a:gd name="adj" fmla="val 23810"/>
            </a:avLst>
          </a:prstGeom>
          <a:solidFill>
            <a:srgbClr val="0B3266"/>
          </a:solidFill>
          <a:ln w="0">
            <a:solidFill>
              <a:srgbClr val="0B3266"/>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score-title-t">
            <a:extLst>
              <a:ext uri="{FF2B5EF4-FFF2-40B4-BE49-F238E27FC236}">
                <a16:creationId xmlns:a16="http://schemas.microsoft.com/office/drawing/2014/main" id="{D4509780-6620-5177-2978-53B95C7B6017}"/>
              </a:ext>
            </a:extLst>
          </p:cNvPr>
          <p:cNvSpPr>
            <a:spLocks noGrp="1"/>
          </p:cNvSpPr>
          <p:nvPr/>
        </p:nvSpPr>
        <p:spPr>
          <a:xfrm>
            <a:off x="8210550" y="1962150"/>
            <a:ext cx="1504950" cy="285750"/>
          </a:xfrm>
          <a:prstGeom prst="rect">
            <a:avLst/>
          </a:prstGeom>
          <a:noFill/>
          <a:ln w="0">
            <a:noFill/>
            <a:prstDash val="solid"/>
          </a:ln>
        </p:spPr>
        <p:txBody>
          <a:bodyPr anchor="ctr"/>
          <a:lstStyle/>
          <a:p>
            <a:pPr algn="l">
              <a:defRPr sz="1425" b="1">
                <a:solidFill>
                  <a:srgbClr val="FFFFFF"/>
                </a:solidFill>
              </a:defRPr>
            </a:pPr>
            <a:r>
              <a:rPr sz="1425" b="1">
                <a:solidFill>
                  <a:srgbClr val="FFFFFF"/>
                </a:solidFill>
                <a:latin typeface="微软雅黑" panose="020B0503020204020204" pitchFamily="34" charset="-122"/>
                <a:ea typeface="微软雅黑" panose="020B0503020204020204" pitchFamily="34" charset="-122"/>
              </a:rPr>
              <a:t>焦点评分</a:t>
            </a:r>
          </a:p>
        </p:txBody>
      </p:sp>
      <p:sp>
        <p:nvSpPr>
          <p:cNvPr id="43" name="score-formula">
            <a:extLst>
              <a:ext uri="{FF2B5EF4-FFF2-40B4-BE49-F238E27FC236}">
                <a16:creationId xmlns:a16="http://schemas.microsoft.com/office/drawing/2014/main" id="{76EC7ED1-EDA0-4FEC-EB97-44E197FE0595}"/>
              </a:ext>
            </a:extLst>
          </p:cNvPr>
          <p:cNvSpPr>
            <a:spLocks noGrp="1"/>
          </p:cNvSpPr>
          <p:nvPr/>
        </p:nvSpPr>
        <p:spPr>
          <a:xfrm>
            <a:off x="8210550" y="2457450"/>
            <a:ext cx="3143250" cy="304800"/>
          </a:xfrm>
          <a:prstGeom prst="rect">
            <a:avLst/>
          </a:prstGeom>
          <a:noFill/>
          <a:ln w="0">
            <a:noFill/>
            <a:prstDash val="solid"/>
          </a:ln>
        </p:spPr>
        <p:txBody>
          <a:bodyPr anchor="ctr"/>
          <a:lstStyle/>
          <a:p>
            <a:pPr algn="l">
              <a:defRPr sz="1425" b="1">
                <a:solidFill>
                  <a:srgbClr val="102A4C"/>
                </a:solidFill>
              </a:defRPr>
            </a:pPr>
            <a:r>
              <a:rPr sz="1425" b="1">
                <a:solidFill>
                  <a:srgbClr val="102A4C"/>
                </a:solidFill>
                <a:latin typeface="微软雅黑" panose="020B0503020204020204" pitchFamily="34" charset="-122"/>
                <a:ea typeface="微软雅黑" panose="020B0503020204020204" pitchFamily="34" charset="-122"/>
              </a:rPr>
              <a:t>焦点分数 ＝ 影响度 × 可行动性</a:t>
            </a:r>
          </a:p>
        </p:txBody>
      </p:sp>
      <p:sp>
        <p:nvSpPr>
          <p:cNvPr id="44" name="score-scale">
            <a:extLst>
              <a:ext uri="{FF2B5EF4-FFF2-40B4-BE49-F238E27FC236}">
                <a16:creationId xmlns:a16="http://schemas.microsoft.com/office/drawing/2014/main" id="{58F3D0A1-4C09-DF2A-7156-E71A2E84A992}"/>
              </a:ext>
            </a:extLst>
          </p:cNvPr>
          <p:cNvSpPr>
            <a:spLocks noGrp="1"/>
          </p:cNvSpPr>
          <p:nvPr/>
        </p:nvSpPr>
        <p:spPr>
          <a:xfrm>
            <a:off x="8210550" y="2895600"/>
            <a:ext cx="3105150" cy="666750"/>
          </a:xfrm>
          <a:prstGeom prst="rect">
            <a:avLst/>
          </a:prstGeom>
          <a:noFill/>
          <a:ln w="0">
            <a:noFill/>
            <a:prstDash val="solid"/>
          </a:ln>
        </p:spPr>
        <p:txBody>
          <a:bodyPr anchor="ctr"/>
          <a:lstStyle/>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影响度：对结果的影响　1—5分</a:t>
            </a:r>
          </a:p>
          <a:p>
            <a:pPr algn="l">
              <a:defRPr sz="1200" b="1">
                <a:solidFill>
                  <a:srgbClr val="42566F"/>
                </a:solidFill>
              </a:defRPr>
            </a:pPr>
            <a:r>
              <a:rPr sz="1200" b="1">
                <a:solidFill>
                  <a:srgbClr val="42566F"/>
                </a:solidFill>
                <a:latin typeface="微软雅黑" panose="020B0503020204020204" pitchFamily="34" charset="-122"/>
                <a:ea typeface="微软雅黑" panose="020B0503020204020204" pitchFamily="34" charset="-122"/>
              </a:rPr>
              <a:t>可行动性：现在能推动　1—5分</a:t>
            </a:r>
          </a:p>
        </p:txBody>
      </p:sp>
    </p:spTree>
    <p:extLst>
      <p:ext uri="{BB962C8B-B14F-4D97-AF65-F5344CB8AC3E}">
        <p14:creationId xmlns:p14="http://schemas.microsoft.com/office/powerpoint/2010/main" val="24489796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3A58252-7AE1-46E6-AC26-1E70C2291A06}"/>
              </a:ext>
            </a:extLst>
          </p:cNvPr>
          <p:cNvSpPr>
            <a:spLocks noGrp="1"/>
          </p:cNvSpPr>
          <p:nvPr/>
        </p:nvSpPr>
        <p:spPr>
          <a:xfrm>
            <a:off x="590550" y="481445"/>
            <a:ext cx="10715625" cy="495300"/>
          </a:xfrm>
          <a:prstGeom prst="rect">
            <a:avLst/>
          </a:prstGeom>
          <a:noFill/>
          <a:ln w="0">
            <a:noFill/>
            <a:prstDash val="solid"/>
          </a:ln>
        </p:spPr>
        <p:txBody>
          <a:bodyPr anchor="ctr"/>
          <a:lstStyle/>
          <a:p>
            <a:pPr algn="l">
              <a:defRPr sz="2700" b="1">
                <a:solidFill>
                  <a:srgbClr val="10233F"/>
                </a:solidFill>
              </a:defRPr>
            </a:pPr>
            <a:r>
              <a:rPr sz="2700" b="1">
                <a:solidFill>
                  <a:srgbClr val="10233F"/>
                </a:solidFill>
                <a:latin typeface="微软雅黑" panose="020B0503020204020204" pitchFamily="34" charset="-122"/>
                <a:ea typeface="微软雅黑" panose="020B0503020204020204" pitchFamily="34" charset="-122"/>
              </a:rPr>
              <a:t>锁定焦点问题后：直接改善，还是继续追问原因？</a:t>
            </a:r>
          </a:p>
        </p:txBody>
      </p:sp>
      <p:sp>
        <p:nvSpPr>
          <p:cNvPr id="5" name="subtitle">
            <a:extLst>
              <a:ext uri="{FF2B5EF4-FFF2-40B4-BE49-F238E27FC236}">
                <a16:creationId xmlns:a16="http://schemas.microsoft.com/office/drawing/2014/main" id="{4943FF93-071E-49A4-9169-E8E32784CD53}"/>
              </a:ext>
            </a:extLst>
          </p:cNvPr>
          <p:cNvSpPr>
            <a:spLocks noGrp="1"/>
          </p:cNvSpPr>
          <p:nvPr/>
        </p:nvSpPr>
        <p:spPr>
          <a:xfrm>
            <a:off x="590550" y="1126547"/>
            <a:ext cx="10572750" cy="323850"/>
          </a:xfrm>
          <a:prstGeom prst="rect">
            <a:avLst/>
          </a:prstGeom>
          <a:noFill/>
          <a:ln w="0">
            <a:noFill/>
            <a:prstDash val="solid"/>
          </a:ln>
        </p:spPr>
        <p:txBody>
          <a:bodyPr anchor="ctr"/>
          <a:lstStyle/>
          <a:p>
            <a:pPr algn="l">
              <a:defRPr sz="1350" b="0">
                <a:solidFill>
                  <a:srgbClr val="53657B"/>
                </a:solidFill>
              </a:defRPr>
            </a:pPr>
            <a:r>
              <a:rPr sz="1350" b="0">
                <a:solidFill>
                  <a:srgbClr val="53657B"/>
                </a:solidFill>
                <a:latin typeface="微软雅黑" panose="020B0503020204020204" pitchFamily="34" charset="-122"/>
                <a:ea typeface="微软雅黑" panose="020B0503020204020204" pitchFamily="34" charset="-122"/>
              </a:rPr>
              <a:t>两条路线没有高下之分，关键取决于原因清晰度、试验成本与错误行动的风险。</a:t>
            </a:r>
          </a:p>
        </p:txBody>
      </p:sp>
      <p:sp>
        <p:nvSpPr>
          <p:cNvPr id="6" name="grey-rule">
            <a:extLst>
              <a:ext uri="{FF2B5EF4-FFF2-40B4-BE49-F238E27FC236}">
                <a16:creationId xmlns:a16="http://schemas.microsoft.com/office/drawing/2014/main" id="{87E13514-E6FE-408F-9CFF-C46CAD924A6E}"/>
              </a:ext>
            </a:extLst>
          </p:cNvPr>
          <p:cNvSpPr>
            <a:spLocks noGrp="1"/>
          </p:cNvSpPr>
          <p:nvPr/>
        </p:nvSpPr>
        <p:spPr>
          <a:xfrm>
            <a:off x="495300" y="1586345"/>
            <a:ext cx="10934700" cy="19050"/>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root-down">
            <a:extLst>
              <a:ext uri="{FF2B5EF4-FFF2-40B4-BE49-F238E27FC236}">
                <a16:creationId xmlns:a16="http://schemas.microsoft.com/office/drawing/2014/main" id="{D12B7512-C9DC-48AB-8294-6C125209B0AE}"/>
              </a:ext>
            </a:extLst>
          </p:cNvPr>
          <p:cNvSpPr>
            <a:spLocks noGrp="1"/>
          </p:cNvSpPr>
          <p:nvPr/>
        </p:nvSpPr>
        <p:spPr>
          <a:xfrm>
            <a:off x="5715000" y="2243570"/>
            <a:ext cx="495300" cy="361950"/>
          </a:xfrm>
          <a:prstGeom prst="downArrow">
            <a:avLst/>
          </a:prstGeom>
          <a:solidFill>
            <a:srgbClr val="0D3765"/>
          </a:solidFill>
          <a:ln w="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fork">
            <a:extLst>
              <a:ext uri="{FF2B5EF4-FFF2-40B4-BE49-F238E27FC236}">
                <a16:creationId xmlns:a16="http://schemas.microsoft.com/office/drawing/2014/main" id="{EDDEF076-40D2-47FC-B99B-5B0C652433E1}"/>
              </a:ext>
            </a:extLst>
          </p:cNvPr>
          <p:cNvSpPr>
            <a:spLocks noGrp="1"/>
          </p:cNvSpPr>
          <p:nvPr/>
        </p:nvSpPr>
        <p:spPr>
          <a:xfrm>
            <a:off x="2933700" y="2605520"/>
            <a:ext cx="6057900" cy="323850"/>
          </a:xfrm>
          <a:prstGeom prst="leftRightArrow">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left-down">
            <a:extLst>
              <a:ext uri="{FF2B5EF4-FFF2-40B4-BE49-F238E27FC236}">
                <a16:creationId xmlns:a16="http://schemas.microsoft.com/office/drawing/2014/main" id="{1E9239AF-220B-4E61-8BB0-84D59E99D4D0}"/>
              </a:ext>
            </a:extLst>
          </p:cNvPr>
          <p:cNvSpPr>
            <a:spLocks noGrp="1"/>
          </p:cNvSpPr>
          <p:nvPr/>
        </p:nvSpPr>
        <p:spPr>
          <a:xfrm>
            <a:off x="3105150" y="2834120"/>
            <a:ext cx="419100" cy="30480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right-down">
            <a:extLst>
              <a:ext uri="{FF2B5EF4-FFF2-40B4-BE49-F238E27FC236}">
                <a16:creationId xmlns:a16="http://schemas.microsoft.com/office/drawing/2014/main" id="{65122D8A-342F-4898-BE4A-726B4E2B9300}"/>
              </a:ext>
            </a:extLst>
          </p:cNvPr>
          <p:cNvSpPr>
            <a:spLocks noGrp="1"/>
          </p:cNvSpPr>
          <p:nvPr/>
        </p:nvSpPr>
        <p:spPr>
          <a:xfrm>
            <a:off x="8401050" y="2834120"/>
            <a:ext cx="419100" cy="304800"/>
          </a:xfrm>
          <a:prstGeom prst="downArrow">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root">
            <a:extLst>
              <a:ext uri="{FF2B5EF4-FFF2-40B4-BE49-F238E27FC236}">
                <a16:creationId xmlns:a16="http://schemas.microsoft.com/office/drawing/2014/main" id="{DAC34F9D-09DB-40A3-BB0E-62E2BD29E367}"/>
              </a:ext>
            </a:extLst>
          </p:cNvPr>
          <p:cNvSpPr>
            <a:spLocks noGrp="1"/>
          </p:cNvSpPr>
          <p:nvPr/>
        </p:nvSpPr>
        <p:spPr>
          <a:xfrm>
            <a:off x="4438650" y="1833995"/>
            <a:ext cx="3048000" cy="552450"/>
          </a:xfrm>
          <a:prstGeom prst="roundRect">
            <a:avLst>
              <a:gd name="adj" fmla="val 17241"/>
            </a:avLst>
          </a:prstGeom>
          <a:solidFill>
            <a:srgbClr val="0D3765"/>
          </a:solidFill>
          <a:ln w="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root-t">
            <a:extLst>
              <a:ext uri="{FF2B5EF4-FFF2-40B4-BE49-F238E27FC236}">
                <a16:creationId xmlns:a16="http://schemas.microsoft.com/office/drawing/2014/main" id="{D3108EFD-012C-4566-BFCE-F2A7CBCF62CB}"/>
              </a:ext>
            </a:extLst>
          </p:cNvPr>
          <p:cNvSpPr>
            <a:spLocks noGrp="1"/>
          </p:cNvSpPr>
          <p:nvPr/>
        </p:nvSpPr>
        <p:spPr>
          <a:xfrm>
            <a:off x="4591050" y="1929245"/>
            <a:ext cx="2743200" cy="361950"/>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已锁定关键问题／焦点问题</a:t>
            </a:r>
          </a:p>
        </p:txBody>
      </p:sp>
      <p:sp>
        <p:nvSpPr>
          <p:cNvPr id="13" name="left">
            <a:extLst>
              <a:ext uri="{FF2B5EF4-FFF2-40B4-BE49-F238E27FC236}">
                <a16:creationId xmlns:a16="http://schemas.microsoft.com/office/drawing/2014/main" id="{9A315C1A-40E2-46C1-A6AC-B4B02762F516}"/>
              </a:ext>
            </a:extLst>
          </p:cNvPr>
          <p:cNvSpPr>
            <a:spLocks noGrp="1"/>
          </p:cNvSpPr>
          <p:nvPr/>
        </p:nvSpPr>
        <p:spPr>
          <a:xfrm>
            <a:off x="590550" y="3148445"/>
            <a:ext cx="5048250" cy="2419350"/>
          </a:xfrm>
          <a:prstGeom prst="roundRect">
            <a:avLst>
              <a:gd name="adj" fmla="val 4331"/>
            </a:avLst>
          </a:prstGeom>
          <a:solidFill>
            <a:srgbClr val="EAF3FF"/>
          </a:solidFill>
          <a:ln w="12383">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left-tag">
            <a:extLst>
              <a:ext uri="{FF2B5EF4-FFF2-40B4-BE49-F238E27FC236}">
                <a16:creationId xmlns:a16="http://schemas.microsoft.com/office/drawing/2014/main" id="{31F2990A-3772-496C-8093-A5928E0A967F}"/>
              </a:ext>
            </a:extLst>
          </p:cNvPr>
          <p:cNvSpPr>
            <a:spLocks noGrp="1"/>
          </p:cNvSpPr>
          <p:nvPr/>
        </p:nvSpPr>
        <p:spPr>
          <a:xfrm>
            <a:off x="819150" y="3300845"/>
            <a:ext cx="2095500" cy="266700"/>
          </a:xfrm>
          <a:prstGeom prst="rect">
            <a:avLst/>
          </a:prstGeom>
          <a:noFill/>
          <a:ln w="0">
            <a:noFill/>
            <a:prstDash val="solid"/>
          </a:ln>
        </p:spPr>
        <p:txBody>
          <a:bodyPr anchor="ctr"/>
          <a:lstStyle/>
          <a:p>
            <a:pPr algn="l">
              <a:defRPr sz="1275" b="1">
                <a:solidFill>
                  <a:srgbClr val="3478E5"/>
                </a:solidFill>
              </a:defRPr>
            </a:pPr>
            <a:r>
              <a:rPr sz="1275" b="1">
                <a:solidFill>
                  <a:srgbClr val="3478E5"/>
                </a:solidFill>
                <a:latin typeface="微软雅黑" panose="020B0503020204020204" pitchFamily="34" charset="-122"/>
                <a:ea typeface="微软雅黑" panose="020B0503020204020204" pitchFamily="34" charset="-122"/>
              </a:rPr>
              <a:t>路线A｜行动试验</a:t>
            </a:r>
          </a:p>
        </p:txBody>
      </p:sp>
      <p:sp>
        <p:nvSpPr>
          <p:cNvPr id="15" name="left-q">
            <a:extLst>
              <a:ext uri="{FF2B5EF4-FFF2-40B4-BE49-F238E27FC236}">
                <a16:creationId xmlns:a16="http://schemas.microsoft.com/office/drawing/2014/main" id="{C7B07E53-AA0B-4FC7-911D-29D96744EE78}"/>
              </a:ext>
            </a:extLst>
          </p:cNvPr>
          <p:cNvSpPr>
            <a:spLocks noGrp="1"/>
          </p:cNvSpPr>
          <p:nvPr/>
        </p:nvSpPr>
        <p:spPr>
          <a:xfrm>
            <a:off x="819150" y="3596120"/>
            <a:ext cx="4476750" cy="361950"/>
          </a:xfrm>
          <a:prstGeom prst="rect">
            <a:avLst/>
          </a:prstGeom>
          <a:noFill/>
          <a:ln w="0">
            <a:noFill/>
            <a:prstDash val="solid"/>
          </a:ln>
        </p:spPr>
        <p:txBody>
          <a:bodyPr anchor="ctr"/>
          <a:lstStyle/>
          <a:p>
            <a:pPr algn="l">
              <a:defRPr sz="1800" b="1">
                <a:solidFill>
                  <a:srgbClr val="10233F"/>
                </a:solidFill>
              </a:defRPr>
            </a:pPr>
            <a:r>
              <a:rPr sz="1800" b="1">
                <a:solidFill>
                  <a:srgbClr val="10233F"/>
                </a:solidFill>
                <a:latin typeface="微软雅黑" panose="020B0503020204020204" pitchFamily="34" charset="-122"/>
                <a:ea typeface="微软雅黑" panose="020B0503020204020204" pitchFamily="34" charset="-122"/>
              </a:rPr>
              <a:t>“如何改善／提高……？”</a:t>
            </a:r>
          </a:p>
        </p:txBody>
      </p:sp>
      <p:sp>
        <p:nvSpPr>
          <p:cNvPr id="16" name="left-when">
            <a:extLst>
              <a:ext uri="{FF2B5EF4-FFF2-40B4-BE49-F238E27FC236}">
                <a16:creationId xmlns:a16="http://schemas.microsoft.com/office/drawing/2014/main" id="{D05A4A65-B66F-4ED9-A6A6-70BCE638BFE3}"/>
              </a:ext>
            </a:extLst>
          </p:cNvPr>
          <p:cNvSpPr>
            <a:spLocks noGrp="1"/>
          </p:cNvSpPr>
          <p:nvPr/>
        </p:nvSpPr>
        <p:spPr>
          <a:xfrm>
            <a:off x="819150" y="4034270"/>
            <a:ext cx="2476500" cy="266700"/>
          </a:xfrm>
          <a:prstGeom prst="rect">
            <a:avLst/>
          </a:prstGeom>
          <a:noFill/>
          <a:ln w="0">
            <a:noFill/>
            <a:prstDash val="solid"/>
          </a:ln>
        </p:spPr>
        <p:txBody>
          <a:bodyPr anchor="ctr"/>
          <a:lstStyle/>
          <a:p>
            <a:pPr algn="l">
              <a:defRPr sz="1275" b="1">
                <a:solidFill>
                  <a:srgbClr val="3478E5"/>
                </a:solidFill>
              </a:defRPr>
            </a:pPr>
            <a:r>
              <a:rPr sz="1275" b="1">
                <a:solidFill>
                  <a:srgbClr val="3478E5"/>
                </a:solidFill>
                <a:latin typeface="微软雅黑" panose="020B0503020204020204" pitchFamily="34" charset="-122"/>
                <a:ea typeface="微软雅黑" panose="020B0503020204020204" pitchFamily="34" charset="-122"/>
              </a:rPr>
              <a:t>适合在以下情况下使用</a:t>
            </a:r>
          </a:p>
        </p:txBody>
      </p:sp>
      <p:sp>
        <p:nvSpPr>
          <p:cNvPr id="17" name="left-list">
            <a:extLst>
              <a:ext uri="{FF2B5EF4-FFF2-40B4-BE49-F238E27FC236}">
                <a16:creationId xmlns:a16="http://schemas.microsoft.com/office/drawing/2014/main" id="{E5B5B905-0329-40EB-ADEF-4A39478A5BC2}"/>
              </a:ext>
            </a:extLst>
          </p:cNvPr>
          <p:cNvSpPr>
            <a:spLocks noGrp="1"/>
          </p:cNvSpPr>
          <p:nvPr/>
        </p:nvSpPr>
        <p:spPr>
          <a:xfrm>
            <a:off x="819150" y="4339070"/>
            <a:ext cx="4191000" cy="800100"/>
          </a:xfrm>
          <a:prstGeom prst="rect">
            <a:avLst/>
          </a:prstGeom>
          <a:noFill/>
          <a:ln w="0">
            <a:noFill/>
            <a:prstDash val="solid"/>
          </a:ln>
        </p:spPr>
        <p:txBody>
          <a:bodyPr anchor="ctr"/>
          <a:lstStyle/>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主要原因已有事实或经验支持</a:t>
            </a:r>
          </a:p>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改善动作明确、可小范围试验</a:t>
            </a:r>
          </a:p>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试错成本低，行动可逆</a:t>
            </a:r>
          </a:p>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问题属于标准流程优化</a:t>
            </a:r>
          </a:p>
        </p:txBody>
      </p:sp>
      <p:sp>
        <p:nvSpPr>
          <p:cNvPr id="18" name="left-out">
            <a:extLst>
              <a:ext uri="{FF2B5EF4-FFF2-40B4-BE49-F238E27FC236}">
                <a16:creationId xmlns:a16="http://schemas.microsoft.com/office/drawing/2014/main" id="{C0490AF0-A7AE-4AF9-820F-9DF55A179DF8}"/>
              </a:ext>
            </a:extLst>
          </p:cNvPr>
          <p:cNvSpPr>
            <a:spLocks noGrp="1"/>
          </p:cNvSpPr>
          <p:nvPr/>
        </p:nvSpPr>
        <p:spPr>
          <a:xfrm>
            <a:off x="819150" y="5177270"/>
            <a:ext cx="4362450" cy="342900"/>
          </a:xfrm>
          <a:prstGeom prst="roundRect">
            <a:avLst>
              <a:gd name="adj" fmla="val 22222"/>
            </a:avLst>
          </a:prstGeom>
          <a:solidFill>
            <a:srgbClr val="FFFFFF"/>
          </a:solidFill>
          <a:ln w="9525">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left-out-t">
            <a:extLst>
              <a:ext uri="{FF2B5EF4-FFF2-40B4-BE49-F238E27FC236}">
                <a16:creationId xmlns:a16="http://schemas.microsoft.com/office/drawing/2014/main" id="{78DAFCDE-8813-4257-A37E-498EDCC5D307}"/>
              </a:ext>
            </a:extLst>
          </p:cNvPr>
          <p:cNvSpPr>
            <a:spLocks noGrp="1"/>
          </p:cNvSpPr>
          <p:nvPr/>
        </p:nvSpPr>
        <p:spPr>
          <a:xfrm>
            <a:off x="933450" y="5196320"/>
            <a:ext cx="4133850" cy="285750"/>
          </a:xfrm>
          <a:prstGeom prst="rect">
            <a:avLst/>
          </a:prstGeom>
          <a:noFill/>
          <a:ln w="0">
            <a:noFill/>
            <a:prstDash val="solid"/>
          </a:ln>
        </p:spPr>
        <p:txBody>
          <a:bodyPr anchor="ctr"/>
          <a:lstStyle/>
          <a:p>
            <a:pPr algn="ctr">
              <a:defRPr sz="1200" b="1">
                <a:solidFill>
                  <a:srgbClr val="3478E5"/>
                </a:solidFill>
              </a:defRPr>
            </a:pPr>
            <a:r>
              <a:rPr sz="1200" b="1">
                <a:solidFill>
                  <a:srgbClr val="3478E5"/>
                </a:solidFill>
                <a:latin typeface="微软雅黑" panose="020B0503020204020204" pitchFamily="34" charset="-122"/>
                <a:ea typeface="微软雅黑" panose="020B0503020204020204" pitchFamily="34" charset="-122"/>
              </a:rPr>
              <a:t>输出：改善假设＋小实验＋衡量指标</a:t>
            </a:r>
          </a:p>
        </p:txBody>
      </p:sp>
      <p:sp>
        <p:nvSpPr>
          <p:cNvPr id="20" name="right">
            <a:extLst>
              <a:ext uri="{FF2B5EF4-FFF2-40B4-BE49-F238E27FC236}">
                <a16:creationId xmlns:a16="http://schemas.microsoft.com/office/drawing/2014/main" id="{2B778C92-AD5A-4DCD-9530-B823FE933A5D}"/>
              </a:ext>
            </a:extLst>
          </p:cNvPr>
          <p:cNvSpPr>
            <a:spLocks noGrp="1"/>
          </p:cNvSpPr>
          <p:nvPr/>
        </p:nvSpPr>
        <p:spPr>
          <a:xfrm>
            <a:off x="6286500" y="3148445"/>
            <a:ext cx="5048250" cy="2419350"/>
          </a:xfrm>
          <a:prstGeom prst="roundRect">
            <a:avLst>
              <a:gd name="adj" fmla="val 4331"/>
            </a:avLst>
          </a:prstGeom>
          <a:solidFill>
            <a:srgbClr val="FFF5DF"/>
          </a:solidFill>
          <a:ln w="12383">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right-tag">
            <a:extLst>
              <a:ext uri="{FF2B5EF4-FFF2-40B4-BE49-F238E27FC236}">
                <a16:creationId xmlns:a16="http://schemas.microsoft.com/office/drawing/2014/main" id="{402374E9-CDF9-452A-888C-432FDA4344B1}"/>
              </a:ext>
            </a:extLst>
          </p:cNvPr>
          <p:cNvSpPr>
            <a:spLocks noGrp="1"/>
          </p:cNvSpPr>
          <p:nvPr/>
        </p:nvSpPr>
        <p:spPr>
          <a:xfrm>
            <a:off x="6515100" y="3300845"/>
            <a:ext cx="2095500" cy="266700"/>
          </a:xfrm>
          <a:prstGeom prst="rect">
            <a:avLst/>
          </a:prstGeom>
          <a:noFill/>
          <a:ln w="0">
            <a:noFill/>
            <a:prstDash val="solid"/>
          </a:ln>
        </p:spPr>
        <p:txBody>
          <a:bodyPr anchor="ctr"/>
          <a:lstStyle/>
          <a:p>
            <a:pPr algn="l">
              <a:defRPr sz="1275" b="1">
                <a:solidFill>
                  <a:srgbClr val="D78900"/>
                </a:solidFill>
              </a:defRPr>
            </a:pPr>
            <a:r>
              <a:rPr sz="1275" b="1">
                <a:solidFill>
                  <a:srgbClr val="D78900"/>
                </a:solidFill>
                <a:latin typeface="微软雅黑" panose="020B0503020204020204" pitchFamily="34" charset="-122"/>
                <a:ea typeface="微软雅黑" panose="020B0503020204020204" pitchFamily="34" charset="-122"/>
              </a:rPr>
              <a:t>路线B｜原因探索</a:t>
            </a:r>
          </a:p>
        </p:txBody>
      </p:sp>
      <p:sp>
        <p:nvSpPr>
          <p:cNvPr id="22" name="right-q">
            <a:extLst>
              <a:ext uri="{FF2B5EF4-FFF2-40B4-BE49-F238E27FC236}">
                <a16:creationId xmlns:a16="http://schemas.microsoft.com/office/drawing/2014/main" id="{14DF43C8-9C9A-417B-BB9D-5FF30820C1A9}"/>
              </a:ext>
            </a:extLst>
          </p:cNvPr>
          <p:cNvSpPr>
            <a:spLocks noGrp="1"/>
          </p:cNvSpPr>
          <p:nvPr/>
        </p:nvSpPr>
        <p:spPr>
          <a:xfrm>
            <a:off x="6515100" y="3596120"/>
            <a:ext cx="4476750" cy="361950"/>
          </a:xfrm>
          <a:prstGeom prst="rect">
            <a:avLst/>
          </a:prstGeom>
          <a:noFill/>
          <a:ln w="0">
            <a:noFill/>
            <a:prstDash val="solid"/>
          </a:ln>
        </p:spPr>
        <p:txBody>
          <a:bodyPr anchor="ctr"/>
          <a:lstStyle/>
          <a:p>
            <a:pPr algn="l">
              <a:defRPr sz="1800" b="1">
                <a:solidFill>
                  <a:srgbClr val="10233F"/>
                </a:solidFill>
              </a:defRPr>
            </a:pPr>
            <a:r>
              <a:rPr sz="1800" b="1">
                <a:solidFill>
                  <a:srgbClr val="10233F"/>
                </a:solidFill>
                <a:latin typeface="微软雅黑" panose="020B0503020204020204" pitchFamily="34" charset="-122"/>
                <a:ea typeface="微软雅黑" panose="020B0503020204020204" pitchFamily="34" charset="-122"/>
              </a:rPr>
              <a:t>“为什么存在……问题？”</a:t>
            </a:r>
          </a:p>
        </p:txBody>
      </p:sp>
      <p:sp>
        <p:nvSpPr>
          <p:cNvPr id="23" name="right-when">
            <a:extLst>
              <a:ext uri="{FF2B5EF4-FFF2-40B4-BE49-F238E27FC236}">
                <a16:creationId xmlns:a16="http://schemas.microsoft.com/office/drawing/2014/main" id="{0F438D74-EAF2-4315-AB5B-3B1676038024}"/>
              </a:ext>
            </a:extLst>
          </p:cNvPr>
          <p:cNvSpPr>
            <a:spLocks noGrp="1"/>
          </p:cNvSpPr>
          <p:nvPr/>
        </p:nvSpPr>
        <p:spPr>
          <a:xfrm>
            <a:off x="6515100" y="4034270"/>
            <a:ext cx="2476500" cy="266700"/>
          </a:xfrm>
          <a:prstGeom prst="rect">
            <a:avLst/>
          </a:prstGeom>
          <a:noFill/>
          <a:ln w="0">
            <a:noFill/>
            <a:prstDash val="solid"/>
          </a:ln>
        </p:spPr>
        <p:txBody>
          <a:bodyPr anchor="ctr"/>
          <a:lstStyle/>
          <a:p>
            <a:pPr algn="l">
              <a:defRPr sz="1275" b="1">
                <a:solidFill>
                  <a:srgbClr val="D78900"/>
                </a:solidFill>
              </a:defRPr>
            </a:pPr>
            <a:r>
              <a:rPr sz="1275" b="1">
                <a:solidFill>
                  <a:srgbClr val="D78900"/>
                </a:solidFill>
                <a:latin typeface="微软雅黑" panose="020B0503020204020204" pitchFamily="34" charset="-122"/>
                <a:ea typeface="微软雅黑" panose="020B0503020204020204" pitchFamily="34" charset="-122"/>
              </a:rPr>
              <a:t>适合在以下情况下使用</a:t>
            </a:r>
          </a:p>
        </p:txBody>
      </p:sp>
      <p:sp>
        <p:nvSpPr>
          <p:cNvPr id="24" name="right-list">
            <a:extLst>
              <a:ext uri="{FF2B5EF4-FFF2-40B4-BE49-F238E27FC236}">
                <a16:creationId xmlns:a16="http://schemas.microsoft.com/office/drawing/2014/main" id="{8E3EE75A-EC97-4E6B-B7D3-66B53EF8C23D}"/>
              </a:ext>
            </a:extLst>
          </p:cNvPr>
          <p:cNvSpPr>
            <a:spLocks noGrp="1"/>
          </p:cNvSpPr>
          <p:nvPr/>
        </p:nvSpPr>
        <p:spPr>
          <a:xfrm>
            <a:off x="6515100" y="4339070"/>
            <a:ext cx="4191000" cy="800100"/>
          </a:xfrm>
          <a:prstGeom prst="rect">
            <a:avLst/>
          </a:prstGeom>
          <a:noFill/>
          <a:ln w="0">
            <a:noFill/>
            <a:prstDash val="solid"/>
          </a:ln>
        </p:spPr>
        <p:txBody>
          <a:bodyPr anchor="ctr"/>
          <a:lstStyle/>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原因尚不清楚，解释彼此冲突</a:t>
            </a:r>
          </a:p>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问题反复发生或越解决越严重</a:t>
            </a:r>
          </a:p>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过去的解决方案没有奏效</a:t>
            </a:r>
          </a:p>
          <a:p>
            <a:pPr algn="l">
              <a:defRPr sz="1200" b="0">
                <a:solidFill>
                  <a:srgbClr val="53657B"/>
                </a:solidFill>
              </a:defRPr>
            </a:pPr>
            <a:r>
              <a:rPr sz="1200" b="0">
                <a:solidFill>
                  <a:srgbClr val="53657B"/>
                </a:solidFill>
                <a:latin typeface="微软雅黑" panose="020B0503020204020204" pitchFamily="34" charset="-122"/>
                <a:ea typeface="微软雅黑" panose="020B0503020204020204" pitchFamily="34" charset="-122"/>
              </a:rPr>
              <a:t>• 错误行动代价高、影响范围大</a:t>
            </a:r>
          </a:p>
        </p:txBody>
      </p:sp>
      <p:sp>
        <p:nvSpPr>
          <p:cNvPr id="25" name="right-out">
            <a:extLst>
              <a:ext uri="{FF2B5EF4-FFF2-40B4-BE49-F238E27FC236}">
                <a16:creationId xmlns:a16="http://schemas.microsoft.com/office/drawing/2014/main" id="{B91E3AA7-2C3E-404E-83D9-989929192B36}"/>
              </a:ext>
            </a:extLst>
          </p:cNvPr>
          <p:cNvSpPr>
            <a:spLocks noGrp="1"/>
          </p:cNvSpPr>
          <p:nvPr/>
        </p:nvSpPr>
        <p:spPr>
          <a:xfrm>
            <a:off x="6515100" y="5177270"/>
            <a:ext cx="4362450" cy="342900"/>
          </a:xfrm>
          <a:prstGeom prst="roundRect">
            <a:avLst>
              <a:gd name="adj" fmla="val 22222"/>
            </a:avLst>
          </a:prstGeom>
          <a:solidFill>
            <a:srgbClr val="FFFFFF"/>
          </a:solidFill>
          <a:ln w="9525">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right-out-t">
            <a:extLst>
              <a:ext uri="{FF2B5EF4-FFF2-40B4-BE49-F238E27FC236}">
                <a16:creationId xmlns:a16="http://schemas.microsoft.com/office/drawing/2014/main" id="{0712A424-28FF-44BD-8116-9BB3581E96E5}"/>
              </a:ext>
            </a:extLst>
          </p:cNvPr>
          <p:cNvSpPr>
            <a:spLocks noGrp="1"/>
          </p:cNvSpPr>
          <p:nvPr/>
        </p:nvSpPr>
        <p:spPr>
          <a:xfrm>
            <a:off x="6629400" y="5196320"/>
            <a:ext cx="4133850" cy="285750"/>
          </a:xfrm>
          <a:prstGeom prst="rect">
            <a:avLst/>
          </a:prstGeom>
          <a:noFill/>
          <a:ln w="0">
            <a:noFill/>
            <a:prstDash val="solid"/>
          </a:ln>
        </p:spPr>
        <p:txBody>
          <a:bodyPr anchor="ctr"/>
          <a:lstStyle/>
          <a:p>
            <a:pPr algn="ctr">
              <a:defRPr sz="1200" b="1">
                <a:solidFill>
                  <a:srgbClr val="D78900"/>
                </a:solidFill>
              </a:defRPr>
            </a:pPr>
            <a:r>
              <a:rPr sz="1200" b="1">
                <a:solidFill>
                  <a:srgbClr val="D78900"/>
                </a:solidFill>
                <a:latin typeface="微软雅黑" panose="020B0503020204020204" pitchFamily="34" charset="-122"/>
                <a:ea typeface="微软雅黑" panose="020B0503020204020204" pitchFamily="34" charset="-122"/>
              </a:rPr>
              <a:t>输出：原因假设＋证据任务＋关键杠杆</a:t>
            </a:r>
          </a:p>
        </p:txBody>
      </p:sp>
      <p:sp>
        <p:nvSpPr>
          <p:cNvPr id="35" name="页脚占位符 3">
            <a:extLst>
              <a:ext uri="{FF2B5EF4-FFF2-40B4-BE49-F238E27FC236}">
                <a16:creationId xmlns:a16="http://schemas.microsoft.com/office/drawing/2014/main" id="{1DE1DF8E-80EA-FB55-B763-86586E8F8CF9}"/>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a:solidFill>
                  <a:schemeClr val="bg2"/>
                </a:solidFill>
              </a:rPr>
              <a:t>Leo Huang</a:t>
            </a:r>
            <a:endParaRPr lang="de-DE" altLang="zh-CN" sz="1050" dirty="0">
              <a:solidFill>
                <a:schemeClr val="bg2"/>
              </a:solidFill>
            </a:endParaRPr>
          </a:p>
        </p:txBody>
      </p:sp>
      <p:sp>
        <p:nvSpPr>
          <p:cNvPr id="37" name="灯片编号占位符 4">
            <a:extLst>
              <a:ext uri="{FF2B5EF4-FFF2-40B4-BE49-F238E27FC236}">
                <a16:creationId xmlns:a16="http://schemas.microsoft.com/office/drawing/2014/main" id="{80F597D8-1B12-DBFB-F82D-B3D28FE0663A}"/>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46</a:t>
            </a:fld>
            <a:endParaRPr lang="de-DE" altLang="zh-CN" sz="1050" dirty="0">
              <a:solidFill>
                <a:schemeClr val="bg2"/>
              </a:solidFill>
            </a:endParaRPr>
          </a:p>
        </p:txBody>
      </p:sp>
    </p:spTree>
    <p:extLst>
      <p:ext uri="{BB962C8B-B14F-4D97-AF65-F5344CB8AC3E}">
        <p14:creationId xmlns:p14="http://schemas.microsoft.com/office/powerpoint/2010/main" val="195574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D1984B9-FD28-4D67-BDEB-603192C318AA}"/>
              </a:ext>
            </a:extLst>
          </p:cNvPr>
          <p:cNvSpPr>
            <a:spLocks noGrp="1"/>
          </p:cNvSpPr>
          <p:nvPr/>
        </p:nvSpPr>
        <p:spPr>
          <a:xfrm>
            <a:off x="619125" y="468313"/>
            <a:ext cx="10287000" cy="523875"/>
          </a:xfrm>
          <a:prstGeom prst="rect">
            <a:avLst/>
          </a:prstGeom>
          <a:noFill/>
          <a:ln w="0">
            <a:noFill/>
            <a:prstDash val="solid"/>
          </a:ln>
        </p:spPr>
        <p:txBody>
          <a:bodyPr anchor="ctr"/>
          <a:lstStyle/>
          <a:p>
            <a:pPr algn="l">
              <a:defRPr sz="2625" b="1">
                <a:solidFill>
                  <a:srgbClr val="101828"/>
                </a:solidFill>
              </a:defRPr>
            </a:pPr>
            <a:r>
              <a:rPr sz="2625" b="1" dirty="0" err="1">
                <a:solidFill>
                  <a:srgbClr val="101828"/>
                </a:solidFill>
                <a:latin typeface="微软雅黑" panose="020B0503020204020204" pitchFamily="34" charset="-122"/>
                <a:ea typeface="微软雅黑" panose="020B0503020204020204" pitchFamily="34" charset="-122"/>
              </a:rPr>
              <a:t>先拆结构，再追原因，最后连接系统回路</a:t>
            </a:r>
            <a:endParaRPr sz="2625" b="1" dirty="0">
              <a:solidFill>
                <a:srgbClr val="101828"/>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63C5A8A5-B1AD-4AE0-BD80-CD5B54148530}"/>
              </a:ext>
            </a:extLst>
          </p:cNvPr>
          <p:cNvSpPr>
            <a:spLocks noGrp="1"/>
          </p:cNvSpPr>
          <p:nvPr/>
        </p:nvSpPr>
        <p:spPr>
          <a:xfrm>
            <a:off x="609600" y="1381125"/>
            <a:ext cx="10953750" cy="323850"/>
          </a:xfrm>
          <a:prstGeom prst="rect">
            <a:avLst/>
          </a:prstGeom>
          <a:noFill/>
          <a:ln w="0">
            <a:noFill/>
            <a:prstDash val="solid"/>
          </a:ln>
        </p:spPr>
        <p:txBody>
          <a:bodyPr anchor="ctr"/>
          <a:lstStyle/>
          <a:p>
            <a:pPr algn="l">
              <a:defRPr sz="1650" b="1">
                <a:solidFill>
                  <a:srgbClr val="2563EB"/>
                </a:solidFill>
              </a:defRPr>
            </a:pPr>
            <a:r>
              <a:rPr sz="1650" b="1">
                <a:solidFill>
                  <a:srgbClr val="2563EB"/>
                </a:solidFill>
                <a:latin typeface="微软雅黑" panose="020B0503020204020204" pitchFamily="34" charset="-122"/>
                <a:ea typeface="微软雅黑" panose="020B0503020204020204" pitchFamily="34" charset="-122"/>
              </a:rPr>
              <a:t>哪些局部最异常？哪些原因有证据？变量之间如何相互强化？</a:t>
            </a:r>
          </a:p>
        </p:txBody>
      </p:sp>
      <p:sp>
        <p:nvSpPr>
          <p:cNvPr id="6" name="矩形: 圆角 5">
            <a:extLst>
              <a:ext uri="{FF2B5EF4-FFF2-40B4-BE49-F238E27FC236}">
                <a16:creationId xmlns:a16="http://schemas.microsoft.com/office/drawing/2014/main" id="{2BF22F0C-02CC-4F56-A7F6-3D97CF5524B6}"/>
              </a:ext>
            </a:extLst>
          </p:cNvPr>
          <p:cNvSpPr>
            <a:spLocks noGrp="1"/>
          </p:cNvSpPr>
          <p:nvPr/>
        </p:nvSpPr>
        <p:spPr>
          <a:xfrm>
            <a:off x="609600" y="1847850"/>
            <a:ext cx="2476500" cy="4171950"/>
          </a:xfrm>
          <a:prstGeom prst="roundRect">
            <a:avLst>
              <a:gd name="adj" fmla="val 4615"/>
            </a:avLst>
          </a:prstGeom>
          <a:solidFill>
            <a:srgbClr val="F2F4F7"/>
          </a:solidFill>
          <a:ln w="9525">
            <a:solidFill>
              <a:srgbClr val="F2F4F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61180B7D-92EF-44E8-92E5-63FFD348C9DA}"/>
              </a:ext>
            </a:extLst>
          </p:cNvPr>
          <p:cNvSpPr>
            <a:spLocks noGrp="1"/>
          </p:cNvSpPr>
          <p:nvPr/>
        </p:nvSpPr>
        <p:spPr>
          <a:xfrm>
            <a:off x="800100" y="2038350"/>
            <a:ext cx="190500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用户输入</a:t>
            </a:r>
          </a:p>
        </p:txBody>
      </p:sp>
      <p:sp>
        <p:nvSpPr>
          <p:cNvPr id="8" name="矩形 7">
            <a:extLst>
              <a:ext uri="{FF2B5EF4-FFF2-40B4-BE49-F238E27FC236}">
                <a16:creationId xmlns:a16="http://schemas.microsoft.com/office/drawing/2014/main" id="{BAE7234C-80BA-4F62-AC83-4EF363274B2D}"/>
              </a:ext>
            </a:extLst>
          </p:cNvPr>
          <p:cNvSpPr>
            <a:spLocks noGrp="1"/>
          </p:cNvSpPr>
          <p:nvPr/>
        </p:nvSpPr>
        <p:spPr>
          <a:xfrm>
            <a:off x="800100" y="2381250"/>
            <a:ext cx="2095500" cy="3286125"/>
          </a:xfrm>
          <a:prstGeom prst="rect">
            <a:avLst/>
          </a:prstGeom>
          <a:noFill/>
          <a:ln w="0">
            <a:noFill/>
            <a:prstDash val="solid"/>
          </a:ln>
        </p:spPr>
        <p:txBody>
          <a:bodyPr anchor="ctr"/>
          <a:lstStyle/>
          <a:p>
            <a:pPr algn="l">
              <a:defRPr sz="1275" b="0">
                <a:solidFill>
                  <a:srgbClr val="101828"/>
                </a:solidFill>
              </a:defRPr>
            </a:pPr>
            <a:r>
              <a:rPr sz="1275" b="0">
                <a:solidFill>
                  <a:srgbClr val="101828"/>
                </a:solidFill>
                <a:latin typeface="微软雅黑" panose="020B0503020204020204" pitchFamily="34" charset="-122"/>
                <a:ea typeface="微软雅黑" panose="020B0503020204020204" pitchFamily="34" charset="-122"/>
              </a:rPr>
              <a:t>标准问题陈述；分层数据；流程与角色；历史变化；已知证据。</a:t>
            </a:r>
          </a:p>
        </p:txBody>
      </p:sp>
      <p:sp>
        <p:nvSpPr>
          <p:cNvPr id="9" name="矩形: 圆角 8">
            <a:extLst>
              <a:ext uri="{FF2B5EF4-FFF2-40B4-BE49-F238E27FC236}">
                <a16:creationId xmlns:a16="http://schemas.microsoft.com/office/drawing/2014/main" id="{3B98A24B-2080-4747-AA6B-D538B06937ED}"/>
              </a:ext>
            </a:extLst>
          </p:cNvPr>
          <p:cNvSpPr>
            <a:spLocks noGrp="1"/>
          </p:cNvSpPr>
          <p:nvPr/>
        </p:nvSpPr>
        <p:spPr>
          <a:xfrm>
            <a:off x="3276600" y="1847850"/>
            <a:ext cx="5334000" cy="4171950"/>
          </a:xfrm>
          <a:prstGeom prst="roundRect">
            <a:avLst>
              <a:gd name="adj" fmla="val 2740"/>
            </a:avLst>
          </a:prstGeom>
          <a:solidFill>
            <a:srgbClr val="EAF2FF"/>
          </a:solidFill>
          <a:ln w="9525">
            <a:solidFill>
              <a:srgbClr val="B2CC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1BA3EAD8-BAB4-4E7C-8694-A78030066E0E}"/>
              </a:ext>
            </a:extLst>
          </p:cNvPr>
          <p:cNvSpPr>
            <a:spLocks noGrp="1"/>
          </p:cNvSpPr>
          <p:nvPr/>
        </p:nvSpPr>
        <p:spPr>
          <a:xfrm>
            <a:off x="3505200" y="2038350"/>
            <a:ext cx="238125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可复制提示词</a:t>
            </a:r>
          </a:p>
        </p:txBody>
      </p:sp>
      <p:sp>
        <p:nvSpPr>
          <p:cNvPr id="11" name="矩形 10">
            <a:extLst>
              <a:ext uri="{FF2B5EF4-FFF2-40B4-BE49-F238E27FC236}">
                <a16:creationId xmlns:a16="http://schemas.microsoft.com/office/drawing/2014/main" id="{159A8A5D-B0C8-4F63-B11B-8F9FAEA3FEA4}"/>
              </a:ext>
            </a:extLst>
          </p:cNvPr>
          <p:cNvSpPr>
            <a:spLocks noGrp="1"/>
          </p:cNvSpPr>
          <p:nvPr/>
        </p:nvSpPr>
        <p:spPr>
          <a:xfrm>
            <a:off x="3505200" y="2381250"/>
            <a:ext cx="4876800" cy="33337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你是“系统分析师”，按三层工作：</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①拆：用MECE提出3—6个分析维度，建立问题树，找出问题集中区；</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②追：形成3—5个竞争性原因假设，不把相关性当因果；为每项列支持证据、反证、缺失证据和最低成本验证动作；</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③连：识别关键变量、增强回路R、平衡回路B、延迟效应和二阶影响；提出可能的杠杆点。</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所有推断标注置信度，无法判断时明确说“不足”。</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【问题与证据】粘贴内容</a:t>
            </a:r>
          </a:p>
        </p:txBody>
      </p:sp>
      <p:sp>
        <p:nvSpPr>
          <p:cNvPr id="12" name="矩形: 圆角 11">
            <a:extLst>
              <a:ext uri="{FF2B5EF4-FFF2-40B4-BE49-F238E27FC236}">
                <a16:creationId xmlns:a16="http://schemas.microsoft.com/office/drawing/2014/main" id="{4D17BB89-890B-4548-8E1C-5530380C3DC6}"/>
              </a:ext>
            </a:extLst>
          </p:cNvPr>
          <p:cNvSpPr>
            <a:spLocks noGrp="1"/>
          </p:cNvSpPr>
          <p:nvPr/>
        </p:nvSpPr>
        <p:spPr>
          <a:xfrm>
            <a:off x="8801100" y="1847850"/>
            <a:ext cx="2781300" cy="1952625"/>
          </a:xfrm>
          <a:prstGeom prst="roundRect">
            <a:avLst>
              <a:gd name="adj" fmla="val 585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EDE47B1-0AB9-4CC7-9438-48B16C7E3711}"/>
              </a:ext>
            </a:extLst>
          </p:cNvPr>
          <p:cNvSpPr>
            <a:spLocks noGrp="1"/>
          </p:cNvSpPr>
          <p:nvPr/>
        </p:nvSpPr>
        <p:spPr>
          <a:xfrm>
            <a:off x="9010650" y="2038350"/>
            <a:ext cx="2095500" cy="228600"/>
          </a:xfrm>
          <a:prstGeom prst="rect">
            <a:avLst/>
          </a:prstGeom>
          <a:noFill/>
          <a:ln w="0">
            <a:noFill/>
            <a:prstDash val="solid"/>
          </a:ln>
        </p:spPr>
        <p:txBody>
          <a:bodyPr anchor="ctr"/>
          <a:lstStyle/>
          <a:p>
            <a:pPr algn="l">
              <a:defRPr sz="1125" b="1">
                <a:solidFill>
                  <a:srgbClr val="12B76A"/>
                </a:solidFill>
              </a:defRPr>
            </a:pPr>
            <a:r>
              <a:rPr sz="1125" b="1">
                <a:solidFill>
                  <a:srgbClr val="12B76A"/>
                </a:solidFill>
                <a:latin typeface="微软雅黑" panose="020B0503020204020204" pitchFamily="34" charset="-122"/>
                <a:ea typeface="微软雅黑" panose="020B0503020204020204" pitchFamily="34" charset="-122"/>
              </a:rPr>
              <a:t>AI输出</a:t>
            </a:r>
          </a:p>
        </p:txBody>
      </p:sp>
      <p:sp>
        <p:nvSpPr>
          <p:cNvPr id="14" name="矩形 13">
            <a:extLst>
              <a:ext uri="{FF2B5EF4-FFF2-40B4-BE49-F238E27FC236}">
                <a16:creationId xmlns:a16="http://schemas.microsoft.com/office/drawing/2014/main" id="{0ABDCE11-ABC5-4DB9-B357-EF4BD6B4875B}"/>
              </a:ext>
            </a:extLst>
          </p:cNvPr>
          <p:cNvSpPr>
            <a:spLocks noGrp="1"/>
          </p:cNvSpPr>
          <p:nvPr/>
        </p:nvSpPr>
        <p:spPr>
          <a:xfrm>
            <a:off x="9010650" y="2381250"/>
            <a:ext cx="2362200" cy="11620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问题树；原因假设；证据矩阵；因果回路；杠杆点。</a:t>
            </a:r>
          </a:p>
        </p:txBody>
      </p:sp>
      <p:sp>
        <p:nvSpPr>
          <p:cNvPr id="15" name="矩形: 圆角 14">
            <a:extLst>
              <a:ext uri="{FF2B5EF4-FFF2-40B4-BE49-F238E27FC236}">
                <a16:creationId xmlns:a16="http://schemas.microsoft.com/office/drawing/2014/main" id="{4E6267FC-E517-42BB-BE50-C4FCD17742FF}"/>
              </a:ext>
            </a:extLst>
          </p:cNvPr>
          <p:cNvSpPr>
            <a:spLocks noGrp="1"/>
          </p:cNvSpPr>
          <p:nvPr/>
        </p:nvSpPr>
        <p:spPr>
          <a:xfrm>
            <a:off x="8801100" y="3990975"/>
            <a:ext cx="2781300" cy="2028825"/>
          </a:xfrm>
          <a:prstGeom prst="roundRect">
            <a:avLst>
              <a:gd name="adj" fmla="val 563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852299EF-327E-4E31-A873-37C9ACEF7651}"/>
              </a:ext>
            </a:extLst>
          </p:cNvPr>
          <p:cNvSpPr>
            <a:spLocks noGrp="1"/>
          </p:cNvSpPr>
          <p:nvPr/>
        </p:nvSpPr>
        <p:spPr>
          <a:xfrm>
            <a:off x="9010650" y="4181475"/>
            <a:ext cx="2095500" cy="228600"/>
          </a:xfrm>
          <a:prstGeom prst="rect">
            <a:avLst/>
          </a:prstGeom>
          <a:noFill/>
          <a:ln w="0">
            <a:noFill/>
            <a:prstDash val="solid"/>
          </a:ln>
        </p:spPr>
        <p:txBody>
          <a:bodyPr anchor="ctr"/>
          <a:lstStyle/>
          <a:p>
            <a:pPr algn="l">
              <a:defRPr sz="1125" b="1">
                <a:solidFill>
                  <a:srgbClr val="F79009"/>
                </a:solidFill>
              </a:defRPr>
            </a:pPr>
            <a:r>
              <a:rPr sz="1125" b="1">
                <a:solidFill>
                  <a:srgbClr val="F79009"/>
                </a:solidFill>
                <a:latin typeface="微软雅黑" panose="020B0503020204020204" pitchFamily="34" charset="-122"/>
                <a:ea typeface="微软雅黑" panose="020B0503020204020204" pitchFamily="34" charset="-122"/>
              </a:rPr>
              <a:t>人工判断</a:t>
            </a:r>
          </a:p>
        </p:txBody>
      </p:sp>
      <p:sp>
        <p:nvSpPr>
          <p:cNvPr id="17" name="矩形 16">
            <a:extLst>
              <a:ext uri="{FF2B5EF4-FFF2-40B4-BE49-F238E27FC236}">
                <a16:creationId xmlns:a16="http://schemas.microsoft.com/office/drawing/2014/main" id="{7015A33E-5E93-484E-A12E-FBB3FEACCF71}"/>
              </a:ext>
            </a:extLst>
          </p:cNvPr>
          <p:cNvSpPr>
            <a:spLocks noGrp="1"/>
          </p:cNvSpPr>
          <p:nvPr/>
        </p:nvSpPr>
        <p:spPr>
          <a:xfrm>
            <a:off x="9010650" y="4524375"/>
            <a:ext cx="2362200" cy="12382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Gate 2：优先原因是否同时有支持证据、反证检查和验证动作？</a:t>
            </a:r>
          </a:p>
        </p:txBody>
      </p:sp>
      <p:sp>
        <p:nvSpPr>
          <p:cNvPr id="21" name="页脚占位符 3">
            <a:extLst>
              <a:ext uri="{FF2B5EF4-FFF2-40B4-BE49-F238E27FC236}">
                <a16:creationId xmlns:a16="http://schemas.microsoft.com/office/drawing/2014/main" id="{B001B637-B49C-A241-14A7-79A8BA8B94E9}"/>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dirty="0">
                <a:solidFill>
                  <a:schemeClr val="bg2"/>
                </a:solidFill>
              </a:rPr>
              <a:t>Leo Huang</a:t>
            </a:r>
            <a:endParaRPr lang="de-DE" altLang="zh-CN" sz="1050" dirty="0">
              <a:solidFill>
                <a:schemeClr val="bg2"/>
              </a:solidFill>
            </a:endParaRPr>
          </a:p>
        </p:txBody>
      </p:sp>
      <p:sp>
        <p:nvSpPr>
          <p:cNvPr id="23" name="灯片编号占位符 4">
            <a:extLst>
              <a:ext uri="{FF2B5EF4-FFF2-40B4-BE49-F238E27FC236}">
                <a16:creationId xmlns:a16="http://schemas.microsoft.com/office/drawing/2014/main" id="{B343062E-4C83-4618-54F7-4EBB1838A57C}"/>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47</a:t>
            </a:fld>
            <a:endParaRPr lang="de-DE" altLang="zh-CN" sz="1050" dirty="0">
              <a:solidFill>
                <a:schemeClr val="bg2"/>
              </a:solidFill>
            </a:endParaRPr>
          </a:p>
        </p:txBody>
      </p:sp>
    </p:spTree>
    <p:extLst>
      <p:ext uri="{BB962C8B-B14F-4D97-AF65-F5344CB8AC3E}">
        <p14:creationId xmlns:p14="http://schemas.microsoft.com/office/powerpoint/2010/main" val="1928494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7879-A06F-FE79-824F-7925B97A9814}"/>
            </a:ext>
          </a:extLst>
        </p:cNvPr>
        <p:cNvGrpSpPr/>
        <p:nvPr/>
      </p:nvGrpSpPr>
      <p:grpSpPr>
        <a:xfrm>
          <a:off x="0" y="0"/>
          <a:ext cx="0" cy="0"/>
          <a:chOff x="0" y="0"/>
          <a:chExt cx="0" cy="0"/>
        </a:xfrm>
      </p:grpSpPr>
      <p:sp>
        <p:nvSpPr>
          <p:cNvPr id="43010" name="文本占位符 1">
            <a:extLst>
              <a:ext uri="{FF2B5EF4-FFF2-40B4-BE49-F238E27FC236}">
                <a16:creationId xmlns:a16="http://schemas.microsoft.com/office/drawing/2014/main" id="{CDBB33B1-44DE-15EB-9ACF-9161B3261C8B}"/>
              </a:ext>
            </a:extLst>
          </p:cNvPr>
          <p:cNvSpPr>
            <a:spLocks noGrp="1" noChangeArrowheads="1"/>
          </p:cNvSpPr>
          <p:nvPr>
            <p:ph type="body" sz="quarter" idx="12"/>
          </p:nvPr>
        </p:nvSpPr>
        <p:spPr>
          <a:xfrm>
            <a:off x="4386263" y="2211388"/>
            <a:ext cx="3822700" cy="430212"/>
          </a:xfrm>
        </p:spPr>
        <p:txBody>
          <a:bodyPr/>
          <a:lstStyle/>
          <a:p>
            <a:r>
              <a:rPr lang="zh-CN" altLang="en-US" sz="1800" b="1" dirty="0">
                <a:solidFill>
                  <a:srgbClr val="404040"/>
                </a:solidFill>
                <a:latin typeface="微软雅黑" panose="020B0503020204020204" pitchFamily="34" charset="-122"/>
                <a:ea typeface="Lantinghei SC Demibold"/>
                <a:cs typeface="Lantinghei SC Demibold"/>
              </a:rPr>
              <a:t>步骤三：</a:t>
            </a:r>
            <a:r>
              <a:rPr lang="zh-CN" altLang="en-US" sz="1800" b="1" dirty="0">
                <a:solidFill>
                  <a:srgbClr val="404040"/>
                </a:solidFill>
                <a:latin typeface="微软雅黑" panose="020B0503020204020204" pitchFamily="34" charset="-122"/>
                <a:ea typeface="Lantinghei SC Demibold"/>
              </a:rPr>
              <a:t>设定关键性问题目标</a:t>
            </a:r>
          </a:p>
        </p:txBody>
      </p:sp>
      <p:sp>
        <p:nvSpPr>
          <p:cNvPr id="43011" name="页脚占位符 2">
            <a:extLst>
              <a:ext uri="{FF2B5EF4-FFF2-40B4-BE49-F238E27FC236}">
                <a16:creationId xmlns:a16="http://schemas.microsoft.com/office/drawing/2014/main" id="{6EF0238F-6317-A460-7A39-4B1778D105A9}"/>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43012" name="灯片编号占位符 3">
            <a:extLst>
              <a:ext uri="{FF2B5EF4-FFF2-40B4-BE49-F238E27FC236}">
                <a16:creationId xmlns:a16="http://schemas.microsoft.com/office/drawing/2014/main" id="{7A922675-F919-4C2A-BC1F-A790D32D51B9}"/>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F770440-247C-4487-8404-AFC88D98029B}" type="slidenum">
              <a:rPr lang="de-DE" altLang="zh-CN" smtClean="0"/>
              <a:pPr/>
              <a:t>48</a:t>
            </a:fld>
            <a:endParaRPr lang="de-DE" altLang="zh-CN"/>
          </a:p>
        </p:txBody>
      </p:sp>
    </p:spTree>
    <p:extLst>
      <p:ext uri="{BB962C8B-B14F-4D97-AF65-F5344CB8AC3E}">
        <p14:creationId xmlns:p14="http://schemas.microsoft.com/office/powerpoint/2010/main" val="1482281500"/>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9A834-FA29-3662-FF85-CB4D1B8E311E}"/>
              </a:ext>
            </a:extLst>
          </p:cNvPr>
          <p:cNvSpPr>
            <a:spLocks noGrp="1"/>
          </p:cNvSpPr>
          <p:nvPr>
            <p:ph type="title"/>
          </p:nvPr>
        </p:nvSpPr>
        <p:spPr/>
        <p:txBody>
          <a:bodyPr/>
          <a:lstStyle/>
          <a:p>
            <a:r>
              <a:rPr lang="zh-CN" altLang="en-US" dirty="0"/>
              <a:t>设定问题目标</a:t>
            </a:r>
          </a:p>
        </p:txBody>
      </p:sp>
      <p:sp>
        <p:nvSpPr>
          <p:cNvPr id="3" name="文本占位符 2">
            <a:extLst>
              <a:ext uri="{FF2B5EF4-FFF2-40B4-BE49-F238E27FC236}">
                <a16:creationId xmlns:a16="http://schemas.microsoft.com/office/drawing/2014/main" id="{870E0ADF-AF2D-2F7A-397D-B65871C3229E}"/>
              </a:ext>
            </a:extLst>
          </p:cNvPr>
          <p:cNvSpPr>
            <a:spLocks noGrp="1"/>
          </p:cNvSpPr>
          <p:nvPr>
            <p:ph type="body" sz="quarter" idx="12"/>
          </p:nvPr>
        </p:nvSpPr>
        <p:spPr>
          <a:xfrm>
            <a:off x="695400" y="1304764"/>
            <a:ext cx="8856984" cy="1620981"/>
          </a:xfrm>
        </p:spPr>
        <p:txBody>
          <a:bodyPr/>
          <a:lstStyle/>
          <a:p>
            <a:pPr marL="285750" lvl="0" indent="-285750" algn="just">
              <a:buFont typeface="Wingdings" panose="05000000000000000000" pitchFamily="2" charset="2"/>
              <a:buChar char="p"/>
            </a:pPr>
            <a:r>
              <a:rPr lang="zh-CN" altLang="zh-CN" sz="1800" kern="100" dirty="0">
                <a:solidFill>
                  <a:srgbClr val="000000"/>
                </a:solidFill>
                <a:effectLst/>
                <a:latin typeface="微软雅黑" panose="020B0503020204020204" pitchFamily="34" charset="-122"/>
                <a:ea typeface="微软雅黑" panose="020B0503020204020204" pitchFamily="34" charset="-122"/>
              </a:rPr>
              <a:t>朝着解决问题的方向努力,设定较高的目标.在通往实现梦想的路上,怀着满腔热忱,带着欣喜和勇气去挑战,一定能取得较大的成果。同时也能实现自身的成长。</a:t>
            </a:r>
            <a:endParaRPr lang="en-US" altLang="zh-CN" kern="100" dirty="0">
              <a:latin typeface="微软雅黑" panose="020B0503020204020204" pitchFamily="34" charset="-122"/>
              <a:ea typeface="微软雅黑" panose="020B0503020204020204" pitchFamily="34" charset="-122"/>
            </a:endParaRPr>
          </a:p>
          <a:p>
            <a:pPr marL="285750" lvl="0" indent="-285750" algn="just">
              <a:buFont typeface="Wingdings" panose="05000000000000000000" pitchFamily="2" charset="2"/>
              <a:buChar char="p"/>
            </a:pPr>
            <a:r>
              <a:rPr lang="zh-CN" altLang="zh-CN" sz="1800" kern="100" dirty="0">
                <a:solidFill>
                  <a:srgbClr val="000000"/>
                </a:solidFill>
                <a:effectLst/>
                <a:latin typeface="微软雅黑" panose="020B0503020204020204" pitchFamily="34" charset="-122"/>
                <a:ea typeface="微软雅黑" panose="020B0503020204020204" pitchFamily="34" charset="-122"/>
              </a:rPr>
              <a:t>制定中长期的目标，并为达成最终的目标，制定一系列连续的短期目标</a:t>
            </a:r>
            <a:endParaRPr lang="zh-CN" altLang="zh-CN" sz="1800" kern="100" dirty="0">
              <a:effectLst/>
              <a:latin typeface="微软雅黑" panose="020B0503020204020204" pitchFamily="34" charset="-122"/>
              <a:ea typeface="微软雅黑" panose="020B0503020204020204" pitchFamily="34" charset="-122"/>
            </a:endParaRPr>
          </a:p>
          <a:p>
            <a:endParaRPr lang="zh-CN" altLang="en-US" dirty="0"/>
          </a:p>
        </p:txBody>
      </p:sp>
      <p:sp>
        <p:nvSpPr>
          <p:cNvPr id="4" name="页脚占位符 3">
            <a:extLst>
              <a:ext uri="{FF2B5EF4-FFF2-40B4-BE49-F238E27FC236}">
                <a16:creationId xmlns:a16="http://schemas.microsoft.com/office/drawing/2014/main" id="{C5D87D56-AAF5-8A28-FFBE-43BEAA73FF43}"/>
              </a:ext>
            </a:extLst>
          </p:cNvPr>
          <p:cNvSpPr>
            <a:spLocks noGrp="1"/>
          </p:cNvSpPr>
          <p:nvPr>
            <p:ph type="ftr" sz="quarter" idx="13"/>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BE6C2B73-633B-C375-109D-8ADD02DDAE9F}"/>
              </a:ext>
            </a:extLst>
          </p:cNvPr>
          <p:cNvSpPr>
            <a:spLocks noGrp="1"/>
          </p:cNvSpPr>
          <p:nvPr>
            <p:ph type="sldNum" sz="quarter" idx="14"/>
          </p:nvPr>
        </p:nvSpPr>
        <p:spPr/>
        <p:txBody>
          <a:bodyPr/>
          <a:lstStyle/>
          <a:p>
            <a:pPr>
              <a:defRPr/>
            </a:pPr>
            <a:fld id="{388C7E40-5DD8-41F4-BDEA-EDA00605A11C}" type="slidenum">
              <a:rPr lang="de-DE" altLang="zh-CN" smtClean="0"/>
              <a:pPr>
                <a:defRPr/>
              </a:pPr>
              <a:t>49</a:t>
            </a:fld>
            <a:endParaRPr lang="de-DE" altLang="zh-CN"/>
          </a:p>
        </p:txBody>
      </p:sp>
      <p:sp>
        <p:nvSpPr>
          <p:cNvPr id="6" name="矩形: 圆角 5">
            <a:extLst>
              <a:ext uri="{FF2B5EF4-FFF2-40B4-BE49-F238E27FC236}">
                <a16:creationId xmlns:a16="http://schemas.microsoft.com/office/drawing/2014/main" id="{C7969C90-3855-DD28-74C1-9711EAAFC016}"/>
              </a:ext>
            </a:extLst>
          </p:cNvPr>
          <p:cNvSpPr/>
          <p:nvPr/>
        </p:nvSpPr>
        <p:spPr>
          <a:xfrm>
            <a:off x="2629646" y="4809720"/>
            <a:ext cx="2384612" cy="59167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着手要解决的问题点</a:t>
            </a:r>
          </a:p>
        </p:txBody>
      </p:sp>
      <p:sp>
        <p:nvSpPr>
          <p:cNvPr id="7" name="箭头: 上 6">
            <a:extLst>
              <a:ext uri="{FF2B5EF4-FFF2-40B4-BE49-F238E27FC236}">
                <a16:creationId xmlns:a16="http://schemas.microsoft.com/office/drawing/2014/main" id="{61024FBC-48E7-3334-C6CA-2F3D53FD8A7D}"/>
              </a:ext>
            </a:extLst>
          </p:cNvPr>
          <p:cNvSpPr/>
          <p:nvPr/>
        </p:nvSpPr>
        <p:spPr>
          <a:xfrm>
            <a:off x="2349585" y="3932256"/>
            <a:ext cx="2840090" cy="832003"/>
          </a:xfrm>
          <a:prstGeom prst="up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p"/>
            </a:pPr>
            <a:r>
              <a:rPr lang="zh-CN" altLang="en-US" sz="1100" dirty="0">
                <a:solidFill>
                  <a:schemeClr val="bg1"/>
                </a:solidFill>
              </a:rPr>
              <a:t>到什么程度？</a:t>
            </a:r>
            <a:endParaRPr lang="en-US" altLang="zh-CN" sz="1100" dirty="0">
              <a:solidFill>
                <a:schemeClr val="bg1"/>
              </a:solidFill>
            </a:endParaRPr>
          </a:p>
          <a:p>
            <a:pPr marL="285750" indent="-285750" algn="ctr">
              <a:buFont typeface="Wingdings" panose="05000000000000000000" pitchFamily="2" charset="2"/>
              <a:buChar char="p"/>
            </a:pPr>
            <a:r>
              <a:rPr lang="zh-CN" altLang="en-US" sz="1100" dirty="0">
                <a:solidFill>
                  <a:schemeClr val="bg1"/>
                </a:solidFill>
              </a:rPr>
              <a:t>到什么时候？</a:t>
            </a:r>
          </a:p>
        </p:txBody>
      </p:sp>
      <p:sp>
        <p:nvSpPr>
          <p:cNvPr id="8" name="椭圆 7">
            <a:extLst>
              <a:ext uri="{FF2B5EF4-FFF2-40B4-BE49-F238E27FC236}">
                <a16:creationId xmlns:a16="http://schemas.microsoft.com/office/drawing/2014/main" id="{1229CD3E-B2D2-30B8-A359-7A4B2B2B0B44}"/>
              </a:ext>
            </a:extLst>
          </p:cNvPr>
          <p:cNvSpPr/>
          <p:nvPr/>
        </p:nvSpPr>
        <p:spPr>
          <a:xfrm>
            <a:off x="2695387" y="3307524"/>
            <a:ext cx="2253129" cy="62473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目标</a:t>
            </a:r>
          </a:p>
        </p:txBody>
      </p:sp>
      <p:sp>
        <p:nvSpPr>
          <p:cNvPr id="9" name="文本框 8">
            <a:extLst>
              <a:ext uri="{FF2B5EF4-FFF2-40B4-BE49-F238E27FC236}">
                <a16:creationId xmlns:a16="http://schemas.microsoft.com/office/drawing/2014/main" id="{DAAF0199-788D-61B5-88CD-5FED8E5AE271}"/>
              </a:ext>
            </a:extLst>
          </p:cNvPr>
          <p:cNvSpPr txBox="1"/>
          <p:nvPr/>
        </p:nvSpPr>
        <p:spPr>
          <a:xfrm>
            <a:off x="5378824" y="4111812"/>
            <a:ext cx="3245223" cy="646331"/>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是否定量、具体？</a:t>
            </a: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是否具有挑战性？</a:t>
            </a:r>
          </a:p>
        </p:txBody>
      </p:sp>
    </p:spTree>
    <p:extLst>
      <p:ext uri="{BB962C8B-B14F-4D97-AF65-F5344CB8AC3E}">
        <p14:creationId xmlns:p14="http://schemas.microsoft.com/office/powerpoint/2010/main" val="1401081044"/>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349362-9A34-2C12-AB81-8EFAB161F511}"/>
              </a:ext>
            </a:extLst>
          </p:cNvPr>
          <p:cNvSpPr>
            <a:spLocks noGrp="1"/>
          </p:cNvSpPr>
          <p:nvPr>
            <p:ph type="title"/>
          </p:nvPr>
        </p:nvSpPr>
        <p:spPr/>
        <p:txBody>
          <a:bodyPr/>
          <a:lstStyle/>
          <a:p>
            <a:r>
              <a:rPr lang="zh-CN" altLang="en-US" dirty="0"/>
              <a:t>设定目标时容易犯的</a:t>
            </a:r>
            <a:r>
              <a:rPr lang="zh-CN" altLang="en-US" i="1" dirty="0"/>
              <a:t>错误</a:t>
            </a:r>
          </a:p>
        </p:txBody>
      </p:sp>
      <p:sp>
        <p:nvSpPr>
          <p:cNvPr id="3" name="内容占位符 2">
            <a:extLst>
              <a:ext uri="{FF2B5EF4-FFF2-40B4-BE49-F238E27FC236}">
                <a16:creationId xmlns:a16="http://schemas.microsoft.com/office/drawing/2014/main" id="{B558B5AF-8842-5761-B8CD-FA0BB02DC35A}"/>
              </a:ext>
            </a:extLst>
          </p:cNvPr>
          <p:cNvSpPr>
            <a:spLocks noGrp="1"/>
          </p:cNvSpPr>
          <p:nvPr>
            <p:ph idx="1"/>
          </p:nvPr>
        </p:nvSpPr>
        <p:spPr/>
        <p:txBody>
          <a:bodyPr/>
          <a:lstStyle/>
          <a:p>
            <a:pPr marL="342900" indent="-342900">
              <a:buFont typeface="Wingdings" panose="05000000000000000000" pitchFamily="2" charset="2"/>
              <a:buChar char="p"/>
            </a:pPr>
            <a:r>
              <a:rPr lang="zh-CN" altLang="en-US" dirty="0"/>
              <a:t>把行动作为目标。例：“与成员一起团结合作，进行减低成本的活动”</a:t>
            </a:r>
            <a:r>
              <a:rPr lang="en-US" altLang="zh-CN" dirty="0"/>
              <a:t>…</a:t>
            </a:r>
          </a:p>
          <a:p>
            <a:pPr marL="342900" indent="-342900">
              <a:buFont typeface="Wingdings" panose="05000000000000000000" pitchFamily="2" charset="2"/>
              <a:buChar char="p"/>
            </a:pPr>
            <a:r>
              <a:rPr lang="zh-CN" altLang="en-US" dirty="0"/>
              <a:t>把手段作为目标。例：“学习管理的技巧”，“收集客户的信息”</a:t>
            </a:r>
            <a:r>
              <a:rPr lang="en-US" altLang="zh-CN" dirty="0"/>
              <a:t>…</a:t>
            </a:r>
          </a:p>
          <a:p>
            <a:pPr marL="342900" indent="-342900">
              <a:buFont typeface="Wingdings" panose="05000000000000000000" pitchFamily="2" charset="2"/>
              <a:buChar char="p"/>
            </a:pPr>
            <a:r>
              <a:rPr lang="zh-CN" altLang="en-US" dirty="0"/>
              <a:t>与“理想状态”相混淆</a:t>
            </a:r>
            <a:endParaRPr lang="en-US" altLang="zh-CN" dirty="0"/>
          </a:p>
          <a:p>
            <a:pPr marL="608013" lvl="1" indent="-342900">
              <a:buFont typeface="Wingdings" panose="05000000000000000000" pitchFamily="2" charset="2"/>
              <a:buChar char="ü"/>
            </a:pPr>
            <a:r>
              <a:rPr lang="zh-CN" altLang="en-US" sz="1400" dirty="0"/>
              <a:t>目标</a:t>
            </a:r>
            <a:r>
              <a:rPr lang="en-US" altLang="zh-CN" sz="1400" dirty="0"/>
              <a:t>-</a:t>
            </a:r>
            <a:r>
              <a:rPr lang="zh-CN" altLang="en-US" sz="1400" dirty="0"/>
              <a:t>针对问题点明确到什么时候，解决到什么程度</a:t>
            </a:r>
            <a:endParaRPr lang="en-US" altLang="zh-CN" sz="1400" dirty="0"/>
          </a:p>
          <a:p>
            <a:pPr marL="608013" lvl="1" indent="-342900">
              <a:buFont typeface="Wingdings" panose="05000000000000000000" pitchFamily="2" charset="2"/>
              <a:buChar char="ü"/>
            </a:pPr>
            <a:r>
              <a:rPr lang="zh-CN" altLang="en-US" sz="1400" dirty="0"/>
              <a:t>理想状态</a:t>
            </a:r>
            <a:r>
              <a:rPr lang="en-US" altLang="zh-CN" sz="1400" dirty="0"/>
              <a:t>-</a:t>
            </a:r>
            <a:r>
              <a:rPr lang="zh-CN" altLang="en-US" sz="1400" dirty="0"/>
              <a:t>为达成目的明确自己工作的理想状态</a:t>
            </a:r>
            <a:endParaRPr lang="en-US" altLang="zh-CN" sz="1400" dirty="0"/>
          </a:p>
          <a:p>
            <a:pPr marL="608013" lvl="1" indent="-342900">
              <a:buFont typeface="Wingdings" panose="05000000000000000000" pitchFamily="2" charset="2"/>
              <a:buChar char="ü"/>
            </a:pPr>
            <a:r>
              <a:rPr lang="zh-CN" altLang="en-US" sz="1400" dirty="0"/>
              <a:t>例：理想状态</a:t>
            </a:r>
            <a:r>
              <a:rPr lang="en-US" altLang="zh-CN" sz="1400" dirty="0"/>
              <a:t>-</a:t>
            </a:r>
            <a:r>
              <a:rPr lang="zh-CN" altLang="en-US" sz="1400" dirty="0"/>
              <a:t>“我希望拥有一个健康、强壮的身体，并能维持良好的状态。”</a:t>
            </a:r>
            <a:endParaRPr lang="en-US" altLang="zh-CN" sz="1400" dirty="0"/>
          </a:p>
          <a:p>
            <a:pPr lvl="1" indent="0">
              <a:buNone/>
            </a:pPr>
            <a:r>
              <a:rPr lang="en-US" altLang="zh-CN" sz="1400" dirty="0"/>
              <a:t>           </a:t>
            </a:r>
            <a:r>
              <a:rPr lang="zh-CN" altLang="en-US" sz="1400" dirty="0"/>
              <a:t>目标</a:t>
            </a:r>
            <a:r>
              <a:rPr lang="en-US" altLang="zh-CN" sz="1400" dirty="0"/>
              <a:t>-</a:t>
            </a:r>
            <a:r>
              <a:rPr lang="zh-CN" altLang="en-US" sz="1400" dirty="0"/>
              <a:t>“我计划在接下来的三个月内减少</a:t>
            </a:r>
            <a:r>
              <a:rPr lang="en-US" altLang="zh-CN" sz="1400" dirty="0"/>
              <a:t>5</a:t>
            </a:r>
            <a:r>
              <a:rPr lang="zh-CN" altLang="en-US" sz="1400" dirty="0"/>
              <a:t>公斤并每天跑三公里。</a:t>
            </a:r>
            <a:endParaRPr lang="en-US" altLang="zh-CN" sz="1400" dirty="0"/>
          </a:p>
          <a:p>
            <a:pPr marL="342900" indent="-342900">
              <a:buFont typeface="Wingdings" panose="05000000000000000000" pitchFamily="2" charset="2"/>
              <a:buChar char="p"/>
            </a:pPr>
            <a:r>
              <a:rPr lang="zh-CN" altLang="en-US" dirty="0"/>
              <a:t>使用抽象的语言：“努力提高”，“有效的”，“彻底</a:t>
            </a:r>
            <a:r>
              <a:rPr lang="en-US" altLang="zh-CN" dirty="0"/>
              <a:t>…”,</a:t>
            </a:r>
            <a:r>
              <a:rPr lang="zh-CN" altLang="en-US" dirty="0"/>
              <a:t>“妥善</a:t>
            </a:r>
            <a:r>
              <a:rPr lang="en-US" altLang="zh-CN" dirty="0"/>
              <a:t>..</a:t>
            </a:r>
            <a:r>
              <a:rPr lang="zh-CN" altLang="en-US" dirty="0"/>
              <a:t>”</a:t>
            </a:r>
            <a:r>
              <a:rPr lang="en-US" altLang="zh-CN" dirty="0"/>
              <a:t>…</a:t>
            </a:r>
          </a:p>
          <a:p>
            <a:pPr marL="342900" indent="-342900">
              <a:buFont typeface="Wingdings" panose="05000000000000000000" pitchFamily="2" charset="2"/>
              <a:buChar char="p"/>
            </a:pPr>
            <a:r>
              <a:rPr lang="zh-CN" altLang="en-US" dirty="0"/>
              <a:t>目标设定要有依据</a:t>
            </a:r>
            <a:endParaRPr lang="en-US" altLang="zh-CN" dirty="0"/>
          </a:p>
        </p:txBody>
      </p:sp>
      <p:sp>
        <p:nvSpPr>
          <p:cNvPr id="4" name="页脚占位符 3">
            <a:extLst>
              <a:ext uri="{FF2B5EF4-FFF2-40B4-BE49-F238E27FC236}">
                <a16:creationId xmlns:a16="http://schemas.microsoft.com/office/drawing/2014/main" id="{7C4C3A56-5D9F-7042-337D-B261A7ACBC1E}"/>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D75773E2-4B20-457F-6A04-3EFDAEC61137}"/>
              </a:ext>
            </a:extLst>
          </p:cNvPr>
          <p:cNvSpPr>
            <a:spLocks noGrp="1"/>
          </p:cNvSpPr>
          <p:nvPr>
            <p:ph type="sldNum" sz="quarter" idx="11"/>
          </p:nvPr>
        </p:nvSpPr>
        <p:spPr/>
        <p:txBody>
          <a:bodyPr/>
          <a:lstStyle/>
          <a:p>
            <a:pPr>
              <a:defRPr/>
            </a:pPr>
            <a:fld id="{504E9415-CE62-41B1-A98C-C68172D739F2}" type="slidenum">
              <a:rPr lang="de-DE" altLang="zh-CN" smtClean="0"/>
              <a:pPr>
                <a:defRPr/>
              </a:pPr>
              <a:t>50</a:t>
            </a:fld>
            <a:endParaRPr lang="de-DE" altLang="zh-CN"/>
          </a:p>
        </p:txBody>
      </p:sp>
    </p:spTree>
    <p:extLst>
      <p:ext uri="{BB962C8B-B14F-4D97-AF65-F5344CB8AC3E}">
        <p14:creationId xmlns:p14="http://schemas.microsoft.com/office/powerpoint/2010/main" val="40893781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文本占位符 1">
            <a:extLst>
              <a:ext uri="{FF2B5EF4-FFF2-40B4-BE49-F238E27FC236}">
                <a16:creationId xmlns:a16="http://schemas.microsoft.com/office/drawing/2014/main" id="{C256B504-603A-4D7C-966D-EE28E679DFE3}"/>
              </a:ext>
            </a:extLst>
          </p:cNvPr>
          <p:cNvSpPr>
            <a:spLocks noGrp="1" noChangeArrowheads="1"/>
          </p:cNvSpPr>
          <p:nvPr>
            <p:ph type="body" sz="quarter" idx="12"/>
          </p:nvPr>
        </p:nvSpPr>
        <p:spPr>
          <a:xfrm>
            <a:off x="4386263" y="2211388"/>
            <a:ext cx="3822700" cy="430212"/>
          </a:xfrm>
        </p:spPr>
        <p:txBody>
          <a:bodyPr/>
          <a:lstStyle/>
          <a:p>
            <a:pPr fontAlgn="auto"/>
            <a:r>
              <a:rPr lang="zh-CN" altLang="en-US" sz="1800" b="1" dirty="0">
                <a:solidFill>
                  <a:srgbClr val="404040"/>
                </a:solidFill>
                <a:latin typeface="微软雅黑" panose="020B0503020204020204" pitchFamily="34" charset="-122"/>
                <a:ea typeface="Lantinghei SC Demibold"/>
                <a:cs typeface="Lantinghei SC Demibold"/>
              </a:rPr>
              <a:t>步骤四：把握真因</a:t>
            </a:r>
          </a:p>
        </p:txBody>
      </p:sp>
      <p:sp>
        <p:nvSpPr>
          <p:cNvPr id="98307" name="页脚占位符 2">
            <a:extLst>
              <a:ext uri="{FF2B5EF4-FFF2-40B4-BE49-F238E27FC236}">
                <a16:creationId xmlns:a16="http://schemas.microsoft.com/office/drawing/2014/main" id="{E8AE75E3-A113-4115-9E36-EA4E4D98DB74}"/>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98308" name="灯片编号占位符 3">
            <a:extLst>
              <a:ext uri="{FF2B5EF4-FFF2-40B4-BE49-F238E27FC236}">
                <a16:creationId xmlns:a16="http://schemas.microsoft.com/office/drawing/2014/main" id="{906D6AA4-BC46-4570-BE10-FA5761314A7C}"/>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18B3194-4A97-4225-AAF9-5852CA4A6BD6}" type="slidenum">
              <a:rPr lang="de-DE" altLang="zh-CN" smtClean="0"/>
              <a:pPr/>
              <a:t>51</a:t>
            </a:fld>
            <a:endParaRPr lang="de-DE" altLang="zh-CN"/>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mark-1">
            <a:extLst>
              <a:ext uri="{FF2B5EF4-FFF2-40B4-BE49-F238E27FC236}">
                <a16:creationId xmlns:a16="http://schemas.microsoft.com/office/drawing/2014/main" id="{7CF0E6E9-860F-4655-9EA3-D43542000F24}"/>
              </a:ext>
            </a:extLst>
          </p:cNvPr>
          <p:cNvSpPr>
            <a:spLocks noGrp="1"/>
          </p:cNvSpPr>
          <p:nvPr/>
        </p:nvSpPr>
        <p:spPr>
          <a:xfrm>
            <a:off x="0" y="133350"/>
            <a:ext cx="590550" cy="400050"/>
          </a:xfrm>
          <a:prstGeom prst="chevron">
            <a:avLst/>
          </a:prstGeom>
          <a:solidFill>
            <a:srgbClr val="78C500"/>
          </a:solidFill>
          <a:ln w="0">
            <a:solidFill>
              <a:srgbClr val="78C500"/>
            </a:solidFill>
            <a:prstDash val="solid"/>
          </a:ln>
        </p:spPr>
        <p:txBody>
          <a:bodyPr/>
          <a:lstStyle/>
          <a:p>
            <a:endParaRPr lang="zh-CN" altLang="en-US"/>
          </a:p>
        </p:txBody>
      </p:sp>
      <p:sp>
        <p:nvSpPr>
          <p:cNvPr id="3" name="title-1">
            <a:extLst>
              <a:ext uri="{FF2B5EF4-FFF2-40B4-BE49-F238E27FC236}">
                <a16:creationId xmlns:a16="http://schemas.microsoft.com/office/drawing/2014/main" id="{7CE3F7AF-9BCC-4E59-90A9-B7ED6ABD447C}"/>
              </a:ext>
            </a:extLst>
          </p:cNvPr>
          <p:cNvSpPr>
            <a:spLocks noGrp="1"/>
          </p:cNvSpPr>
          <p:nvPr/>
        </p:nvSpPr>
        <p:spPr>
          <a:xfrm>
            <a:off x="723900" y="485775"/>
            <a:ext cx="10763250" cy="495300"/>
          </a:xfrm>
          <a:prstGeom prst="rect">
            <a:avLst/>
          </a:prstGeom>
          <a:noFill/>
          <a:ln w="0">
            <a:noFill/>
            <a:prstDash val="solid"/>
          </a:ln>
        </p:spPr>
        <p:txBody>
          <a:bodyPr anchor="ctr"/>
          <a:lstStyle/>
          <a:p>
            <a:pPr algn="l">
              <a:defRPr sz="2625" b="1">
                <a:solidFill>
                  <a:srgbClr val="10233F"/>
                </a:solidFill>
              </a:defRPr>
            </a:pPr>
            <a:r>
              <a:rPr sz="2625" b="1" dirty="0">
                <a:solidFill>
                  <a:srgbClr val="10233F"/>
                </a:solidFill>
                <a:latin typeface="微软雅黑" panose="020B0503020204020204" pitchFamily="34" charset="-122"/>
                <a:ea typeface="微软雅黑" panose="020B0503020204020204" pitchFamily="34" charset="-122"/>
              </a:rPr>
              <a:t>5WHY</a:t>
            </a:r>
            <a:r>
              <a:rPr lang="zh-CN" altLang="en-US" sz="2625" b="1" dirty="0">
                <a:solidFill>
                  <a:srgbClr val="10233F"/>
                </a:solidFill>
                <a:latin typeface="微软雅黑" panose="020B0503020204020204" pitchFamily="34" charset="-122"/>
                <a:ea typeface="微软雅黑" panose="020B0503020204020204" pitchFamily="34" charset="-122"/>
              </a:rPr>
              <a:t>：</a:t>
            </a:r>
            <a:r>
              <a:rPr sz="2625" b="1" dirty="0" err="1">
                <a:solidFill>
                  <a:srgbClr val="10233F"/>
                </a:solidFill>
                <a:latin typeface="微软雅黑" panose="020B0503020204020204" pitchFamily="34" charset="-122"/>
                <a:ea typeface="微软雅黑" panose="020B0503020204020204" pitchFamily="34" charset="-122"/>
              </a:rPr>
              <a:t>追深一条因果链，但不等于找到唯一根因</a:t>
            </a:r>
            <a:endParaRPr sz="2625" b="1" dirty="0">
              <a:solidFill>
                <a:srgbClr val="10233F"/>
              </a:solidFill>
              <a:latin typeface="微软雅黑" panose="020B0503020204020204" pitchFamily="34" charset="-122"/>
              <a:ea typeface="微软雅黑" panose="020B0503020204020204" pitchFamily="34" charset="-122"/>
            </a:endParaRPr>
          </a:p>
        </p:txBody>
      </p:sp>
      <p:sp>
        <p:nvSpPr>
          <p:cNvPr id="5" name="sub-1">
            <a:extLst>
              <a:ext uri="{FF2B5EF4-FFF2-40B4-BE49-F238E27FC236}">
                <a16:creationId xmlns:a16="http://schemas.microsoft.com/office/drawing/2014/main" id="{EEBABBEE-80A9-4A55-B5E2-262925026FF1}"/>
              </a:ext>
            </a:extLst>
          </p:cNvPr>
          <p:cNvSpPr>
            <a:spLocks noGrp="1"/>
          </p:cNvSpPr>
          <p:nvPr/>
        </p:nvSpPr>
        <p:spPr>
          <a:xfrm>
            <a:off x="723900" y="1228725"/>
            <a:ext cx="10572750" cy="323850"/>
          </a:xfrm>
          <a:prstGeom prst="rect">
            <a:avLst/>
          </a:prstGeom>
          <a:noFill/>
          <a:ln w="0">
            <a:noFill/>
            <a:prstDash val="solid"/>
          </a:ln>
        </p:spPr>
        <p:txBody>
          <a:bodyPr anchor="ctr"/>
          <a:lstStyle/>
          <a:p>
            <a:pPr algn="l">
              <a:defRPr sz="1350" b="0">
                <a:solidFill>
                  <a:srgbClr val="53657B"/>
                </a:solidFill>
              </a:defRPr>
            </a:pPr>
            <a:r>
              <a:rPr sz="1350" b="0">
                <a:solidFill>
                  <a:srgbClr val="53657B"/>
                </a:solidFill>
                <a:latin typeface="微软雅黑" panose="020B0503020204020204" pitchFamily="34" charset="-122"/>
                <a:ea typeface="微软雅黑" panose="020B0503020204020204" pitchFamily="34" charset="-122"/>
              </a:rPr>
              <a:t>当问题边界清晰、因果关系较线性时使用；复杂问题要先分支，再分别追问。</a:t>
            </a:r>
          </a:p>
        </p:txBody>
      </p:sp>
      <p:sp>
        <p:nvSpPr>
          <p:cNvPr id="7" name="a1">
            <a:extLst>
              <a:ext uri="{FF2B5EF4-FFF2-40B4-BE49-F238E27FC236}">
                <a16:creationId xmlns:a16="http://schemas.microsoft.com/office/drawing/2014/main" id="{C99E04A2-B0D7-46AA-B80A-9CB902E2611C}"/>
              </a:ext>
            </a:extLst>
          </p:cNvPr>
          <p:cNvSpPr>
            <a:spLocks noGrp="1"/>
          </p:cNvSpPr>
          <p:nvPr/>
        </p:nvSpPr>
        <p:spPr>
          <a:xfrm>
            <a:off x="723900" y="2095500"/>
            <a:ext cx="1428750" cy="304800"/>
          </a:xfrm>
          <a:prstGeom prst="rect">
            <a:avLst/>
          </a:prstGeom>
          <a:noFill/>
          <a:ln w="0">
            <a:noFill/>
            <a:prstDash val="solid"/>
          </a:ln>
        </p:spPr>
        <p:txBody>
          <a:bodyPr anchor="ctr"/>
          <a:lstStyle/>
          <a:p>
            <a:pPr algn="l">
              <a:defRPr sz="1650" b="1">
                <a:solidFill>
                  <a:srgbClr val="78C500"/>
                </a:solidFill>
              </a:defRPr>
            </a:pPr>
            <a:r>
              <a:rPr sz="1650" b="1">
                <a:solidFill>
                  <a:srgbClr val="78C500"/>
                </a:solidFill>
                <a:latin typeface="微软雅黑" panose="020B0503020204020204" pitchFamily="34" charset="-122"/>
                <a:ea typeface="微软雅黑" panose="020B0503020204020204" pitchFamily="34" charset="-122"/>
              </a:rPr>
              <a:t>适用</a:t>
            </a:r>
          </a:p>
        </p:txBody>
      </p:sp>
      <p:sp>
        <p:nvSpPr>
          <p:cNvPr id="8" name="a1b">
            <a:extLst>
              <a:ext uri="{FF2B5EF4-FFF2-40B4-BE49-F238E27FC236}">
                <a16:creationId xmlns:a16="http://schemas.microsoft.com/office/drawing/2014/main" id="{CE5EF317-1FA3-4F44-A954-9EC3CE27974E}"/>
              </a:ext>
            </a:extLst>
          </p:cNvPr>
          <p:cNvSpPr>
            <a:spLocks noGrp="1"/>
          </p:cNvSpPr>
          <p:nvPr/>
        </p:nvSpPr>
        <p:spPr>
          <a:xfrm>
            <a:off x="723900" y="2457450"/>
            <a:ext cx="2952750" cy="952500"/>
          </a:xfrm>
          <a:prstGeom prst="rect">
            <a:avLst/>
          </a:prstGeom>
          <a:noFill/>
          <a:ln w="0">
            <a:noFill/>
            <a:prstDash val="solid"/>
          </a:ln>
        </p:spPr>
        <p:txBody>
          <a:bodyPr anchor="ctr"/>
          <a:lstStyle/>
          <a:p>
            <a:pPr algn="l">
              <a:defRPr sz="1275" b="0">
                <a:solidFill>
                  <a:srgbClr val="53657B"/>
                </a:solidFill>
              </a:defRPr>
            </a:pPr>
            <a:r>
              <a:rPr sz="1275" b="0" dirty="0" err="1">
                <a:solidFill>
                  <a:srgbClr val="53657B"/>
                </a:solidFill>
                <a:latin typeface="微软雅黑" panose="020B0503020204020204" pitchFamily="34" charset="-122"/>
                <a:ea typeface="微软雅黑" panose="020B0503020204020204" pitchFamily="34" charset="-122"/>
              </a:rPr>
              <a:t>重复发生的具体异常</a:t>
            </a:r>
            <a:endParaRPr sz="1275" b="0" dirty="0">
              <a:solidFill>
                <a:srgbClr val="53657B"/>
              </a:solidFill>
              <a:latin typeface="微软雅黑" panose="020B0503020204020204" pitchFamily="34" charset="-122"/>
              <a:ea typeface="微软雅黑" panose="020B0503020204020204" pitchFamily="34" charset="-122"/>
            </a:endParaRPr>
          </a:p>
          <a:p>
            <a:pPr algn="l">
              <a:defRPr sz="1275" b="0">
                <a:solidFill>
                  <a:srgbClr val="53657B"/>
                </a:solidFill>
              </a:defRPr>
            </a:pPr>
            <a:r>
              <a:rPr sz="1275" b="0" dirty="0" err="1">
                <a:solidFill>
                  <a:srgbClr val="53657B"/>
                </a:solidFill>
                <a:latin typeface="微软雅黑" panose="020B0503020204020204" pitchFamily="34" charset="-122"/>
                <a:ea typeface="微软雅黑" panose="020B0503020204020204" pitchFamily="34" charset="-122"/>
              </a:rPr>
              <a:t>同一流程中的连续因果</a:t>
            </a:r>
            <a:endParaRPr sz="1275" b="0" dirty="0">
              <a:solidFill>
                <a:srgbClr val="53657B"/>
              </a:solidFill>
              <a:latin typeface="微软雅黑" panose="020B0503020204020204" pitchFamily="34" charset="-122"/>
              <a:ea typeface="微软雅黑" panose="020B0503020204020204" pitchFamily="34" charset="-122"/>
            </a:endParaRPr>
          </a:p>
          <a:p>
            <a:pPr algn="l">
              <a:defRPr sz="1275" b="0">
                <a:solidFill>
                  <a:srgbClr val="53657B"/>
                </a:solidFill>
              </a:defRPr>
            </a:pPr>
            <a:r>
              <a:rPr sz="1275" b="0" dirty="0" err="1">
                <a:solidFill>
                  <a:srgbClr val="53657B"/>
                </a:solidFill>
                <a:latin typeface="微软雅黑" panose="020B0503020204020204" pitchFamily="34" charset="-122"/>
                <a:ea typeface="微软雅黑" panose="020B0503020204020204" pitchFamily="34" charset="-122"/>
              </a:rPr>
              <a:t>可通过现场和数据验证</a:t>
            </a:r>
            <a:endParaRPr sz="1275" b="0" dirty="0">
              <a:solidFill>
                <a:srgbClr val="53657B"/>
              </a:solidFill>
              <a:latin typeface="微软雅黑" panose="020B0503020204020204" pitchFamily="34" charset="-122"/>
              <a:ea typeface="微软雅黑" panose="020B0503020204020204" pitchFamily="34" charset="-122"/>
            </a:endParaRPr>
          </a:p>
        </p:txBody>
      </p:sp>
      <p:sp>
        <p:nvSpPr>
          <p:cNvPr id="9" name="a2">
            <a:extLst>
              <a:ext uri="{FF2B5EF4-FFF2-40B4-BE49-F238E27FC236}">
                <a16:creationId xmlns:a16="http://schemas.microsoft.com/office/drawing/2014/main" id="{CC3E6DD5-85FC-4E23-9D64-F04524E91DB9}"/>
              </a:ext>
            </a:extLst>
          </p:cNvPr>
          <p:cNvSpPr>
            <a:spLocks noGrp="1"/>
          </p:cNvSpPr>
          <p:nvPr/>
        </p:nvSpPr>
        <p:spPr>
          <a:xfrm>
            <a:off x="723900" y="3705225"/>
            <a:ext cx="1428750" cy="304800"/>
          </a:xfrm>
          <a:prstGeom prst="rect">
            <a:avLst/>
          </a:prstGeom>
          <a:noFill/>
          <a:ln w="0">
            <a:noFill/>
            <a:prstDash val="solid"/>
          </a:ln>
        </p:spPr>
        <p:txBody>
          <a:bodyPr anchor="ctr"/>
          <a:lstStyle/>
          <a:p>
            <a:pPr algn="l">
              <a:defRPr sz="1650" b="1">
                <a:solidFill>
                  <a:srgbClr val="D94F45"/>
                </a:solidFill>
              </a:defRPr>
            </a:pPr>
            <a:r>
              <a:rPr sz="1650" b="1">
                <a:solidFill>
                  <a:srgbClr val="D94F45"/>
                </a:solidFill>
                <a:latin typeface="微软雅黑" panose="020B0503020204020204" pitchFamily="34" charset="-122"/>
                <a:ea typeface="微软雅黑" panose="020B0503020204020204" pitchFamily="34" charset="-122"/>
              </a:rPr>
              <a:t>不适用</a:t>
            </a:r>
          </a:p>
        </p:txBody>
      </p:sp>
      <p:sp>
        <p:nvSpPr>
          <p:cNvPr id="10" name="a2b">
            <a:extLst>
              <a:ext uri="{FF2B5EF4-FFF2-40B4-BE49-F238E27FC236}">
                <a16:creationId xmlns:a16="http://schemas.microsoft.com/office/drawing/2014/main" id="{9FAB6883-E76C-478F-9645-9EE82E11A799}"/>
              </a:ext>
            </a:extLst>
          </p:cNvPr>
          <p:cNvSpPr>
            <a:spLocks noGrp="1"/>
          </p:cNvSpPr>
          <p:nvPr/>
        </p:nvSpPr>
        <p:spPr>
          <a:xfrm>
            <a:off x="723900" y="4067175"/>
            <a:ext cx="2952750" cy="952500"/>
          </a:xfrm>
          <a:prstGeom prst="rect">
            <a:avLst/>
          </a:prstGeom>
          <a:noFill/>
          <a:ln w="0">
            <a:noFill/>
            <a:prstDash val="solid"/>
          </a:ln>
        </p:spPr>
        <p:txBody>
          <a:bodyPr anchor="ctr"/>
          <a:lstStyle/>
          <a:p>
            <a:pPr algn="l">
              <a:defRPr sz="1275" b="0">
                <a:solidFill>
                  <a:srgbClr val="53657B"/>
                </a:solidFill>
              </a:defRPr>
            </a:pPr>
            <a:r>
              <a:rPr sz="1275" b="0">
                <a:solidFill>
                  <a:srgbClr val="53657B"/>
                </a:solidFill>
                <a:latin typeface="微软雅黑" panose="020B0503020204020204" pitchFamily="34" charset="-122"/>
                <a:ea typeface="微软雅黑" panose="020B0503020204020204" pitchFamily="34" charset="-122"/>
              </a:rPr>
              <a:t>多因素相互作用</a:t>
            </a:r>
          </a:p>
          <a:p>
            <a:pPr algn="l">
              <a:defRPr sz="1275" b="0">
                <a:solidFill>
                  <a:srgbClr val="53657B"/>
                </a:solidFill>
              </a:defRPr>
            </a:pPr>
            <a:r>
              <a:rPr sz="1275" b="0">
                <a:solidFill>
                  <a:srgbClr val="53657B"/>
                </a:solidFill>
                <a:latin typeface="微软雅黑" panose="020B0503020204020204" pitchFamily="34" charset="-122"/>
                <a:ea typeface="微软雅黑" panose="020B0503020204020204" pitchFamily="34" charset="-122"/>
              </a:rPr>
              <a:t>跨时间的反馈与延迟</a:t>
            </a:r>
          </a:p>
          <a:p>
            <a:pPr algn="l">
              <a:defRPr sz="1275" b="0">
                <a:solidFill>
                  <a:srgbClr val="53657B"/>
                </a:solidFill>
              </a:defRPr>
            </a:pPr>
            <a:r>
              <a:rPr sz="1275" b="0">
                <a:solidFill>
                  <a:srgbClr val="53657B"/>
                </a:solidFill>
                <a:latin typeface="微软雅黑" panose="020B0503020204020204" pitchFamily="34" charset="-122"/>
                <a:ea typeface="微软雅黑" panose="020B0503020204020204" pitchFamily="34" charset="-122"/>
              </a:rPr>
              <a:t>只靠会议猜测原因</a:t>
            </a:r>
          </a:p>
        </p:txBody>
      </p:sp>
      <p:sp>
        <p:nvSpPr>
          <p:cNvPr id="11" name="w-arrow-0">
            <a:extLst>
              <a:ext uri="{FF2B5EF4-FFF2-40B4-BE49-F238E27FC236}">
                <a16:creationId xmlns:a16="http://schemas.microsoft.com/office/drawing/2014/main" id="{0B10F7F4-F03F-4055-9AE9-1935EE2F9F37}"/>
              </a:ext>
            </a:extLst>
          </p:cNvPr>
          <p:cNvSpPr>
            <a:spLocks noGrp="1"/>
          </p:cNvSpPr>
          <p:nvPr/>
        </p:nvSpPr>
        <p:spPr>
          <a:xfrm>
            <a:off x="5314950" y="2667000"/>
            <a:ext cx="381000" cy="22860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w-arrow-1">
            <a:extLst>
              <a:ext uri="{FF2B5EF4-FFF2-40B4-BE49-F238E27FC236}">
                <a16:creationId xmlns:a16="http://schemas.microsoft.com/office/drawing/2014/main" id="{680F13AC-4AAD-4EEF-B1EA-49C969D34D38}"/>
              </a:ext>
            </a:extLst>
          </p:cNvPr>
          <p:cNvSpPr>
            <a:spLocks noGrp="1"/>
          </p:cNvSpPr>
          <p:nvPr/>
        </p:nvSpPr>
        <p:spPr>
          <a:xfrm>
            <a:off x="5314950" y="3390900"/>
            <a:ext cx="381000" cy="22860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w-arrow-2">
            <a:extLst>
              <a:ext uri="{FF2B5EF4-FFF2-40B4-BE49-F238E27FC236}">
                <a16:creationId xmlns:a16="http://schemas.microsoft.com/office/drawing/2014/main" id="{62716304-35E3-432F-8FEA-0B1730B2C4B9}"/>
              </a:ext>
            </a:extLst>
          </p:cNvPr>
          <p:cNvSpPr>
            <a:spLocks noGrp="1"/>
          </p:cNvSpPr>
          <p:nvPr/>
        </p:nvSpPr>
        <p:spPr>
          <a:xfrm>
            <a:off x="5314950" y="4114800"/>
            <a:ext cx="381000" cy="22860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w-arrow-3">
            <a:extLst>
              <a:ext uri="{FF2B5EF4-FFF2-40B4-BE49-F238E27FC236}">
                <a16:creationId xmlns:a16="http://schemas.microsoft.com/office/drawing/2014/main" id="{9F8A23EF-8CF5-4D71-962B-9980D2E353B1}"/>
              </a:ext>
            </a:extLst>
          </p:cNvPr>
          <p:cNvSpPr>
            <a:spLocks noGrp="1"/>
          </p:cNvSpPr>
          <p:nvPr/>
        </p:nvSpPr>
        <p:spPr>
          <a:xfrm>
            <a:off x="5314950" y="4838700"/>
            <a:ext cx="381000" cy="22860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why-0">
            <a:extLst>
              <a:ext uri="{FF2B5EF4-FFF2-40B4-BE49-F238E27FC236}">
                <a16:creationId xmlns:a16="http://schemas.microsoft.com/office/drawing/2014/main" id="{5B267C46-0F29-41EF-8CE7-D80D49C77651}"/>
              </a:ext>
            </a:extLst>
          </p:cNvPr>
          <p:cNvSpPr>
            <a:spLocks noGrp="1"/>
          </p:cNvSpPr>
          <p:nvPr/>
        </p:nvSpPr>
        <p:spPr>
          <a:xfrm>
            <a:off x="4191000" y="2152650"/>
            <a:ext cx="2628900" cy="514350"/>
          </a:xfrm>
          <a:prstGeom prst="roundRect">
            <a:avLst>
              <a:gd name="adj" fmla="val 14815"/>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why-0-t">
            <a:extLst>
              <a:ext uri="{FF2B5EF4-FFF2-40B4-BE49-F238E27FC236}">
                <a16:creationId xmlns:a16="http://schemas.microsoft.com/office/drawing/2014/main" id="{8BF4D99F-3FB1-4E41-86E9-CF607EC6E76C}"/>
              </a:ext>
            </a:extLst>
          </p:cNvPr>
          <p:cNvSpPr>
            <a:spLocks noGrp="1"/>
          </p:cNvSpPr>
          <p:nvPr/>
        </p:nvSpPr>
        <p:spPr>
          <a:xfrm>
            <a:off x="4267200" y="2200275"/>
            <a:ext cx="2476500" cy="41910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现象</a:t>
            </a:r>
          </a:p>
        </p:txBody>
      </p:sp>
      <p:sp>
        <p:nvSpPr>
          <p:cNvPr id="17" name="why-1">
            <a:extLst>
              <a:ext uri="{FF2B5EF4-FFF2-40B4-BE49-F238E27FC236}">
                <a16:creationId xmlns:a16="http://schemas.microsoft.com/office/drawing/2014/main" id="{2D216A47-C67F-40DA-95EF-E06FA98C4E6C}"/>
              </a:ext>
            </a:extLst>
          </p:cNvPr>
          <p:cNvSpPr>
            <a:spLocks noGrp="1"/>
          </p:cNvSpPr>
          <p:nvPr/>
        </p:nvSpPr>
        <p:spPr>
          <a:xfrm>
            <a:off x="4191000" y="2876550"/>
            <a:ext cx="2628900" cy="514350"/>
          </a:xfrm>
          <a:prstGeom prst="roundRect">
            <a:avLst>
              <a:gd name="adj" fmla="val 14815"/>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why-1-t">
            <a:extLst>
              <a:ext uri="{FF2B5EF4-FFF2-40B4-BE49-F238E27FC236}">
                <a16:creationId xmlns:a16="http://schemas.microsoft.com/office/drawing/2014/main" id="{5066E24C-B5F3-438C-B5D3-324ABFDE22E6}"/>
              </a:ext>
            </a:extLst>
          </p:cNvPr>
          <p:cNvSpPr>
            <a:spLocks noGrp="1"/>
          </p:cNvSpPr>
          <p:nvPr/>
        </p:nvSpPr>
        <p:spPr>
          <a:xfrm>
            <a:off x="4267200" y="2924175"/>
            <a:ext cx="2476500" cy="41910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直接原因</a:t>
            </a:r>
          </a:p>
        </p:txBody>
      </p:sp>
      <p:sp>
        <p:nvSpPr>
          <p:cNvPr id="19" name="why-2">
            <a:extLst>
              <a:ext uri="{FF2B5EF4-FFF2-40B4-BE49-F238E27FC236}">
                <a16:creationId xmlns:a16="http://schemas.microsoft.com/office/drawing/2014/main" id="{B7949B55-66BE-4FAF-AC9C-C122F562CA25}"/>
              </a:ext>
            </a:extLst>
          </p:cNvPr>
          <p:cNvSpPr>
            <a:spLocks noGrp="1"/>
          </p:cNvSpPr>
          <p:nvPr/>
        </p:nvSpPr>
        <p:spPr>
          <a:xfrm>
            <a:off x="4191000" y="3600450"/>
            <a:ext cx="2628900" cy="514350"/>
          </a:xfrm>
          <a:prstGeom prst="roundRect">
            <a:avLst>
              <a:gd name="adj" fmla="val 14815"/>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why-2-t">
            <a:extLst>
              <a:ext uri="{FF2B5EF4-FFF2-40B4-BE49-F238E27FC236}">
                <a16:creationId xmlns:a16="http://schemas.microsoft.com/office/drawing/2014/main" id="{5832DD5D-82D0-4BB5-8619-63D8F5A59914}"/>
              </a:ext>
            </a:extLst>
          </p:cNvPr>
          <p:cNvSpPr>
            <a:spLocks noGrp="1"/>
          </p:cNvSpPr>
          <p:nvPr/>
        </p:nvSpPr>
        <p:spPr>
          <a:xfrm>
            <a:off x="4267200" y="3648075"/>
            <a:ext cx="2476500" cy="41910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过程原因</a:t>
            </a:r>
          </a:p>
        </p:txBody>
      </p:sp>
      <p:sp>
        <p:nvSpPr>
          <p:cNvPr id="21" name="why-3">
            <a:extLst>
              <a:ext uri="{FF2B5EF4-FFF2-40B4-BE49-F238E27FC236}">
                <a16:creationId xmlns:a16="http://schemas.microsoft.com/office/drawing/2014/main" id="{E0FDF57A-15D5-4B9D-ACE1-2FC29CEDE3FE}"/>
              </a:ext>
            </a:extLst>
          </p:cNvPr>
          <p:cNvSpPr>
            <a:spLocks noGrp="1"/>
          </p:cNvSpPr>
          <p:nvPr/>
        </p:nvSpPr>
        <p:spPr>
          <a:xfrm>
            <a:off x="4191000" y="4324350"/>
            <a:ext cx="2628900" cy="514350"/>
          </a:xfrm>
          <a:prstGeom prst="roundRect">
            <a:avLst>
              <a:gd name="adj" fmla="val 14815"/>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why-3-t">
            <a:extLst>
              <a:ext uri="{FF2B5EF4-FFF2-40B4-BE49-F238E27FC236}">
                <a16:creationId xmlns:a16="http://schemas.microsoft.com/office/drawing/2014/main" id="{79459631-ACE8-4759-960F-36C76F350016}"/>
              </a:ext>
            </a:extLst>
          </p:cNvPr>
          <p:cNvSpPr>
            <a:spLocks noGrp="1"/>
          </p:cNvSpPr>
          <p:nvPr/>
        </p:nvSpPr>
        <p:spPr>
          <a:xfrm>
            <a:off x="4267200" y="4371975"/>
            <a:ext cx="2476500" cy="41910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机制原因</a:t>
            </a:r>
          </a:p>
        </p:txBody>
      </p:sp>
      <p:sp>
        <p:nvSpPr>
          <p:cNvPr id="23" name="why-4">
            <a:extLst>
              <a:ext uri="{FF2B5EF4-FFF2-40B4-BE49-F238E27FC236}">
                <a16:creationId xmlns:a16="http://schemas.microsoft.com/office/drawing/2014/main" id="{9E94B005-656E-421E-844C-D850D43A7556}"/>
              </a:ext>
            </a:extLst>
          </p:cNvPr>
          <p:cNvSpPr>
            <a:spLocks noGrp="1"/>
          </p:cNvSpPr>
          <p:nvPr/>
        </p:nvSpPr>
        <p:spPr>
          <a:xfrm>
            <a:off x="4191000" y="5048250"/>
            <a:ext cx="2628900" cy="514350"/>
          </a:xfrm>
          <a:prstGeom prst="roundRect">
            <a:avLst>
              <a:gd name="adj" fmla="val 14815"/>
            </a:avLst>
          </a:prstGeom>
          <a:solidFill>
            <a:srgbClr val="EAF6D9"/>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why-4-t">
            <a:extLst>
              <a:ext uri="{FF2B5EF4-FFF2-40B4-BE49-F238E27FC236}">
                <a16:creationId xmlns:a16="http://schemas.microsoft.com/office/drawing/2014/main" id="{5FD8C7F6-9908-4E4C-BF17-D83512AE1795}"/>
              </a:ext>
            </a:extLst>
          </p:cNvPr>
          <p:cNvSpPr>
            <a:spLocks noGrp="1"/>
          </p:cNvSpPr>
          <p:nvPr/>
        </p:nvSpPr>
        <p:spPr>
          <a:xfrm>
            <a:off x="4267200" y="5095875"/>
            <a:ext cx="2476500" cy="41910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可控制根因</a:t>
            </a:r>
          </a:p>
        </p:txBody>
      </p:sp>
      <p:sp>
        <p:nvSpPr>
          <p:cNvPr id="25" name="why-rule">
            <a:extLst>
              <a:ext uri="{FF2B5EF4-FFF2-40B4-BE49-F238E27FC236}">
                <a16:creationId xmlns:a16="http://schemas.microsoft.com/office/drawing/2014/main" id="{73A1DBBC-9156-4FB2-9C6F-4A809EDCFE07}"/>
              </a:ext>
            </a:extLst>
          </p:cNvPr>
          <p:cNvSpPr>
            <a:spLocks noGrp="1"/>
          </p:cNvSpPr>
          <p:nvPr/>
        </p:nvSpPr>
        <p:spPr>
          <a:xfrm>
            <a:off x="7620000" y="2085975"/>
            <a:ext cx="3619500" cy="2952750"/>
          </a:xfrm>
          <a:prstGeom prst="roundRect">
            <a:avLst>
              <a:gd name="adj" fmla="val 3226"/>
            </a:avLst>
          </a:prstGeom>
          <a:solidFill>
            <a:srgbClr val="F7FAFD"/>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why-rule-h">
            <a:extLst>
              <a:ext uri="{FF2B5EF4-FFF2-40B4-BE49-F238E27FC236}">
                <a16:creationId xmlns:a16="http://schemas.microsoft.com/office/drawing/2014/main" id="{56D7C615-2AF7-4E50-84B0-664155C51D53}"/>
              </a:ext>
            </a:extLst>
          </p:cNvPr>
          <p:cNvSpPr>
            <a:spLocks noGrp="1"/>
          </p:cNvSpPr>
          <p:nvPr/>
        </p:nvSpPr>
        <p:spPr>
          <a:xfrm>
            <a:off x="7867650" y="2257425"/>
            <a:ext cx="3095625" cy="304800"/>
          </a:xfrm>
          <a:prstGeom prst="rect">
            <a:avLst/>
          </a:prstGeom>
          <a:noFill/>
          <a:ln w="0">
            <a:noFill/>
            <a:prstDash val="solid"/>
          </a:ln>
        </p:spPr>
        <p:txBody>
          <a:bodyPr anchor="ctr"/>
          <a:lstStyle/>
          <a:p>
            <a:pPr algn="l">
              <a:defRPr sz="1500" b="1">
                <a:solidFill>
                  <a:srgbClr val="10233F"/>
                </a:solidFill>
              </a:defRPr>
            </a:pPr>
            <a:r>
              <a:rPr sz="1500" b="1">
                <a:solidFill>
                  <a:srgbClr val="10233F"/>
                </a:solidFill>
                <a:latin typeface="微软雅黑" panose="020B0503020204020204" pitchFamily="34" charset="-122"/>
                <a:ea typeface="微软雅黑" panose="020B0503020204020204" pitchFamily="34" charset="-122"/>
              </a:rPr>
              <a:t>每次追问必须带证据</a:t>
            </a:r>
          </a:p>
        </p:txBody>
      </p:sp>
      <p:sp>
        <p:nvSpPr>
          <p:cNvPr id="27" name="why-rule-b">
            <a:extLst>
              <a:ext uri="{FF2B5EF4-FFF2-40B4-BE49-F238E27FC236}">
                <a16:creationId xmlns:a16="http://schemas.microsoft.com/office/drawing/2014/main" id="{5589EB7B-66E1-45E0-ADDB-3CEFE5714BAF}"/>
              </a:ext>
            </a:extLst>
          </p:cNvPr>
          <p:cNvSpPr>
            <a:spLocks noGrp="1"/>
          </p:cNvSpPr>
          <p:nvPr/>
        </p:nvSpPr>
        <p:spPr>
          <a:xfrm>
            <a:off x="7867650" y="2724150"/>
            <a:ext cx="3048000" cy="1619250"/>
          </a:xfrm>
          <a:prstGeom prst="rect">
            <a:avLst/>
          </a:prstGeom>
          <a:noFill/>
          <a:ln w="0">
            <a:noFill/>
            <a:prstDash val="solid"/>
          </a:ln>
        </p:spPr>
        <p:txBody>
          <a:bodyPr anchor="ctr"/>
          <a:lstStyle/>
          <a:p>
            <a:pPr algn="l">
              <a:defRPr sz="1275" b="0">
                <a:solidFill>
                  <a:srgbClr val="53657B"/>
                </a:solidFill>
              </a:defRPr>
            </a:pPr>
            <a:r>
              <a:rPr sz="1275" b="0" dirty="0" err="1">
                <a:solidFill>
                  <a:srgbClr val="53657B"/>
                </a:solidFill>
                <a:latin typeface="微软雅黑" panose="020B0503020204020204" pitchFamily="34" charset="-122"/>
                <a:ea typeface="微软雅黑" panose="020B0503020204020204" pitchFamily="34" charset="-122"/>
              </a:rPr>
              <a:t>不是问</a:t>
            </a:r>
            <a:r>
              <a:rPr sz="1275" b="0" dirty="0">
                <a:solidFill>
                  <a:srgbClr val="53657B"/>
                </a:solidFill>
                <a:latin typeface="微软雅黑" panose="020B0503020204020204" pitchFamily="34" charset="-122"/>
                <a:ea typeface="微软雅黑" panose="020B0503020204020204" pitchFamily="34" charset="-122"/>
              </a:rPr>
              <a:t>：“</a:t>
            </a:r>
            <a:r>
              <a:rPr sz="1275" b="0" dirty="0" err="1">
                <a:solidFill>
                  <a:srgbClr val="53657B"/>
                </a:solidFill>
                <a:latin typeface="微软雅黑" panose="020B0503020204020204" pitchFamily="34" charset="-122"/>
                <a:ea typeface="微软雅黑" panose="020B0503020204020204" pitchFamily="34" charset="-122"/>
              </a:rPr>
              <a:t>你觉得为什么</a:t>
            </a:r>
            <a:r>
              <a:rPr sz="1275" b="0" dirty="0">
                <a:solidFill>
                  <a:srgbClr val="53657B"/>
                </a:solidFill>
                <a:latin typeface="微软雅黑" panose="020B0503020204020204" pitchFamily="34" charset="-122"/>
                <a:ea typeface="微软雅黑" panose="020B0503020204020204" pitchFamily="34" charset="-122"/>
              </a:rPr>
              <a:t>？”</a:t>
            </a:r>
          </a:p>
          <a:p>
            <a:pPr algn="l">
              <a:defRPr sz="1275" b="0">
                <a:solidFill>
                  <a:srgbClr val="53657B"/>
                </a:solidFill>
              </a:defRPr>
            </a:pPr>
            <a:r>
              <a:rPr sz="1275" b="0" dirty="0" err="1">
                <a:solidFill>
                  <a:srgbClr val="53657B"/>
                </a:solidFill>
                <a:latin typeface="微软雅黑" panose="020B0503020204020204" pitchFamily="34" charset="-122"/>
                <a:ea typeface="微软雅黑" panose="020B0503020204020204" pitchFamily="34" charset="-122"/>
              </a:rPr>
              <a:t>而是问</a:t>
            </a:r>
            <a:r>
              <a:rPr sz="1275" b="0" dirty="0">
                <a:solidFill>
                  <a:srgbClr val="53657B"/>
                </a:solidFill>
                <a:latin typeface="微软雅黑" panose="020B0503020204020204" pitchFamily="34" charset="-122"/>
                <a:ea typeface="微软雅黑" panose="020B0503020204020204" pitchFamily="34" charset="-122"/>
              </a:rPr>
              <a:t>：“</a:t>
            </a:r>
            <a:r>
              <a:rPr sz="1275" b="0" dirty="0" err="1">
                <a:solidFill>
                  <a:srgbClr val="53657B"/>
                </a:solidFill>
                <a:latin typeface="微软雅黑" panose="020B0503020204020204" pitchFamily="34" charset="-122"/>
                <a:ea typeface="微软雅黑" panose="020B0503020204020204" pitchFamily="34" charset="-122"/>
              </a:rPr>
              <a:t>什么事实支持上一层由这一层导致</a:t>
            </a:r>
            <a:r>
              <a:rPr sz="1275" b="0" dirty="0">
                <a:solidFill>
                  <a:srgbClr val="53657B"/>
                </a:solidFill>
                <a:latin typeface="微软雅黑" panose="020B0503020204020204" pitchFamily="34" charset="-122"/>
                <a:ea typeface="微软雅黑" panose="020B0503020204020204" pitchFamily="34" charset="-122"/>
              </a:rPr>
              <a:t>？”</a:t>
            </a:r>
          </a:p>
          <a:p>
            <a:endParaRPr sz="1275" b="0" dirty="0">
              <a:solidFill>
                <a:srgbClr val="53657B"/>
              </a:solidFill>
              <a:latin typeface="微软雅黑" panose="020B0503020204020204" pitchFamily="34" charset="-122"/>
              <a:ea typeface="微软雅黑" panose="020B0503020204020204" pitchFamily="34" charset="-122"/>
            </a:endParaRPr>
          </a:p>
          <a:p>
            <a:pPr algn="l">
              <a:defRPr sz="1275" b="0">
                <a:solidFill>
                  <a:srgbClr val="53657B"/>
                </a:solidFill>
              </a:defRPr>
            </a:pPr>
            <a:r>
              <a:rPr sz="1275" b="0" dirty="0" err="1">
                <a:solidFill>
                  <a:srgbClr val="53657B"/>
                </a:solidFill>
                <a:latin typeface="微软雅黑" panose="020B0503020204020204" pitchFamily="34" charset="-122"/>
                <a:ea typeface="微软雅黑" panose="020B0503020204020204" pitchFamily="34" charset="-122"/>
              </a:rPr>
              <a:t>若出现多个可能原因</a:t>
            </a:r>
            <a:r>
              <a:rPr sz="1275" b="0" dirty="0">
                <a:solidFill>
                  <a:srgbClr val="53657B"/>
                </a:solidFill>
                <a:latin typeface="微软雅黑" panose="020B0503020204020204" pitchFamily="34" charset="-122"/>
                <a:ea typeface="微软雅黑" panose="020B0503020204020204" pitchFamily="34" charset="-122"/>
              </a:rPr>
              <a:t>：</a:t>
            </a:r>
          </a:p>
          <a:p>
            <a:pPr algn="l">
              <a:defRPr sz="1275" b="0">
                <a:solidFill>
                  <a:srgbClr val="53657B"/>
                </a:solidFill>
              </a:defRPr>
            </a:pPr>
            <a:r>
              <a:rPr sz="1275" b="0" dirty="0">
                <a:solidFill>
                  <a:srgbClr val="53657B"/>
                </a:solidFill>
                <a:latin typeface="微软雅黑" panose="020B0503020204020204" pitchFamily="34" charset="-122"/>
                <a:ea typeface="微软雅黑" panose="020B0503020204020204" pitchFamily="34" charset="-122"/>
              </a:rPr>
              <a:t>先展开原因树，再对关键分支分别做5WHY。</a:t>
            </a:r>
          </a:p>
        </p:txBody>
      </p:sp>
      <p:sp>
        <p:nvSpPr>
          <p:cNvPr id="28" name="foot-1">
            <a:extLst>
              <a:ext uri="{FF2B5EF4-FFF2-40B4-BE49-F238E27FC236}">
                <a16:creationId xmlns:a16="http://schemas.microsoft.com/office/drawing/2014/main" id="{B0CBDD0B-9365-4940-8B71-03EDCA53E03F}"/>
              </a:ext>
            </a:extLst>
          </p:cNvPr>
          <p:cNvSpPr>
            <a:spLocks noGrp="1"/>
          </p:cNvSpPr>
          <p:nvPr/>
        </p:nvSpPr>
        <p:spPr>
          <a:xfrm>
            <a:off x="709453" y="5642264"/>
            <a:ext cx="10934700" cy="590550"/>
          </a:xfrm>
          <a:prstGeom prst="roundRect">
            <a:avLst>
              <a:gd name="adj" fmla="val 12903"/>
            </a:avLst>
          </a:prstGeom>
          <a:solidFill>
            <a:srgbClr val="F1F6FB"/>
          </a:solidFill>
          <a:ln w="0">
            <a:solidFill>
              <a:srgbClr val="F1F6FB"/>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fl-1">
            <a:extLst>
              <a:ext uri="{FF2B5EF4-FFF2-40B4-BE49-F238E27FC236}">
                <a16:creationId xmlns:a16="http://schemas.microsoft.com/office/drawing/2014/main" id="{DFCCBD87-6741-421B-B047-AE2C3BE6027D}"/>
              </a:ext>
            </a:extLst>
          </p:cNvPr>
          <p:cNvSpPr>
            <a:spLocks noGrp="1"/>
          </p:cNvSpPr>
          <p:nvPr/>
        </p:nvSpPr>
        <p:spPr>
          <a:xfrm>
            <a:off x="899953" y="5794664"/>
            <a:ext cx="1619250" cy="285750"/>
          </a:xfrm>
          <a:prstGeom prst="rect">
            <a:avLst/>
          </a:prstGeom>
          <a:noFill/>
          <a:ln w="0">
            <a:noFill/>
            <a:prstDash val="solid"/>
          </a:ln>
        </p:spPr>
        <p:txBody>
          <a:bodyPr anchor="ctr"/>
          <a:lstStyle/>
          <a:p>
            <a:pPr algn="l">
              <a:defRPr sz="1200" b="1">
                <a:solidFill>
                  <a:srgbClr val="3478E5"/>
                </a:solidFill>
              </a:defRPr>
            </a:pPr>
            <a:endParaRPr sz="1200" b="1" dirty="0">
              <a:solidFill>
                <a:srgbClr val="3478E5"/>
              </a:solidFill>
              <a:latin typeface="微软雅黑" panose="020B0503020204020204" pitchFamily="34" charset="-122"/>
              <a:ea typeface="微软雅黑" panose="020B0503020204020204" pitchFamily="34" charset="-122"/>
            </a:endParaRPr>
          </a:p>
        </p:txBody>
      </p:sp>
      <p:sp>
        <p:nvSpPr>
          <p:cNvPr id="30" name="ft-1">
            <a:extLst>
              <a:ext uri="{FF2B5EF4-FFF2-40B4-BE49-F238E27FC236}">
                <a16:creationId xmlns:a16="http://schemas.microsoft.com/office/drawing/2014/main" id="{9F4CA24E-4C87-4CDE-89CF-5764A000CCAE}"/>
              </a:ext>
            </a:extLst>
          </p:cNvPr>
          <p:cNvSpPr>
            <a:spLocks noGrp="1"/>
          </p:cNvSpPr>
          <p:nvPr/>
        </p:nvSpPr>
        <p:spPr>
          <a:xfrm>
            <a:off x="2481103" y="5766089"/>
            <a:ext cx="8858250" cy="323850"/>
          </a:xfrm>
          <a:prstGeom prst="rect">
            <a:avLst/>
          </a:prstGeom>
          <a:noFill/>
          <a:ln w="0">
            <a:noFill/>
            <a:prstDash val="solid"/>
          </a:ln>
        </p:spPr>
        <p:txBody>
          <a:bodyPr anchor="ctr"/>
          <a:lstStyle/>
          <a:p>
            <a:pPr algn="ctr">
              <a:defRPr sz="1350" b="1">
                <a:solidFill>
                  <a:srgbClr val="10233F"/>
                </a:solidFill>
              </a:defRPr>
            </a:pPr>
            <a:r>
              <a:rPr sz="1350" b="1">
                <a:solidFill>
                  <a:srgbClr val="10233F"/>
                </a:solidFill>
                <a:latin typeface="微软雅黑" panose="020B0503020204020204" pitchFamily="34" charset="-122"/>
                <a:ea typeface="微软雅黑" panose="020B0503020204020204" pitchFamily="34" charset="-122"/>
              </a:rPr>
              <a:t>适合“钻深”，不擅长“铺开”；先结构化，再对关键分支追深。</a:t>
            </a:r>
          </a:p>
        </p:txBody>
      </p:sp>
      <p:sp>
        <p:nvSpPr>
          <p:cNvPr id="33" name="页脚占位符 3">
            <a:extLst>
              <a:ext uri="{FF2B5EF4-FFF2-40B4-BE49-F238E27FC236}">
                <a16:creationId xmlns:a16="http://schemas.microsoft.com/office/drawing/2014/main" id="{A69B872B-A16E-3DE3-5F8E-9A47094182F0}"/>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200"/>
              <a:t>Leo Huang</a:t>
            </a:r>
            <a:endParaRPr lang="de-DE" altLang="zh-CN" sz="1200" dirty="0"/>
          </a:p>
        </p:txBody>
      </p:sp>
      <p:sp>
        <p:nvSpPr>
          <p:cNvPr id="35" name="灯片编号占位符 4">
            <a:extLst>
              <a:ext uri="{FF2B5EF4-FFF2-40B4-BE49-F238E27FC236}">
                <a16:creationId xmlns:a16="http://schemas.microsoft.com/office/drawing/2014/main" id="{A494CE51-8DDD-3A18-6448-2A04724FB11D}"/>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200" smtClean="0"/>
              <a:pPr algn="r">
                <a:defRPr/>
              </a:pPr>
              <a:t>52</a:t>
            </a:fld>
            <a:endParaRPr lang="de-DE" altLang="zh-CN" sz="1200" dirty="0"/>
          </a:p>
        </p:txBody>
      </p:sp>
    </p:spTree>
    <p:extLst>
      <p:ext uri="{BB962C8B-B14F-4D97-AF65-F5344CB8AC3E}">
        <p14:creationId xmlns:p14="http://schemas.microsoft.com/office/powerpoint/2010/main" val="1934808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ark-2">
            <a:extLst>
              <a:ext uri="{FF2B5EF4-FFF2-40B4-BE49-F238E27FC236}">
                <a16:creationId xmlns:a16="http://schemas.microsoft.com/office/drawing/2014/main" id="{93928C4D-12F9-4FDD-A219-E2735FBCC0EA}"/>
              </a:ext>
            </a:extLst>
          </p:cNvPr>
          <p:cNvSpPr>
            <a:spLocks noGrp="1"/>
          </p:cNvSpPr>
          <p:nvPr/>
        </p:nvSpPr>
        <p:spPr>
          <a:xfrm>
            <a:off x="0" y="133350"/>
            <a:ext cx="590550" cy="400050"/>
          </a:xfrm>
          <a:prstGeom prst="chevron">
            <a:avLst/>
          </a:prstGeom>
          <a:solidFill>
            <a:srgbClr val="78C500"/>
          </a:solidFill>
          <a:ln w="0">
            <a:solidFill>
              <a:srgbClr val="78C500"/>
            </a:solidFill>
            <a:prstDash val="solid"/>
          </a:ln>
        </p:spPr>
        <p:txBody>
          <a:bodyPr/>
          <a:lstStyle/>
          <a:p>
            <a:endParaRPr lang="zh-CN" altLang="en-US"/>
          </a:p>
        </p:txBody>
      </p:sp>
      <p:sp>
        <p:nvSpPr>
          <p:cNvPr id="3" name="title-2">
            <a:extLst>
              <a:ext uri="{FF2B5EF4-FFF2-40B4-BE49-F238E27FC236}">
                <a16:creationId xmlns:a16="http://schemas.microsoft.com/office/drawing/2014/main" id="{1C0F7EFA-DB45-4EBF-834A-64893FD16665}"/>
              </a:ext>
            </a:extLst>
          </p:cNvPr>
          <p:cNvSpPr>
            <a:spLocks noGrp="1"/>
          </p:cNvSpPr>
          <p:nvPr/>
        </p:nvSpPr>
        <p:spPr>
          <a:xfrm>
            <a:off x="723900" y="542925"/>
            <a:ext cx="10763250" cy="495300"/>
          </a:xfrm>
          <a:prstGeom prst="rect">
            <a:avLst/>
          </a:prstGeom>
          <a:noFill/>
          <a:ln w="0">
            <a:noFill/>
            <a:prstDash val="solid"/>
          </a:ln>
        </p:spPr>
        <p:txBody>
          <a:bodyPr anchor="ctr"/>
          <a:lstStyle/>
          <a:p>
            <a:pPr algn="l">
              <a:defRPr sz="2625" b="1">
                <a:solidFill>
                  <a:srgbClr val="10233F"/>
                </a:solidFill>
              </a:defRPr>
            </a:pPr>
            <a:r>
              <a:rPr sz="2625">
                <a:solidFill>
                  <a:srgbClr val="10233F"/>
                </a:solidFill>
                <a:latin typeface="微软雅黑" panose="020B0503020204020204" pitchFamily="34" charset="-122"/>
                <a:ea typeface="微软雅黑" panose="020B0503020204020204" pitchFamily="34" charset="-122"/>
              </a:rPr>
              <a:t>5WHY示例：从“交付延误”追到可验证、可控制的机制</a:t>
            </a:r>
          </a:p>
        </p:txBody>
      </p:sp>
      <p:sp>
        <p:nvSpPr>
          <p:cNvPr id="5" name="sub-2">
            <a:extLst>
              <a:ext uri="{FF2B5EF4-FFF2-40B4-BE49-F238E27FC236}">
                <a16:creationId xmlns:a16="http://schemas.microsoft.com/office/drawing/2014/main" id="{9E42D016-3124-474F-9710-DAA03968F5A3}"/>
              </a:ext>
            </a:extLst>
          </p:cNvPr>
          <p:cNvSpPr>
            <a:spLocks noGrp="1"/>
          </p:cNvSpPr>
          <p:nvPr/>
        </p:nvSpPr>
        <p:spPr>
          <a:xfrm>
            <a:off x="723900" y="1228725"/>
            <a:ext cx="10572750" cy="323850"/>
          </a:xfrm>
          <a:prstGeom prst="rect">
            <a:avLst/>
          </a:prstGeom>
          <a:noFill/>
          <a:ln w="0">
            <a:noFill/>
            <a:prstDash val="solid"/>
          </a:ln>
        </p:spPr>
        <p:txBody>
          <a:bodyPr anchor="ctr"/>
          <a:lstStyle/>
          <a:p>
            <a:pPr algn="l">
              <a:defRPr sz="1350" b="0">
                <a:solidFill>
                  <a:srgbClr val="53657B"/>
                </a:solidFill>
              </a:defRPr>
            </a:pPr>
            <a:r>
              <a:rPr sz="1350">
                <a:solidFill>
                  <a:srgbClr val="53657B"/>
                </a:solidFill>
                <a:latin typeface="微软雅黑" panose="020B0503020204020204" pitchFamily="34" charset="-122"/>
                <a:ea typeface="微软雅黑" panose="020B0503020204020204" pitchFamily="34" charset="-122"/>
              </a:rPr>
              <a:t>停止条件不是问满五次，而是找到团队可作用且证据能够支持的原因。</a:t>
            </a:r>
          </a:p>
        </p:txBody>
      </p:sp>
      <p:sp>
        <p:nvSpPr>
          <p:cNvPr id="7" name="e-arr-0">
            <a:extLst>
              <a:ext uri="{FF2B5EF4-FFF2-40B4-BE49-F238E27FC236}">
                <a16:creationId xmlns:a16="http://schemas.microsoft.com/office/drawing/2014/main" id="{4E857C7A-2E3E-4548-9221-B2B4AD1357EB}"/>
              </a:ext>
            </a:extLst>
          </p:cNvPr>
          <p:cNvSpPr>
            <a:spLocks noGrp="1"/>
          </p:cNvSpPr>
          <p:nvPr/>
        </p:nvSpPr>
        <p:spPr>
          <a:xfrm>
            <a:off x="3324225" y="2524125"/>
            <a:ext cx="304800" cy="17145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e-tag-0">
            <a:extLst>
              <a:ext uri="{FF2B5EF4-FFF2-40B4-BE49-F238E27FC236}">
                <a16:creationId xmlns:a16="http://schemas.microsoft.com/office/drawing/2014/main" id="{BD43540C-9D61-418D-9843-8ABC4AE715AD}"/>
              </a:ext>
            </a:extLst>
          </p:cNvPr>
          <p:cNvSpPr>
            <a:spLocks noGrp="1"/>
          </p:cNvSpPr>
          <p:nvPr/>
        </p:nvSpPr>
        <p:spPr>
          <a:xfrm>
            <a:off x="723900" y="2009775"/>
            <a:ext cx="1104900" cy="457200"/>
          </a:xfrm>
          <a:prstGeom prst="rect">
            <a:avLst/>
          </a:prstGeom>
          <a:noFill/>
          <a:ln w="0">
            <a:noFill/>
            <a:prstDash val="solid"/>
          </a:ln>
        </p:spPr>
        <p:txBody>
          <a:bodyPr anchor="ctr"/>
          <a:lstStyle/>
          <a:p>
            <a:pPr algn="ctr">
              <a:defRPr sz="1200" b="1">
                <a:solidFill>
                  <a:srgbClr val="3478E5"/>
                </a:solidFill>
              </a:defRPr>
            </a:pPr>
            <a:r>
              <a:rPr sz="1200">
                <a:solidFill>
                  <a:srgbClr val="3478E5"/>
                </a:solidFill>
                <a:latin typeface="微软雅黑" panose="020B0503020204020204" pitchFamily="34" charset="-122"/>
                <a:ea typeface="微软雅黑" panose="020B0503020204020204" pitchFamily="34" charset="-122"/>
              </a:rPr>
              <a:t>现象</a:t>
            </a:r>
          </a:p>
        </p:txBody>
      </p:sp>
      <p:sp>
        <p:nvSpPr>
          <p:cNvPr id="9" name="e-node-0">
            <a:extLst>
              <a:ext uri="{FF2B5EF4-FFF2-40B4-BE49-F238E27FC236}">
                <a16:creationId xmlns:a16="http://schemas.microsoft.com/office/drawing/2014/main" id="{4355FE17-FC43-49AF-AF18-CBB7F3D229CC}"/>
              </a:ext>
            </a:extLst>
          </p:cNvPr>
          <p:cNvSpPr>
            <a:spLocks noGrp="1"/>
          </p:cNvSpPr>
          <p:nvPr/>
        </p:nvSpPr>
        <p:spPr>
          <a:xfrm>
            <a:off x="1924050" y="2009775"/>
            <a:ext cx="3429000" cy="457200"/>
          </a:xfrm>
          <a:prstGeom prst="roundRect">
            <a:avLst>
              <a:gd name="adj" fmla="val 16667"/>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e-node-0-t">
            <a:extLst>
              <a:ext uri="{FF2B5EF4-FFF2-40B4-BE49-F238E27FC236}">
                <a16:creationId xmlns:a16="http://schemas.microsoft.com/office/drawing/2014/main" id="{CF153DD5-105A-43FC-8391-81E22BB4781B}"/>
              </a:ext>
            </a:extLst>
          </p:cNvPr>
          <p:cNvSpPr>
            <a:spLocks noGrp="1"/>
          </p:cNvSpPr>
          <p:nvPr/>
        </p:nvSpPr>
        <p:spPr>
          <a:xfrm>
            <a:off x="2000250" y="2057400"/>
            <a:ext cx="3276600" cy="361950"/>
          </a:xfrm>
          <a:prstGeom prst="rect">
            <a:avLst/>
          </a:prstGeom>
          <a:noFill/>
          <a:ln w="0">
            <a:noFill/>
            <a:prstDash val="solid"/>
          </a:ln>
        </p:spPr>
        <p:txBody>
          <a:bodyPr anchor="ctr"/>
          <a:lstStyle/>
          <a:p>
            <a:pPr algn="ctr">
              <a:defRPr sz="1275" b="1">
                <a:solidFill>
                  <a:srgbClr val="10233F"/>
                </a:solidFill>
              </a:defRPr>
            </a:pPr>
            <a:r>
              <a:rPr sz="1275">
                <a:solidFill>
                  <a:srgbClr val="10233F"/>
                </a:solidFill>
                <a:latin typeface="微软雅黑" panose="020B0503020204020204" pitchFamily="34" charset="-122"/>
                <a:ea typeface="微软雅黑" panose="020B0503020204020204" pitchFamily="34" charset="-122"/>
              </a:rPr>
              <a:t>订单比承诺日期晚2天</a:t>
            </a:r>
          </a:p>
        </p:txBody>
      </p:sp>
      <p:sp>
        <p:nvSpPr>
          <p:cNvPr id="11" name="e-proof-0">
            <a:extLst>
              <a:ext uri="{FF2B5EF4-FFF2-40B4-BE49-F238E27FC236}">
                <a16:creationId xmlns:a16="http://schemas.microsoft.com/office/drawing/2014/main" id="{E816F996-6B0C-458C-BAED-FB5C84EF7FBA}"/>
              </a:ext>
            </a:extLst>
          </p:cNvPr>
          <p:cNvSpPr>
            <a:spLocks noGrp="1"/>
          </p:cNvSpPr>
          <p:nvPr/>
        </p:nvSpPr>
        <p:spPr>
          <a:xfrm>
            <a:off x="5619750" y="2009775"/>
            <a:ext cx="2286000" cy="457200"/>
          </a:xfrm>
          <a:prstGeom prst="roundRect">
            <a:avLst>
              <a:gd name="adj" fmla="val 16667"/>
            </a:avLst>
          </a:prstGeom>
          <a:solidFill>
            <a:srgbClr val="FFFFFF"/>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e-proof-t-0">
            <a:extLst>
              <a:ext uri="{FF2B5EF4-FFF2-40B4-BE49-F238E27FC236}">
                <a16:creationId xmlns:a16="http://schemas.microsoft.com/office/drawing/2014/main" id="{37F634EE-4326-429B-9667-C802A122E76F}"/>
              </a:ext>
            </a:extLst>
          </p:cNvPr>
          <p:cNvSpPr>
            <a:spLocks noGrp="1"/>
          </p:cNvSpPr>
          <p:nvPr/>
        </p:nvSpPr>
        <p:spPr>
          <a:xfrm>
            <a:off x="5753100" y="2076450"/>
            <a:ext cx="2019300" cy="323850"/>
          </a:xfrm>
          <a:prstGeom prst="rect">
            <a:avLst/>
          </a:prstGeom>
          <a:noFill/>
          <a:ln w="0">
            <a:noFill/>
            <a:prstDash val="solid"/>
          </a:ln>
        </p:spPr>
        <p:txBody>
          <a:bodyPr anchor="ctr"/>
          <a:lstStyle/>
          <a:p>
            <a:pPr algn="ctr">
              <a:defRPr sz="1125" b="0">
                <a:solidFill>
                  <a:srgbClr val="53657B"/>
                </a:solidFill>
              </a:defRPr>
            </a:pPr>
            <a:r>
              <a:rPr sz="1125">
                <a:solidFill>
                  <a:srgbClr val="53657B"/>
                </a:solidFill>
                <a:latin typeface="微软雅黑" panose="020B0503020204020204" pitchFamily="34" charset="-122"/>
                <a:ea typeface="微软雅黑" panose="020B0503020204020204" pitchFamily="34" charset="-122"/>
              </a:rPr>
              <a:t>交付记录</a:t>
            </a:r>
          </a:p>
        </p:txBody>
      </p:sp>
      <p:sp>
        <p:nvSpPr>
          <p:cNvPr id="13" name="e-arr-1">
            <a:extLst>
              <a:ext uri="{FF2B5EF4-FFF2-40B4-BE49-F238E27FC236}">
                <a16:creationId xmlns:a16="http://schemas.microsoft.com/office/drawing/2014/main" id="{1AEF800D-16F5-4C79-81A3-BA89BA5C54FA}"/>
              </a:ext>
            </a:extLst>
          </p:cNvPr>
          <p:cNvSpPr>
            <a:spLocks noGrp="1"/>
          </p:cNvSpPr>
          <p:nvPr/>
        </p:nvSpPr>
        <p:spPr>
          <a:xfrm>
            <a:off x="3324225" y="3219450"/>
            <a:ext cx="304800" cy="17145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e-tag-1">
            <a:extLst>
              <a:ext uri="{FF2B5EF4-FFF2-40B4-BE49-F238E27FC236}">
                <a16:creationId xmlns:a16="http://schemas.microsoft.com/office/drawing/2014/main" id="{079C7FD1-E7C8-4A0C-81F1-83F5F452BFF1}"/>
              </a:ext>
            </a:extLst>
          </p:cNvPr>
          <p:cNvSpPr>
            <a:spLocks noGrp="1"/>
          </p:cNvSpPr>
          <p:nvPr/>
        </p:nvSpPr>
        <p:spPr>
          <a:xfrm>
            <a:off x="723900" y="2705100"/>
            <a:ext cx="1104900" cy="457200"/>
          </a:xfrm>
          <a:prstGeom prst="rect">
            <a:avLst/>
          </a:prstGeom>
          <a:noFill/>
          <a:ln w="0">
            <a:noFill/>
            <a:prstDash val="solid"/>
          </a:ln>
        </p:spPr>
        <p:txBody>
          <a:bodyPr anchor="ctr"/>
          <a:lstStyle/>
          <a:p>
            <a:pPr algn="ctr">
              <a:defRPr sz="1200" b="1">
                <a:solidFill>
                  <a:srgbClr val="3478E5"/>
                </a:solidFill>
              </a:defRPr>
            </a:pPr>
            <a:r>
              <a:rPr sz="1200">
                <a:solidFill>
                  <a:srgbClr val="3478E5"/>
                </a:solidFill>
                <a:latin typeface="微软雅黑" panose="020B0503020204020204" pitchFamily="34" charset="-122"/>
                <a:ea typeface="微软雅黑" panose="020B0503020204020204" pitchFamily="34" charset="-122"/>
              </a:rPr>
              <a:t>为什么1</a:t>
            </a:r>
          </a:p>
        </p:txBody>
      </p:sp>
      <p:sp>
        <p:nvSpPr>
          <p:cNvPr id="15" name="e-node-1">
            <a:extLst>
              <a:ext uri="{FF2B5EF4-FFF2-40B4-BE49-F238E27FC236}">
                <a16:creationId xmlns:a16="http://schemas.microsoft.com/office/drawing/2014/main" id="{D558D936-530A-4D11-8A0C-96225DF1E877}"/>
              </a:ext>
            </a:extLst>
          </p:cNvPr>
          <p:cNvSpPr>
            <a:spLocks noGrp="1"/>
          </p:cNvSpPr>
          <p:nvPr/>
        </p:nvSpPr>
        <p:spPr>
          <a:xfrm>
            <a:off x="1924050" y="2705100"/>
            <a:ext cx="3429000" cy="457200"/>
          </a:xfrm>
          <a:prstGeom prst="roundRect">
            <a:avLst>
              <a:gd name="adj" fmla="val 16667"/>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e-node-1-t">
            <a:extLst>
              <a:ext uri="{FF2B5EF4-FFF2-40B4-BE49-F238E27FC236}">
                <a16:creationId xmlns:a16="http://schemas.microsoft.com/office/drawing/2014/main" id="{FA3EF9FC-26D9-479F-81DF-05D92A499F6E}"/>
              </a:ext>
            </a:extLst>
          </p:cNvPr>
          <p:cNvSpPr>
            <a:spLocks noGrp="1"/>
          </p:cNvSpPr>
          <p:nvPr/>
        </p:nvSpPr>
        <p:spPr>
          <a:xfrm>
            <a:off x="2000250" y="2752725"/>
            <a:ext cx="3276600" cy="361950"/>
          </a:xfrm>
          <a:prstGeom prst="rect">
            <a:avLst/>
          </a:prstGeom>
          <a:noFill/>
          <a:ln w="0">
            <a:noFill/>
            <a:prstDash val="solid"/>
          </a:ln>
        </p:spPr>
        <p:txBody>
          <a:bodyPr anchor="ctr"/>
          <a:lstStyle/>
          <a:p>
            <a:pPr algn="ctr">
              <a:defRPr sz="1275" b="1">
                <a:solidFill>
                  <a:srgbClr val="10233F"/>
                </a:solidFill>
              </a:defRPr>
            </a:pPr>
            <a:r>
              <a:rPr sz="1275">
                <a:solidFill>
                  <a:srgbClr val="10233F"/>
                </a:solidFill>
                <a:latin typeface="微软雅黑" panose="020B0503020204020204" pitchFamily="34" charset="-122"/>
                <a:ea typeface="微软雅黑" panose="020B0503020204020204" pitchFamily="34" charset="-122"/>
              </a:rPr>
              <a:t>成品未按计划入库</a:t>
            </a:r>
          </a:p>
        </p:txBody>
      </p:sp>
      <p:sp>
        <p:nvSpPr>
          <p:cNvPr id="17" name="e-proof-1">
            <a:extLst>
              <a:ext uri="{FF2B5EF4-FFF2-40B4-BE49-F238E27FC236}">
                <a16:creationId xmlns:a16="http://schemas.microsoft.com/office/drawing/2014/main" id="{E6136170-D546-4BA9-B041-B0B60A232E21}"/>
              </a:ext>
            </a:extLst>
          </p:cNvPr>
          <p:cNvSpPr>
            <a:spLocks noGrp="1"/>
          </p:cNvSpPr>
          <p:nvPr/>
        </p:nvSpPr>
        <p:spPr>
          <a:xfrm>
            <a:off x="5619750" y="2705100"/>
            <a:ext cx="2286000" cy="457200"/>
          </a:xfrm>
          <a:prstGeom prst="roundRect">
            <a:avLst>
              <a:gd name="adj" fmla="val 16667"/>
            </a:avLst>
          </a:prstGeom>
          <a:solidFill>
            <a:srgbClr val="FFFFFF"/>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e-proof-t-1">
            <a:extLst>
              <a:ext uri="{FF2B5EF4-FFF2-40B4-BE49-F238E27FC236}">
                <a16:creationId xmlns:a16="http://schemas.microsoft.com/office/drawing/2014/main" id="{354EB710-5910-443E-9865-4A8194B61443}"/>
              </a:ext>
            </a:extLst>
          </p:cNvPr>
          <p:cNvSpPr>
            <a:spLocks noGrp="1"/>
          </p:cNvSpPr>
          <p:nvPr/>
        </p:nvSpPr>
        <p:spPr>
          <a:xfrm>
            <a:off x="5753100" y="2771775"/>
            <a:ext cx="2019300" cy="323850"/>
          </a:xfrm>
          <a:prstGeom prst="rect">
            <a:avLst/>
          </a:prstGeom>
          <a:noFill/>
          <a:ln w="0">
            <a:noFill/>
            <a:prstDash val="solid"/>
          </a:ln>
        </p:spPr>
        <p:txBody>
          <a:bodyPr anchor="ctr"/>
          <a:lstStyle/>
          <a:p>
            <a:pPr algn="ctr">
              <a:defRPr sz="1125" b="0">
                <a:solidFill>
                  <a:srgbClr val="53657B"/>
                </a:solidFill>
              </a:defRPr>
            </a:pPr>
            <a:r>
              <a:rPr sz="1125">
                <a:solidFill>
                  <a:srgbClr val="53657B"/>
                </a:solidFill>
                <a:latin typeface="微软雅黑" panose="020B0503020204020204" pitchFamily="34" charset="-122"/>
                <a:ea typeface="微软雅黑" panose="020B0503020204020204" pitchFamily="34" charset="-122"/>
              </a:rPr>
              <a:t>入库时间戳</a:t>
            </a:r>
          </a:p>
        </p:txBody>
      </p:sp>
      <p:sp>
        <p:nvSpPr>
          <p:cNvPr id="19" name="e-arr-2">
            <a:extLst>
              <a:ext uri="{FF2B5EF4-FFF2-40B4-BE49-F238E27FC236}">
                <a16:creationId xmlns:a16="http://schemas.microsoft.com/office/drawing/2014/main" id="{F0AA391D-0E9B-4E35-9EDB-E608D4C0CA54}"/>
              </a:ext>
            </a:extLst>
          </p:cNvPr>
          <p:cNvSpPr>
            <a:spLocks noGrp="1"/>
          </p:cNvSpPr>
          <p:nvPr/>
        </p:nvSpPr>
        <p:spPr>
          <a:xfrm>
            <a:off x="3324225" y="3914775"/>
            <a:ext cx="304800" cy="17145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e-tag-2">
            <a:extLst>
              <a:ext uri="{FF2B5EF4-FFF2-40B4-BE49-F238E27FC236}">
                <a16:creationId xmlns:a16="http://schemas.microsoft.com/office/drawing/2014/main" id="{E7DC6E86-FED8-4ED5-A13A-3D36C502EE7B}"/>
              </a:ext>
            </a:extLst>
          </p:cNvPr>
          <p:cNvSpPr>
            <a:spLocks noGrp="1"/>
          </p:cNvSpPr>
          <p:nvPr/>
        </p:nvSpPr>
        <p:spPr>
          <a:xfrm>
            <a:off x="723900" y="3400425"/>
            <a:ext cx="1104900" cy="457200"/>
          </a:xfrm>
          <a:prstGeom prst="rect">
            <a:avLst/>
          </a:prstGeom>
          <a:noFill/>
          <a:ln w="0">
            <a:noFill/>
            <a:prstDash val="solid"/>
          </a:ln>
        </p:spPr>
        <p:txBody>
          <a:bodyPr anchor="ctr"/>
          <a:lstStyle/>
          <a:p>
            <a:pPr algn="ctr">
              <a:defRPr sz="1200" b="1">
                <a:solidFill>
                  <a:srgbClr val="3478E5"/>
                </a:solidFill>
              </a:defRPr>
            </a:pPr>
            <a:r>
              <a:rPr sz="1200">
                <a:solidFill>
                  <a:srgbClr val="3478E5"/>
                </a:solidFill>
                <a:latin typeface="微软雅黑" panose="020B0503020204020204" pitchFamily="34" charset="-122"/>
                <a:ea typeface="微软雅黑" panose="020B0503020204020204" pitchFamily="34" charset="-122"/>
              </a:rPr>
              <a:t>为什么2</a:t>
            </a:r>
          </a:p>
        </p:txBody>
      </p:sp>
      <p:sp>
        <p:nvSpPr>
          <p:cNvPr id="21" name="e-node-2">
            <a:extLst>
              <a:ext uri="{FF2B5EF4-FFF2-40B4-BE49-F238E27FC236}">
                <a16:creationId xmlns:a16="http://schemas.microsoft.com/office/drawing/2014/main" id="{6FEB880D-9F12-4F1F-813F-5D348D41BCA0}"/>
              </a:ext>
            </a:extLst>
          </p:cNvPr>
          <p:cNvSpPr>
            <a:spLocks noGrp="1"/>
          </p:cNvSpPr>
          <p:nvPr/>
        </p:nvSpPr>
        <p:spPr>
          <a:xfrm>
            <a:off x="1924050" y="3400425"/>
            <a:ext cx="3429000" cy="457200"/>
          </a:xfrm>
          <a:prstGeom prst="roundRect">
            <a:avLst>
              <a:gd name="adj" fmla="val 16667"/>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e-node-2-t">
            <a:extLst>
              <a:ext uri="{FF2B5EF4-FFF2-40B4-BE49-F238E27FC236}">
                <a16:creationId xmlns:a16="http://schemas.microsoft.com/office/drawing/2014/main" id="{400175D8-C624-4739-BE91-A92FB76320E7}"/>
              </a:ext>
            </a:extLst>
          </p:cNvPr>
          <p:cNvSpPr>
            <a:spLocks noGrp="1"/>
          </p:cNvSpPr>
          <p:nvPr/>
        </p:nvSpPr>
        <p:spPr>
          <a:xfrm>
            <a:off x="2000250" y="3448050"/>
            <a:ext cx="3276600" cy="361950"/>
          </a:xfrm>
          <a:prstGeom prst="rect">
            <a:avLst/>
          </a:prstGeom>
          <a:noFill/>
          <a:ln w="0">
            <a:noFill/>
            <a:prstDash val="solid"/>
          </a:ln>
        </p:spPr>
        <p:txBody>
          <a:bodyPr anchor="ctr"/>
          <a:lstStyle/>
          <a:p>
            <a:pPr algn="ctr">
              <a:defRPr sz="1275" b="1">
                <a:solidFill>
                  <a:srgbClr val="10233F"/>
                </a:solidFill>
              </a:defRPr>
            </a:pPr>
            <a:r>
              <a:rPr sz="1275">
                <a:solidFill>
                  <a:srgbClr val="10233F"/>
                </a:solidFill>
                <a:latin typeface="微软雅黑" panose="020B0503020204020204" pitchFamily="34" charset="-122"/>
                <a:ea typeface="微软雅黑" panose="020B0503020204020204" pitchFamily="34" charset="-122"/>
              </a:rPr>
              <a:t>关键工序排队时间超标</a:t>
            </a:r>
          </a:p>
        </p:txBody>
      </p:sp>
      <p:sp>
        <p:nvSpPr>
          <p:cNvPr id="23" name="e-proof-2">
            <a:extLst>
              <a:ext uri="{FF2B5EF4-FFF2-40B4-BE49-F238E27FC236}">
                <a16:creationId xmlns:a16="http://schemas.microsoft.com/office/drawing/2014/main" id="{B8774C68-73CB-41EE-BF40-AA1255413381}"/>
              </a:ext>
            </a:extLst>
          </p:cNvPr>
          <p:cNvSpPr>
            <a:spLocks noGrp="1"/>
          </p:cNvSpPr>
          <p:nvPr/>
        </p:nvSpPr>
        <p:spPr>
          <a:xfrm>
            <a:off x="5619750" y="3400425"/>
            <a:ext cx="2286000" cy="457200"/>
          </a:xfrm>
          <a:prstGeom prst="roundRect">
            <a:avLst>
              <a:gd name="adj" fmla="val 16667"/>
            </a:avLst>
          </a:prstGeom>
          <a:solidFill>
            <a:srgbClr val="FFFFFF"/>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e-proof-t-2">
            <a:extLst>
              <a:ext uri="{FF2B5EF4-FFF2-40B4-BE49-F238E27FC236}">
                <a16:creationId xmlns:a16="http://schemas.microsoft.com/office/drawing/2014/main" id="{45D0DA26-AB51-4426-BB7D-952ED2B191CB}"/>
              </a:ext>
            </a:extLst>
          </p:cNvPr>
          <p:cNvSpPr>
            <a:spLocks noGrp="1"/>
          </p:cNvSpPr>
          <p:nvPr/>
        </p:nvSpPr>
        <p:spPr>
          <a:xfrm>
            <a:off x="5753100" y="3467100"/>
            <a:ext cx="2019300" cy="323850"/>
          </a:xfrm>
          <a:prstGeom prst="rect">
            <a:avLst/>
          </a:prstGeom>
          <a:noFill/>
          <a:ln w="0">
            <a:noFill/>
            <a:prstDash val="solid"/>
          </a:ln>
        </p:spPr>
        <p:txBody>
          <a:bodyPr anchor="ctr"/>
          <a:lstStyle/>
          <a:p>
            <a:pPr algn="ctr">
              <a:defRPr sz="1125" b="0">
                <a:solidFill>
                  <a:srgbClr val="53657B"/>
                </a:solidFill>
              </a:defRPr>
            </a:pPr>
            <a:r>
              <a:rPr sz="1125">
                <a:solidFill>
                  <a:srgbClr val="53657B"/>
                </a:solidFill>
                <a:latin typeface="微软雅黑" panose="020B0503020204020204" pitchFamily="34" charset="-122"/>
                <a:ea typeface="微软雅黑" panose="020B0503020204020204" pitchFamily="34" charset="-122"/>
              </a:rPr>
              <a:t>工序等待数据</a:t>
            </a:r>
          </a:p>
        </p:txBody>
      </p:sp>
      <p:sp>
        <p:nvSpPr>
          <p:cNvPr id="25" name="e-arr-3">
            <a:extLst>
              <a:ext uri="{FF2B5EF4-FFF2-40B4-BE49-F238E27FC236}">
                <a16:creationId xmlns:a16="http://schemas.microsoft.com/office/drawing/2014/main" id="{5D34D7C5-5708-44EC-B8AF-E53237AD1C8F}"/>
              </a:ext>
            </a:extLst>
          </p:cNvPr>
          <p:cNvSpPr>
            <a:spLocks noGrp="1"/>
          </p:cNvSpPr>
          <p:nvPr/>
        </p:nvSpPr>
        <p:spPr>
          <a:xfrm>
            <a:off x="3324225" y="4610100"/>
            <a:ext cx="304800" cy="171450"/>
          </a:xfrm>
          <a:prstGeom prst="downArrow">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e-tag-3">
            <a:extLst>
              <a:ext uri="{FF2B5EF4-FFF2-40B4-BE49-F238E27FC236}">
                <a16:creationId xmlns:a16="http://schemas.microsoft.com/office/drawing/2014/main" id="{108BD385-013D-408C-9CF6-2FD632772DD1}"/>
              </a:ext>
            </a:extLst>
          </p:cNvPr>
          <p:cNvSpPr>
            <a:spLocks noGrp="1"/>
          </p:cNvSpPr>
          <p:nvPr/>
        </p:nvSpPr>
        <p:spPr>
          <a:xfrm>
            <a:off x="723900" y="4095750"/>
            <a:ext cx="1104900" cy="457200"/>
          </a:xfrm>
          <a:prstGeom prst="rect">
            <a:avLst/>
          </a:prstGeom>
          <a:noFill/>
          <a:ln w="0">
            <a:noFill/>
            <a:prstDash val="solid"/>
          </a:ln>
        </p:spPr>
        <p:txBody>
          <a:bodyPr anchor="ctr"/>
          <a:lstStyle/>
          <a:p>
            <a:pPr algn="ctr">
              <a:defRPr sz="1200" b="1">
                <a:solidFill>
                  <a:srgbClr val="3478E5"/>
                </a:solidFill>
              </a:defRPr>
            </a:pPr>
            <a:r>
              <a:rPr sz="1200">
                <a:solidFill>
                  <a:srgbClr val="3478E5"/>
                </a:solidFill>
                <a:latin typeface="微软雅黑" panose="020B0503020204020204" pitchFamily="34" charset="-122"/>
                <a:ea typeface="微软雅黑" panose="020B0503020204020204" pitchFamily="34" charset="-122"/>
              </a:rPr>
              <a:t>为什么3</a:t>
            </a:r>
          </a:p>
        </p:txBody>
      </p:sp>
      <p:sp>
        <p:nvSpPr>
          <p:cNvPr id="27" name="e-node-3">
            <a:extLst>
              <a:ext uri="{FF2B5EF4-FFF2-40B4-BE49-F238E27FC236}">
                <a16:creationId xmlns:a16="http://schemas.microsoft.com/office/drawing/2014/main" id="{84337AAC-FFFA-4BBC-B848-7F3B1569F042}"/>
              </a:ext>
            </a:extLst>
          </p:cNvPr>
          <p:cNvSpPr>
            <a:spLocks noGrp="1"/>
          </p:cNvSpPr>
          <p:nvPr/>
        </p:nvSpPr>
        <p:spPr>
          <a:xfrm>
            <a:off x="1924050" y="4095750"/>
            <a:ext cx="3429000" cy="457200"/>
          </a:xfrm>
          <a:prstGeom prst="roundRect">
            <a:avLst>
              <a:gd name="adj" fmla="val 16667"/>
            </a:avLst>
          </a:prstGeom>
          <a:solidFill>
            <a:srgbClr val="EAF3FF"/>
          </a:solidFill>
          <a:ln w="1143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e-node-3-t">
            <a:extLst>
              <a:ext uri="{FF2B5EF4-FFF2-40B4-BE49-F238E27FC236}">
                <a16:creationId xmlns:a16="http://schemas.microsoft.com/office/drawing/2014/main" id="{B2B37F1F-E6AD-4F40-AB02-5F9A91154BAB}"/>
              </a:ext>
            </a:extLst>
          </p:cNvPr>
          <p:cNvSpPr>
            <a:spLocks noGrp="1"/>
          </p:cNvSpPr>
          <p:nvPr/>
        </p:nvSpPr>
        <p:spPr>
          <a:xfrm>
            <a:off x="2000250" y="4143375"/>
            <a:ext cx="3276600" cy="361950"/>
          </a:xfrm>
          <a:prstGeom prst="rect">
            <a:avLst/>
          </a:prstGeom>
          <a:noFill/>
          <a:ln w="0">
            <a:noFill/>
            <a:prstDash val="solid"/>
          </a:ln>
        </p:spPr>
        <p:txBody>
          <a:bodyPr anchor="ctr"/>
          <a:lstStyle/>
          <a:p>
            <a:pPr algn="ctr">
              <a:defRPr sz="1275" b="1">
                <a:solidFill>
                  <a:srgbClr val="10233F"/>
                </a:solidFill>
              </a:defRPr>
            </a:pPr>
            <a:r>
              <a:rPr sz="1275">
                <a:solidFill>
                  <a:srgbClr val="10233F"/>
                </a:solidFill>
                <a:latin typeface="微软雅黑" panose="020B0503020204020204" pitchFamily="34" charset="-122"/>
                <a:ea typeface="微软雅黑" panose="020B0503020204020204" pitchFamily="34" charset="-122"/>
              </a:rPr>
              <a:t>插单后原排程未及时重算</a:t>
            </a:r>
          </a:p>
        </p:txBody>
      </p:sp>
      <p:sp>
        <p:nvSpPr>
          <p:cNvPr id="29" name="e-proof-3">
            <a:extLst>
              <a:ext uri="{FF2B5EF4-FFF2-40B4-BE49-F238E27FC236}">
                <a16:creationId xmlns:a16="http://schemas.microsoft.com/office/drawing/2014/main" id="{02776E07-B797-420B-B3FC-8878A03EB5B0}"/>
              </a:ext>
            </a:extLst>
          </p:cNvPr>
          <p:cNvSpPr>
            <a:spLocks noGrp="1"/>
          </p:cNvSpPr>
          <p:nvPr/>
        </p:nvSpPr>
        <p:spPr>
          <a:xfrm>
            <a:off x="5619750" y="4095750"/>
            <a:ext cx="2286000" cy="457200"/>
          </a:xfrm>
          <a:prstGeom prst="roundRect">
            <a:avLst>
              <a:gd name="adj" fmla="val 16667"/>
            </a:avLst>
          </a:prstGeom>
          <a:solidFill>
            <a:srgbClr val="FFFFFF"/>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e-proof-t-3">
            <a:extLst>
              <a:ext uri="{FF2B5EF4-FFF2-40B4-BE49-F238E27FC236}">
                <a16:creationId xmlns:a16="http://schemas.microsoft.com/office/drawing/2014/main" id="{A8E88FE5-0F16-4F61-8332-8043A5014A71}"/>
              </a:ext>
            </a:extLst>
          </p:cNvPr>
          <p:cNvSpPr>
            <a:spLocks noGrp="1"/>
          </p:cNvSpPr>
          <p:nvPr/>
        </p:nvSpPr>
        <p:spPr>
          <a:xfrm>
            <a:off x="5753100" y="4162425"/>
            <a:ext cx="2019300" cy="323850"/>
          </a:xfrm>
          <a:prstGeom prst="rect">
            <a:avLst/>
          </a:prstGeom>
          <a:noFill/>
          <a:ln w="0">
            <a:noFill/>
            <a:prstDash val="solid"/>
          </a:ln>
        </p:spPr>
        <p:txBody>
          <a:bodyPr anchor="ctr"/>
          <a:lstStyle/>
          <a:p>
            <a:pPr algn="ctr">
              <a:defRPr sz="1125" b="0">
                <a:solidFill>
                  <a:srgbClr val="53657B"/>
                </a:solidFill>
              </a:defRPr>
            </a:pPr>
            <a:r>
              <a:rPr sz="1125">
                <a:solidFill>
                  <a:srgbClr val="53657B"/>
                </a:solidFill>
                <a:latin typeface="微软雅黑" panose="020B0503020204020204" pitchFamily="34" charset="-122"/>
                <a:ea typeface="微软雅黑" panose="020B0503020204020204" pitchFamily="34" charset="-122"/>
              </a:rPr>
              <a:t>排程变更记录</a:t>
            </a:r>
          </a:p>
        </p:txBody>
      </p:sp>
      <p:sp>
        <p:nvSpPr>
          <p:cNvPr id="31" name="e-tag-4">
            <a:extLst>
              <a:ext uri="{FF2B5EF4-FFF2-40B4-BE49-F238E27FC236}">
                <a16:creationId xmlns:a16="http://schemas.microsoft.com/office/drawing/2014/main" id="{B18E86B6-D536-4567-BADB-D61577F30287}"/>
              </a:ext>
            </a:extLst>
          </p:cNvPr>
          <p:cNvSpPr>
            <a:spLocks noGrp="1"/>
          </p:cNvSpPr>
          <p:nvPr/>
        </p:nvSpPr>
        <p:spPr>
          <a:xfrm>
            <a:off x="723900" y="4791075"/>
            <a:ext cx="1104900" cy="457200"/>
          </a:xfrm>
          <a:prstGeom prst="rect">
            <a:avLst/>
          </a:prstGeom>
          <a:noFill/>
          <a:ln w="0">
            <a:noFill/>
            <a:prstDash val="solid"/>
          </a:ln>
        </p:spPr>
        <p:txBody>
          <a:bodyPr anchor="ctr"/>
          <a:lstStyle/>
          <a:p>
            <a:pPr algn="ctr">
              <a:defRPr sz="1200" b="1">
                <a:solidFill>
                  <a:srgbClr val="78C500"/>
                </a:solidFill>
              </a:defRPr>
            </a:pPr>
            <a:r>
              <a:rPr sz="1200">
                <a:solidFill>
                  <a:srgbClr val="78C500"/>
                </a:solidFill>
                <a:latin typeface="微软雅黑" panose="020B0503020204020204" pitchFamily="34" charset="-122"/>
                <a:ea typeface="微软雅黑" panose="020B0503020204020204" pitchFamily="34" charset="-122"/>
              </a:rPr>
              <a:t>为什么4</a:t>
            </a:r>
          </a:p>
        </p:txBody>
      </p:sp>
      <p:sp>
        <p:nvSpPr>
          <p:cNvPr id="32" name="e-node-4">
            <a:extLst>
              <a:ext uri="{FF2B5EF4-FFF2-40B4-BE49-F238E27FC236}">
                <a16:creationId xmlns:a16="http://schemas.microsoft.com/office/drawing/2014/main" id="{7845CECD-7103-4C5D-8B7D-D2F6A08137F3}"/>
              </a:ext>
            </a:extLst>
          </p:cNvPr>
          <p:cNvSpPr>
            <a:spLocks noGrp="1"/>
          </p:cNvSpPr>
          <p:nvPr/>
        </p:nvSpPr>
        <p:spPr>
          <a:xfrm>
            <a:off x="1924050" y="4791075"/>
            <a:ext cx="3429000" cy="457200"/>
          </a:xfrm>
          <a:prstGeom prst="roundRect">
            <a:avLst>
              <a:gd name="adj" fmla="val 16667"/>
            </a:avLst>
          </a:prstGeom>
          <a:solidFill>
            <a:srgbClr val="EAF6D9"/>
          </a:solidFill>
          <a:ln w="1143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e-node-4-t">
            <a:extLst>
              <a:ext uri="{FF2B5EF4-FFF2-40B4-BE49-F238E27FC236}">
                <a16:creationId xmlns:a16="http://schemas.microsoft.com/office/drawing/2014/main" id="{BDBC84A0-EAFA-4BD2-BE98-F59D4261D6F0}"/>
              </a:ext>
            </a:extLst>
          </p:cNvPr>
          <p:cNvSpPr>
            <a:spLocks noGrp="1"/>
          </p:cNvSpPr>
          <p:nvPr/>
        </p:nvSpPr>
        <p:spPr>
          <a:xfrm>
            <a:off x="2000250" y="4838700"/>
            <a:ext cx="3276600" cy="361950"/>
          </a:xfrm>
          <a:prstGeom prst="rect">
            <a:avLst/>
          </a:prstGeom>
          <a:noFill/>
          <a:ln w="0">
            <a:noFill/>
            <a:prstDash val="solid"/>
          </a:ln>
        </p:spPr>
        <p:txBody>
          <a:bodyPr anchor="ctr"/>
          <a:lstStyle/>
          <a:p>
            <a:pPr algn="ctr">
              <a:defRPr sz="1275" b="1">
                <a:solidFill>
                  <a:srgbClr val="10233F"/>
                </a:solidFill>
              </a:defRPr>
            </a:pPr>
            <a:r>
              <a:rPr sz="1275">
                <a:solidFill>
                  <a:srgbClr val="10233F"/>
                </a:solidFill>
                <a:latin typeface="微软雅黑" panose="020B0503020204020204" pitchFamily="34" charset="-122"/>
                <a:ea typeface="微软雅黑" panose="020B0503020204020204" pitchFamily="34" charset="-122"/>
              </a:rPr>
              <a:t>插单没有触发重排规则</a:t>
            </a:r>
          </a:p>
        </p:txBody>
      </p:sp>
      <p:sp>
        <p:nvSpPr>
          <p:cNvPr id="34" name="e-proof-4">
            <a:extLst>
              <a:ext uri="{FF2B5EF4-FFF2-40B4-BE49-F238E27FC236}">
                <a16:creationId xmlns:a16="http://schemas.microsoft.com/office/drawing/2014/main" id="{14642906-1C75-467B-A195-FCD0F5271175}"/>
              </a:ext>
            </a:extLst>
          </p:cNvPr>
          <p:cNvSpPr>
            <a:spLocks noGrp="1"/>
          </p:cNvSpPr>
          <p:nvPr/>
        </p:nvSpPr>
        <p:spPr>
          <a:xfrm>
            <a:off x="5619750" y="4791075"/>
            <a:ext cx="2286000" cy="457200"/>
          </a:xfrm>
          <a:prstGeom prst="roundRect">
            <a:avLst>
              <a:gd name="adj" fmla="val 16667"/>
            </a:avLst>
          </a:prstGeom>
          <a:solidFill>
            <a:srgbClr val="FFFFFF"/>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e-proof-t-4">
            <a:extLst>
              <a:ext uri="{FF2B5EF4-FFF2-40B4-BE49-F238E27FC236}">
                <a16:creationId xmlns:a16="http://schemas.microsoft.com/office/drawing/2014/main" id="{62BE28E2-FAD7-44D7-8225-BC27BE9AB441}"/>
              </a:ext>
            </a:extLst>
          </p:cNvPr>
          <p:cNvSpPr>
            <a:spLocks noGrp="1"/>
          </p:cNvSpPr>
          <p:nvPr/>
        </p:nvSpPr>
        <p:spPr>
          <a:xfrm>
            <a:off x="5753100" y="4857750"/>
            <a:ext cx="2019300" cy="323850"/>
          </a:xfrm>
          <a:prstGeom prst="rect">
            <a:avLst/>
          </a:prstGeom>
          <a:noFill/>
          <a:ln w="0">
            <a:noFill/>
            <a:prstDash val="solid"/>
          </a:ln>
        </p:spPr>
        <p:txBody>
          <a:bodyPr anchor="ctr"/>
          <a:lstStyle/>
          <a:p>
            <a:pPr algn="ctr">
              <a:defRPr sz="1125" b="0">
                <a:solidFill>
                  <a:srgbClr val="53657B"/>
                </a:solidFill>
              </a:defRPr>
            </a:pPr>
            <a:r>
              <a:rPr sz="1125">
                <a:solidFill>
                  <a:srgbClr val="53657B"/>
                </a:solidFill>
                <a:latin typeface="微软雅黑" panose="020B0503020204020204" pitchFamily="34" charset="-122"/>
                <a:ea typeface="微软雅黑" panose="020B0503020204020204" pitchFamily="34" charset="-122"/>
              </a:rPr>
              <a:t>系统规则／SOP</a:t>
            </a:r>
          </a:p>
        </p:txBody>
      </p:sp>
      <p:sp>
        <p:nvSpPr>
          <p:cNvPr id="36" name="e-proof-head">
            <a:extLst>
              <a:ext uri="{FF2B5EF4-FFF2-40B4-BE49-F238E27FC236}">
                <a16:creationId xmlns:a16="http://schemas.microsoft.com/office/drawing/2014/main" id="{96FBDD30-E82D-4011-992F-55AB798057BC}"/>
              </a:ext>
            </a:extLst>
          </p:cNvPr>
          <p:cNvSpPr>
            <a:spLocks noGrp="1"/>
          </p:cNvSpPr>
          <p:nvPr/>
        </p:nvSpPr>
        <p:spPr>
          <a:xfrm>
            <a:off x="5619750" y="1752600"/>
            <a:ext cx="2286000" cy="266700"/>
          </a:xfrm>
          <a:prstGeom prst="rect">
            <a:avLst/>
          </a:prstGeom>
          <a:noFill/>
          <a:ln w="0">
            <a:noFill/>
            <a:prstDash val="solid"/>
          </a:ln>
        </p:spPr>
        <p:txBody>
          <a:bodyPr anchor="ctr"/>
          <a:lstStyle/>
          <a:p>
            <a:pPr algn="ctr">
              <a:defRPr sz="1275" b="1">
                <a:solidFill>
                  <a:srgbClr val="10233F"/>
                </a:solidFill>
              </a:defRPr>
            </a:pPr>
            <a:r>
              <a:rPr sz="1275">
                <a:solidFill>
                  <a:srgbClr val="10233F"/>
                </a:solidFill>
                <a:latin typeface="微软雅黑" panose="020B0503020204020204" pitchFamily="34" charset="-122"/>
                <a:ea typeface="微软雅黑" panose="020B0503020204020204" pitchFamily="34" charset="-122"/>
              </a:rPr>
              <a:t>证据</a:t>
            </a:r>
          </a:p>
        </p:txBody>
      </p:sp>
      <p:sp>
        <p:nvSpPr>
          <p:cNvPr id="37" name="e-right">
            <a:extLst>
              <a:ext uri="{FF2B5EF4-FFF2-40B4-BE49-F238E27FC236}">
                <a16:creationId xmlns:a16="http://schemas.microsoft.com/office/drawing/2014/main" id="{62D6DC3C-326F-4D02-8EBB-6FAA47434DCB}"/>
              </a:ext>
            </a:extLst>
          </p:cNvPr>
          <p:cNvSpPr>
            <a:spLocks noGrp="1"/>
          </p:cNvSpPr>
          <p:nvPr/>
        </p:nvSpPr>
        <p:spPr>
          <a:xfrm>
            <a:off x="8315325" y="2009775"/>
            <a:ext cx="2924175" cy="3238500"/>
          </a:xfrm>
          <a:prstGeom prst="roundRect">
            <a:avLst>
              <a:gd name="adj" fmla="val 3257"/>
            </a:avLst>
          </a:prstGeom>
          <a:solidFill>
            <a:srgbClr val="FFF7E6"/>
          </a:solidFill>
          <a:ln w="9525">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e-right-h">
            <a:extLst>
              <a:ext uri="{FF2B5EF4-FFF2-40B4-BE49-F238E27FC236}">
                <a16:creationId xmlns:a16="http://schemas.microsoft.com/office/drawing/2014/main" id="{1553EE73-9534-4373-B781-DC9C6F3460C8}"/>
              </a:ext>
            </a:extLst>
          </p:cNvPr>
          <p:cNvSpPr>
            <a:spLocks noGrp="1"/>
          </p:cNvSpPr>
          <p:nvPr/>
        </p:nvSpPr>
        <p:spPr>
          <a:xfrm>
            <a:off x="8534400" y="2190750"/>
            <a:ext cx="2476500" cy="285750"/>
          </a:xfrm>
          <a:prstGeom prst="rect">
            <a:avLst/>
          </a:prstGeom>
          <a:noFill/>
          <a:ln w="0">
            <a:noFill/>
            <a:prstDash val="solid"/>
          </a:ln>
        </p:spPr>
        <p:txBody>
          <a:bodyPr anchor="ctr"/>
          <a:lstStyle/>
          <a:p>
            <a:pPr algn="l">
              <a:defRPr sz="1500" b="1">
                <a:solidFill>
                  <a:srgbClr val="D94F45"/>
                </a:solidFill>
              </a:defRPr>
            </a:pPr>
            <a:r>
              <a:rPr sz="1500">
                <a:solidFill>
                  <a:srgbClr val="D94F45"/>
                </a:solidFill>
                <a:latin typeface="微软雅黑" panose="020B0503020204020204" pitchFamily="34" charset="-122"/>
                <a:ea typeface="微软雅黑" panose="020B0503020204020204" pitchFamily="34" charset="-122"/>
              </a:rPr>
              <a:t>不要这样结束</a:t>
            </a:r>
          </a:p>
        </p:txBody>
      </p:sp>
      <p:sp>
        <p:nvSpPr>
          <p:cNvPr id="39" name="e-right-b">
            <a:extLst>
              <a:ext uri="{FF2B5EF4-FFF2-40B4-BE49-F238E27FC236}">
                <a16:creationId xmlns:a16="http://schemas.microsoft.com/office/drawing/2014/main" id="{790B28C7-001C-4289-B854-4023AFA3BEA0}"/>
              </a:ext>
            </a:extLst>
          </p:cNvPr>
          <p:cNvSpPr>
            <a:spLocks noGrp="1"/>
          </p:cNvSpPr>
          <p:nvPr/>
        </p:nvSpPr>
        <p:spPr>
          <a:xfrm>
            <a:off x="8534400" y="2562225"/>
            <a:ext cx="2476500" cy="952500"/>
          </a:xfrm>
          <a:prstGeom prst="rect">
            <a:avLst/>
          </a:prstGeom>
          <a:noFill/>
          <a:ln w="0">
            <a:noFill/>
            <a:prstDash val="solid"/>
          </a:ln>
        </p:spPr>
        <p:txBody>
          <a:bodyPr anchor="ctr"/>
          <a:lstStyle/>
          <a:p>
            <a:pPr algn="l">
              <a:defRPr sz="1275" b="0">
                <a:solidFill>
                  <a:srgbClr val="53657B"/>
                </a:solidFill>
              </a:defRPr>
            </a:pPr>
            <a:r>
              <a:rPr sz="1275">
                <a:solidFill>
                  <a:srgbClr val="53657B"/>
                </a:solidFill>
                <a:latin typeface="微软雅黑" panose="020B0503020204020204" pitchFamily="34" charset="-122"/>
                <a:ea typeface="微软雅黑" panose="020B0503020204020204" pitchFamily="34" charset="-122"/>
              </a:rPr>
              <a:t>× 员工责任心不强</a:t>
            </a:r>
          </a:p>
          <a:p>
            <a:pPr algn="l">
              <a:defRPr sz="1275" b="0">
                <a:solidFill>
                  <a:srgbClr val="53657B"/>
                </a:solidFill>
              </a:defRPr>
            </a:pPr>
            <a:r>
              <a:rPr sz="1275">
                <a:solidFill>
                  <a:srgbClr val="53657B"/>
                </a:solidFill>
                <a:latin typeface="微软雅黑" panose="020B0503020204020204" pitchFamily="34" charset="-122"/>
                <a:ea typeface="微软雅黑" panose="020B0503020204020204" pitchFamily="34" charset="-122"/>
              </a:rPr>
              <a:t>× 沟通不到位</a:t>
            </a:r>
          </a:p>
          <a:p>
            <a:pPr algn="l">
              <a:defRPr sz="1275" b="0">
                <a:solidFill>
                  <a:srgbClr val="53657B"/>
                </a:solidFill>
              </a:defRPr>
            </a:pPr>
            <a:r>
              <a:rPr sz="1275">
                <a:solidFill>
                  <a:srgbClr val="53657B"/>
                </a:solidFill>
                <a:latin typeface="微软雅黑" panose="020B0503020204020204" pitchFamily="34" charset="-122"/>
                <a:ea typeface="微软雅黑" panose="020B0503020204020204" pitchFamily="34" charset="-122"/>
              </a:rPr>
              <a:t>× 管理需要加强</a:t>
            </a:r>
          </a:p>
        </p:txBody>
      </p:sp>
      <p:sp>
        <p:nvSpPr>
          <p:cNvPr id="40" name="e-sep">
            <a:extLst>
              <a:ext uri="{FF2B5EF4-FFF2-40B4-BE49-F238E27FC236}">
                <a16:creationId xmlns:a16="http://schemas.microsoft.com/office/drawing/2014/main" id="{3E8EE093-EA7D-41C2-83BB-119AA14D1941}"/>
              </a:ext>
            </a:extLst>
          </p:cNvPr>
          <p:cNvSpPr>
            <a:spLocks noGrp="1"/>
          </p:cNvSpPr>
          <p:nvPr/>
        </p:nvSpPr>
        <p:spPr>
          <a:xfrm>
            <a:off x="8534400" y="3648075"/>
            <a:ext cx="2381250" cy="19050"/>
          </a:xfrm>
          <a:prstGeom prst="rect">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e-good-h">
            <a:extLst>
              <a:ext uri="{FF2B5EF4-FFF2-40B4-BE49-F238E27FC236}">
                <a16:creationId xmlns:a16="http://schemas.microsoft.com/office/drawing/2014/main" id="{2B026EB8-8A89-489B-A510-4325BDC6C8EF}"/>
              </a:ext>
            </a:extLst>
          </p:cNvPr>
          <p:cNvSpPr>
            <a:spLocks noGrp="1"/>
          </p:cNvSpPr>
          <p:nvPr/>
        </p:nvSpPr>
        <p:spPr>
          <a:xfrm>
            <a:off x="8534400" y="3819525"/>
            <a:ext cx="2476500" cy="285750"/>
          </a:xfrm>
          <a:prstGeom prst="rect">
            <a:avLst/>
          </a:prstGeom>
          <a:noFill/>
          <a:ln w="0">
            <a:noFill/>
            <a:prstDash val="solid"/>
          </a:ln>
        </p:spPr>
        <p:txBody>
          <a:bodyPr anchor="ctr"/>
          <a:lstStyle/>
          <a:p>
            <a:pPr algn="l">
              <a:defRPr sz="1500" b="1">
                <a:solidFill>
                  <a:srgbClr val="78C500"/>
                </a:solidFill>
              </a:defRPr>
            </a:pPr>
            <a:r>
              <a:rPr sz="1500">
                <a:solidFill>
                  <a:srgbClr val="78C500"/>
                </a:solidFill>
                <a:latin typeface="微软雅黑" panose="020B0503020204020204" pitchFamily="34" charset="-122"/>
                <a:ea typeface="微软雅黑" panose="020B0503020204020204" pitchFamily="34" charset="-122"/>
              </a:rPr>
              <a:t>更好的停止点</a:t>
            </a:r>
          </a:p>
        </p:txBody>
      </p:sp>
      <p:sp>
        <p:nvSpPr>
          <p:cNvPr id="42" name="e-good-b">
            <a:extLst>
              <a:ext uri="{FF2B5EF4-FFF2-40B4-BE49-F238E27FC236}">
                <a16:creationId xmlns:a16="http://schemas.microsoft.com/office/drawing/2014/main" id="{1AAE224D-6DEB-400E-8EF6-1FEA3BB863A8}"/>
              </a:ext>
            </a:extLst>
          </p:cNvPr>
          <p:cNvSpPr>
            <a:spLocks noGrp="1"/>
          </p:cNvSpPr>
          <p:nvPr/>
        </p:nvSpPr>
        <p:spPr>
          <a:xfrm>
            <a:off x="8534400" y="4200525"/>
            <a:ext cx="2381250" cy="666750"/>
          </a:xfrm>
          <a:prstGeom prst="rect">
            <a:avLst/>
          </a:prstGeom>
          <a:noFill/>
          <a:ln w="0">
            <a:noFill/>
            <a:prstDash val="solid"/>
          </a:ln>
        </p:spPr>
        <p:txBody>
          <a:bodyPr anchor="ctr"/>
          <a:lstStyle/>
          <a:p>
            <a:pPr algn="l">
              <a:defRPr sz="1275" b="0">
                <a:solidFill>
                  <a:srgbClr val="53657B"/>
                </a:solidFill>
              </a:defRPr>
            </a:pPr>
            <a:r>
              <a:rPr sz="1275">
                <a:solidFill>
                  <a:srgbClr val="53657B"/>
                </a:solidFill>
                <a:latin typeface="微软雅黑" panose="020B0503020204020204" pitchFamily="34" charset="-122"/>
                <a:ea typeface="微软雅黑" panose="020B0503020204020204" pitchFamily="34" charset="-122"/>
              </a:rPr>
              <a:t>能被观察、能被验证、</a:t>
            </a:r>
          </a:p>
          <a:p>
            <a:pPr algn="l">
              <a:defRPr sz="1275" b="0">
                <a:solidFill>
                  <a:srgbClr val="53657B"/>
                </a:solidFill>
              </a:defRPr>
            </a:pPr>
            <a:r>
              <a:rPr sz="1275">
                <a:solidFill>
                  <a:srgbClr val="53657B"/>
                </a:solidFill>
                <a:latin typeface="微软雅黑" panose="020B0503020204020204" pitchFamily="34" charset="-122"/>
                <a:ea typeface="微软雅黑" panose="020B0503020204020204" pitchFamily="34" charset="-122"/>
              </a:rPr>
              <a:t>团队有权改变的流程机制。</a:t>
            </a:r>
          </a:p>
        </p:txBody>
      </p:sp>
      <p:sp>
        <p:nvSpPr>
          <p:cNvPr id="48" name="页脚占位符 3">
            <a:extLst>
              <a:ext uri="{FF2B5EF4-FFF2-40B4-BE49-F238E27FC236}">
                <a16:creationId xmlns:a16="http://schemas.microsoft.com/office/drawing/2014/main" id="{8C61FD6E-015C-FF31-98E0-9BEE2D92DF4E}"/>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200"/>
              <a:t>Leo Huang</a:t>
            </a:r>
            <a:endParaRPr lang="de-DE" altLang="zh-CN" sz="1200" dirty="0"/>
          </a:p>
        </p:txBody>
      </p:sp>
      <p:sp>
        <p:nvSpPr>
          <p:cNvPr id="50" name="灯片编号占位符 4">
            <a:extLst>
              <a:ext uri="{FF2B5EF4-FFF2-40B4-BE49-F238E27FC236}">
                <a16:creationId xmlns:a16="http://schemas.microsoft.com/office/drawing/2014/main" id="{4A5ADD7B-F833-178E-464B-6B93FC899554}"/>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200" smtClean="0"/>
              <a:pPr algn="r">
                <a:defRPr/>
              </a:pPr>
              <a:t>53</a:t>
            </a:fld>
            <a:endParaRPr lang="de-DE" altLang="zh-CN" sz="1200" dirty="0"/>
          </a:p>
        </p:txBody>
      </p:sp>
    </p:spTree>
    <p:extLst>
      <p:ext uri="{BB962C8B-B14F-4D97-AF65-F5344CB8AC3E}">
        <p14:creationId xmlns:p14="http://schemas.microsoft.com/office/powerpoint/2010/main" val="1733711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28071382-BD28-0D7C-4F5D-15BB9750A753}"/>
              </a:ext>
            </a:extLst>
          </p:cNvPr>
          <p:cNvSpPr>
            <a:spLocks noGrp="1" noChangeArrowheads="1"/>
          </p:cNvSpPr>
          <p:nvPr>
            <p:ph type="title"/>
          </p:nvPr>
        </p:nvSpPr>
        <p:spPr/>
        <p:txBody>
          <a:bodyPr/>
          <a:lstStyle/>
          <a:p>
            <a:r>
              <a:rPr lang="zh-CN" altLang="en-US"/>
              <a:t>为什么要用</a:t>
            </a:r>
            <a:r>
              <a:rPr lang="en-US" altLang="zh-CN"/>
              <a:t>5WHY</a:t>
            </a:r>
            <a:endParaRPr lang="zh-CN" altLang="en-US"/>
          </a:p>
        </p:txBody>
      </p:sp>
      <p:sp>
        <p:nvSpPr>
          <p:cNvPr id="30723" name="内容占位符 2">
            <a:extLst>
              <a:ext uri="{FF2B5EF4-FFF2-40B4-BE49-F238E27FC236}">
                <a16:creationId xmlns:a16="http://schemas.microsoft.com/office/drawing/2014/main" id="{6EB0D2C9-E971-F27E-96F3-398DE8A96781}"/>
              </a:ext>
            </a:extLst>
          </p:cNvPr>
          <p:cNvSpPr>
            <a:spLocks noGrp="1" noChangeArrowheads="1"/>
          </p:cNvSpPr>
          <p:nvPr>
            <p:ph idx="1"/>
          </p:nvPr>
        </p:nvSpPr>
        <p:spPr/>
        <p:txBody>
          <a:bodyPr/>
          <a:lstStyle/>
          <a:p>
            <a:r>
              <a:rPr lang="zh-CN" altLang="en-US"/>
              <a:t>事物的表现是一个由内而外的“正过程”​，是从内因到表象、从本质到观测、从原因到结果的。从这个角度来说，信息推断是一个由外而内的“逆过程”。所以</a:t>
            </a:r>
            <a:r>
              <a:rPr lang="en-US" altLang="zh-CN"/>
              <a:t>”5WHY</a:t>
            </a:r>
            <a:r>
              <a:rPr lang="zh-CN" altLang="en-US"/>
              <a:t>应用“就是一个由外而内的过程</a:t>
            </a:r>
          </a:p>
        </p:txBody>
      </p:sp>
      <p:sp>
        <p:nvSpPr>
          <p:cNvPr id="4" name="页脚占位符 3">
            <a:extLst>
              <a:ext uri="{FF2B5EF4-FFF2-40B4-BE49-F238E27FC236}">
                <a16:creationId xmlns:a16="http://schemas.microsoft.com/office/drawing/2014/main" id="{67FF59E0-54F5-2E91-92AA-B40065C9514C}"/>
              </a:ext>
            </a:extLst>
          </p:cNvPr>
          <p:cNvSpPr>
            <a:spLocks noGrp="1"/>
          </p:cNvSpPr>
          <p:nvPr>
            <p:ph type="ftr" sz="quarter" idx="10"/>
          </p:nvPr>
        </p:nvSpPr>
        <p:spPr/>
        <p:txBody>
          <a:bodyPr/>
          <a:lstStyle/>
          <a:p>
            <a:pPr>
              <a:defRPr/>
            </a:pPr>
            <a:r>
              <a:rPr lang="de-DE"/>
              <a:t>Leo Huang</a:t>
            </a:r>
          </a:p>
        </p:txBody>
      </p:sp>
      <p:sp>
        <p:nvSpPr>
          <p:cNvPr id="30725" name="灯片编号占位符 4">
            <a:extLst>
              <a:ext uri="{FF2B5EF4-FFF2-40B4-BE49-F238E27FC236}">
                <a16:creationId xmlns:a16="http://schemas.microsoft.com/office/drawing/2014/main" id="{852D4A26-F5D8-A539-B8FB-0347C7E85F4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78E16D9-D82C-4C0D-A6C8-1438CF05C06C}" type="slidenum">
              <a:rPr lang="de-DE" altLang="zh-CN" smtClean="0"/>
              <a:pPr/>
              <a:t>54</a:t>
            </a:fld>
            <a:endParaRPr lang="de-DE" altLang="zh-CN"/>
          </a:p>
        </p:txBody>
      </p:sp>
      <p:pic>
        <p:nvPicPr>
          <p:cNvPr id="30726" name="图片 6">
            <a:extLst>
              <a:ext uri="{FF2B5EF4-FFF2-40B4-BE49-F238E27FC236}">
                <a16:creationId xmlns:a16="http://schemas.microsoft.com/office/drawing/2014/main" id="{B14A26CD-A001-1788-0579-CF4910616F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2312988"/>
            <a:ext cx="50673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C08BA2DD-6A06-6975-4102-7D589EF8F34F}"/>
              </a:ext>
            </a:extLst>
          </p:cNvPr>
          <p:cNvSpPr>
            <a:spLocks noGrp="1" noChangeArrowheads="1"/>
          </p:cNvSpPr>
          <p:nvPr>
            <p:ph type="title"/>
          </p:nvPr>
        </p:nvSpPr>
        <p:spPr/>
        <p:txBody>
          <a:bodyPr/>
          <a:lstStyle/>
          <a:p>
            <a:r>
              <a:rPr lang="zh-CN" altLang="en-US"/>
              <a:t>为什么逆过程信息推断，查找原因难度大</a:t>
            </a:r>
          </a:p>
        </p:txBody>
      </p:sp>
      <p:sp>
        <p:nvSpPr>
          <p:cNvPr id="31747" name="内容占位符 2">
            <a:extLst>
              <a:ext uri="{FF2B5EF4-FFF2-40B4-BE49-F238E27FC236}">
                <a16:creationId xmlns:a16="http://schemas.microsoft.com/office/drawing/2014/main" id="{53563C99-6F88-5E12-7D7B-37CF003A6F39}"/>
              </a:ext>
            </a:extLst>
          </p:cNvPr>
          <p:cNvSpPr>
            <a:spLocks noGrp="1" noChangeArrowheads="1"/>
          </p:cNvSpPr>
          <p:nvPr>
            <p:ph idx="1"/>
          </p:nvPr>
        </p:nvSpPr>
        <p:spPr/>
        <p:txBody>
          <a:bodyPr/>
          <a:lstStyle/>
          <a:p>
            <a:pPr marL="342900" indent="-342900">
              <a:buFont typeface="Wingdings" panose="05000000000000000000" pitchFamily="2" charset="2"/>
              <a:buChar char="Ø"/>
            </a:pPr>
            <a:r>
              <a:rPr lang="zh-CN" altLang="en-US"/>
              <a:t>原因在很多时候表现不明显</a:t>
            </a:r>
            <a:endParaRPr lang="en-US" altLang="zh-CN"/>
          </a:p>
          <a:p>
            <a:pPr marL="342900" indent="-342900">
              <a:buFont typeface="Wingdings" panose="05000000000000000000" pitchFamily="2" charset="2"/>
              <a:buChar char="Ø"/>
            </a:pPr>
            <a:r>
              <a:rPr lang="zh-CN" altLang="en-US"/>
              <a:t>症状（外在表现）和内在原因并非一一对应</a:t>
            </a:r>
          </a:p>
        </p:txBody>
      </p:sp>
      <p:sp>
        <p:nvSpPr>
          <p:cNvPr id="4" name="页脚占位符 3">
            <a:extLst>
              <a:ext uri="{FF2B5EF4-FFF2-40B4-BE49-F238E27FC236}">
                <a16:creationId xmlns:a16="http://schemas.microsoft.com/office/drawing/2014/main" id="{2155BDB4-B71C-9B54-B9E4-5BDF19EAE6E1}"/>
              </a:ext>
            </a:extLst>
          </p:cNvPr>
          <p:cNvSpPr>
            <a:spLocks noGrp="1"/>
          </p:cNvSpPr>
          <p:nvPr>
            <p:ph type="ftr" sz="quarter" idx="10"/>
          </p:nvPr>
        </p:nvSpPr>
        <p:spPr/>
        <p:txBody>
          <a:bodyPr/>
          <a:lstStyle/>
          <a:p>
            <a:pPr>
              <a:defRPr/>
            </a:pPr>
            <a:r>
              <a:rPr lang="de-DE"/>
              <a:t>Leo Huang</a:t>
            </a:r>
          </a:p>
        </p:txBody>
      </p:sp>
      <p:sp>
        <p:nvSpPr>
          <p:cNvPr id="31749" name="灯片编号占位符 4">
            <a:extLst>
              <a:ext uri="{FF2B5EF4-FFF2-40B4-BE49-F238E27FC236}">
                <a16:creationId xmlns:a16="http://schemas.microsoft.com/office/drawing/2014/main" id="{E130B78F-9D66-9E95-E4C8-CB7988F8520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2C739AF-4CCD-468E-95C9-35EF4596E485}" type="slidenum">
              <a:rPr lang="de-DE" altLang="zh-CN" smtClean="0"/>
              <a:pPr/>
              <a:t>55</a:t>
            </a:fld>
            <a:endParaRPr lang="de-DE" altLang="zh-CN"/>
          </a:p>
        </p:txBody>
      </p:sp>
      <p:pic>
        <p:nvPicPr>
          <p:cNvPr id="31750" name="图片 6">
            <a:extLst>
              <a:ext uri="{FF2B5EF4-FFF2-40B4-BE49-F238E27FC236}">
                <a16:creationId xmlns:a16="http://schemas.microsoft.com/office/drawing/2014/main" id="{F09B6F1C-8FC5-0933-ADC2-B1DDC9215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25" y="2528888"/>
            <a:ext cx="77216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F77334AF-6FB5-232E-3F56-DF5C1DF69607}"/>
              </a:ext>
            </a:extLst>
          </p:cNvPr>
          <p:cNvSpPr>
            <a:spLocks noGrp="1" noChangeArrowheads="1"/>
          </p:cNvSpPr>
          <p:nvPr>
            <p:ph type="title"/>
          </p:nvPr>
        </p:nvSpPr>
        <p:spPr/>
        <p:txBody>
          <a:bodyPr/>
          <a:lstStyle/>
          <a:p>
            <a:r>
              <a:rPr lang="zh-CN" altLang="en-US"/>
              <a:t>黑白思维与概率思维</a:t>
            </a:r>
          </a:p>
        </p:txBody>
      </p:sp>
      <p:sp>
        <p:nvSpPr>
          <p:cNvPr id="4" name="页脚占位符 3">
            <a:extLst>
              <a:ext uri="{FF2B5EF4-FFF2-40B4-BE49-F238E27FC236}">
                <a16:creationId xmlns:a16="http://schemas.microsoft.com/office/drawing/2014/main" id="{20F06B47-E3D0-08C3-A948-B7D46EA027C0}"/>
              </a:ext>
            </a:extLst>
          </p:cNvPr>
          <p:cNvSpPr>
            <a:spLocks noGrp="1"/>
          </p:cNvSpPr>
          <p:nvPr>
            <p:ph type="ftr" sz="quarter" idx="10"/>
          </p:nvPr>
        </p:nvSpPr>
        <p:spPr/>
        <p:txBody>
          <a:bodyPr/>
          <a:lstStyle/>
          <a:p>
            <a:pPr>
              <a:defRPr/>
            </a:pPr>
            <a:r>
              <a:rPr lang="de-DE"/>
              <a:t>Leo Huang</a:t>
            </a:r>
          </a:p>
        </p:txBody>
      </p:sp>
      <p:sp>
        <p:nvSpPr>
          <p:cNvPr id="33796" name="灯片编号占位符 4">
            <a:extLst>
              <a:ext uri="{FF2B5EF4-FFF2-40B4-BE49-F238E27FC236}">
                <a16:creationId xmlns:a16="http://schemas.microsoft.com/office/drawing/2014/main" id="{97A041B0-02BE-E465-AB30-4C4ABE2F923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2259911-6976-41AD-9495-93EA160D8518}" type="slidenum">
              <a:rPr lang="de-DE" altLang="zh-CN" smtClean="0"/>
              <a:pPr/>
              <a:t>56</a:t>
            </a:fld>
            <a:endParaRPr lang="de-DE" altLang="zh-CN"/>
          </a:p>
        </p:txBody>
      </p:sp>
      <p:pic>
        <p:nvPicPr>
          <p:cNvPr id="33797" name="内容占位符 5">
            <a:extLst>
              <a:ext uri="{FF2B5EF4-FFF2-40B4-BE49-F238E27FC236}">
                <a16:creationId xmlns:a16="http://schemas.microsoft.com/office/drawing/2014/main" id="{677B10DF-AEC7-66AA-4085-8B598CD4AB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3525" y="2673350"/>
            <a:ext cx="5721350" cy="3305175"/>
          </a:xfrm>
        </p:spPr>
      </p:pic>
      <p:sp>
        <p:nvSpPr>
          <p:cNvPr id="7" name="文本框 6">
            <a:extLst>
              <a:ext uri="{FF2B5EF4-FFF2-40B4-BE49-F238E27FC236}">
                <a16:creationId xmlns:a16="http://schemas.microsoft.com/office/drawing/2014/main" id="{DB88CE07-9D09-86ED-A057-98DA0E47FC08}"/>
              </a:ext>
            </a:extLst>
          </p:cNvPr>
          <p:cNvSpPr txBox="1"/>
          <p:nvPr/>
        </p:nvSpPr>
        <p:spPr>
          <a:xfrm>
            <a:off x="623888" y="1484313"/>
            <a:ext cx="4248150" cy="1016000"/>
          </a:xfrm>
          <a:prstGeom prst="rect">
            <a:avLst/>
          </a:prstGeom>
          <a:noFill/>
        </p:spPr>
        <p:txBody>
          <a:bodyPr>
            <a:spAutoFit/>
          </a:bodyPr>
          <a:lstStyle/>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看到一件事情或者一个现象</a:t>
            </a: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脑子里立刻浮现一个原因，这个原因可以部分解释这件事或这个现象，但是不太确定</a:t>
            </a: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在脑子里寻找支持这个原因的其他证据，然后让自己更加坚信这个原因</a:t>
            </a:r>
          </a:p>
        </p:txBody>
      </p:sp>
      <p:pic>
        <p:nvPicPr>
          <p:cNvPr id="33799" name="图片 8">
            <a:extLst>
              <a:ext uri="{FF2B5EF4-FFF2-40B4-BE49-F238E27FC236}">
                <a16:creationId xmlns:a16="http://schemas.microsoft.com/office/drawing/2014/main" id="{40FF8D17-EAA1-3042-51CC-C1E106F13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600" y="2846388"/>
            <a:ext cx="4862513"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E975E759-3682-5686-7682-299F87952D49}"/>
              </a:ext>
            </a:extLst>
          </p:cNvPr>
          <p:cNvSpPr txBox="1"/>
          <p:nvPr/>
        </p:nvSpPr>
        <p:spPr>
          <a:xfrm>
            <a:off x="6851650" y="1449388"/>
            <a:ext cx="4248150" cy="1014412"/>
          </a:xfrm>
          <a:prstGeom prst="rect">
            <a:avLst/>
          </a:prstGeom>
          <a:noFill/>
        </p:spPr>
        <p:txBody>
          <a:bodyPr>
            <a:spAutoFit/>
          </a:bodyPr>
          <a:lstStyle/>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看到或听到了一个现象</a:t>
            </a: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尽可能找到背后所有可能的原因</a:t>
            </a: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尽可能收集所有的相关证据</a:t>
            </a: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p"/>
              <a:defRPr/>
            </a:pPr>
            <a:r>
              <a:rPr lang="zh-CN" altLang="en-US" sz="1200" dirty="0">
                <a:latin typeface="微软雅黑" panose="020B0503020204020204" pitchFamily="34" charset="-122"/>
                <a:ea typeface="微软雅黑" panose="020B0503020204020204" pitchFamily="34" charset="-122"/>
              </a:rPr>
              <a:t>根据证据，给每一个可能的原因一个概率。将那个概率最大的，作为最终的原因</a:t>
            </a:r>
          </a:p>
        </p:txBody>
      </p:sp>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050BFC43-8790-0DDB-809A-F48BE7D9A3D3}"/>
              </a:ext>
            </a:extLst>
          </p:cNvPr>
          <p:cNvSpPr>
            <a:spLocks noGrp="1" noChangeArrowheads="1"/>
          </p:cNvSpPr>
          <p:nvPr>
            <p:ph type="title"/>
          </p:nvPr>
        </p:nvSpPr>
        <p:spPr>
          <a:xfrm>
            <a:off x="623888" y="244475"/>
            <a:ext cx="9312275" cy="647700"/>
          </a:xfrm>
        </p:spPr>
        <p:txBody>
          <a:bodyPr/>
          <a:lstStyle/>
          <a:p>
            <a:r>
              <a:rPr lang="zh-CN" altLang="en-US"/>
              <a:t>原因分析概述</a:t>
            </a:r>
          </a:p>
        </p:txBody>
      </p:sp>
      <p:sp>
        <p:nvSpPr>
          <p:cNvPr id="90115" name="页脚占位符 3">
            <a:extLst>
              <a:ext uri="{FF2B5EF4-FFF2-40B4-BE49-F238E27FC236}">
                <a16:creationId xmlns:a16="http://schemas.microsoft.com/office/drawing/2014/main" id="{D302DF9C-474A-A9D9-515D-99C34702F2E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90116" name="灯片编号占位符 4">
            <a:extLst>
              <a:ext uri="{FF2B5EF4-FFF2-40B4-BE49-F238E27FC236}">
                <a16:creationId xmlns:a16="http://schemas.microsoft.com/office/drawing/2014/main" id="{80464DF7-85AE-A66B-F6E3-68494AADC08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F052437-409B-458B-8309-A0C95CB8A338}" type="slidenum">
              <a:rPr lang="de-DE" altLang="zh-CN" smtClean="0"/>
              <a:pPr/>
              <a:t>57</a:t>
            </a:fld>
            <a:endParaRPr lang="de-DE" altLang="zh-CN"/>
          </a:p>
        </p:txBody>
      </p:sp>
      <p:pic>
        <p:nvPicPr>
          <p:cNvPr id="90117" name="Picture 2">
            <a:extLst>
              <a:ext uri="{FF2B5EF4-FFF2-40B4-BE49-F238E27FC236}">
                <a16:creationId xmlns:a16="http://schemas.microsoft.com/office/drawing/2014/main" id="{63C22943-1005-3071-69C3-732B229E4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2888" y="1343025"/>
            <a:ext cx="9874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a:extLst>
              <a:ext uri="{FF2B5EF4-FFF2-40B4-BE49-F238E27FC236}">
                <a16:creationId xmlns:a16="http://schemas.microsoft.com/office/drawing/2014/main" id="{FAB161C3-CD85-A544-31E0-51EE206D94E8}"/>
              </a:ext>
            </a:extLst>
          </p:cNvPr>
          <p:cNvSpPr>
            <a:spLocks noChangeArrowheads="1"/>
          </p:cNvSpPr>
          <p:nvPr/>
        </p:nvSpPr>
        <p:spPr bwMode="auto">
          <a:xfrm>
            <a:off x="3360738" y="847725"/>
            <a:ext cx="2051050" cy="2014538"/>
          </a:xfrm>
          <a:prstGeom prst="rect">
            <a:avLst/>
          </a:prstGeom>
          <a:noFill/>
          <a:ln>
            <a:noFill/>
          </a:ln>
        </p:spPr>
        <p:txBody>
          <a:bodyPr/>
          <a:lstStyle/>
          <a:p>
            <a:pPr fontAlgn="auto">
              <a:spcBef>
                <a:spcPts val="0"/>
              </a:spcBef>
              <a:spcAft>
                <a:spcPts val="0"/>
              </a:spcAft>
              <a:defRPr/>
            </a:pPr>
            <a:endParaRPr lang="en-US" kern="0">
              <a:solidFill>
                <a:sysClr val="windowText" lastClr="000000"/>
              </a:solidFill>
            </a:endParaRPr>
          </a:p>
        </p:txBody>
      </p:sp>
      <p:sp>
        <p:nvSpPr>
          <p:cNvPr id="8" name="Rectangle 4">
            <a:extLst>
              <a:ext uri="{FF2B5EF4-FFF2-40B4-BE49-F238E27FC236}">
                <a16:creationId xmlns:a16="http://schemas.microsoft.com/office/drawing/2014/main" id="{02B3F558-5C80-E18D-7DC8-EF82653ACD90}"/>
              </a:ext>
            </a:extLst>
          </p:cNvPr>
          <p:cNvSpPr>
            <a:spLocks noChangeArrowheads="1"/>
          </p:cNvSpPr>
          <p:nvPr/>
        </p:nvSpPr>
        <p:spPr bwMode="auto">
          <a:xfrm>
            <a:off x="2355850" y="3913188"/>
            <a:ext cx="2049463" cy="2089150"/>
          </a:xfrm>
          <a:prstGeom prst="rect">
            <a:avLst/>
          </a:prstGeom>
          <a:noFill/>
          <a:ln>
            <a:noFill/>
          </a:ln>
        </p:spPr>
        <p:txBody>
          <a:bodyPr/>
          <a:lstStyle/>
          <a:p>
            <a:pPr fontAlgn="auto">
              <a:spcBef>
                <a:spcPts val="0"/>
              </a:spcBef>
              <a:spcAft>
                <a:spcPts val="0"/>
              </a:spcAft>
              <a:defRPr/>
            </a:pPr>
            <a:endParaRPr lang="en-US" kern="0">
              <a:solidFill>
                <a:sysClr val="windowText" lastClr="000000"/>
              </a:solidFill>
            </a:endParaRPr>
          </a:p>
        </p:txBody>
      </p:sp>
      <p:sp>
        <p:nvSpPr>
          <p:cNvPr id="90120" name="Rectangle 42">
            <a:extLst>
              <a:ext uri="{FF2B5EF4-FFF2-40B4-BE49-F238E27FC236}">
                <a16:creationId xmlns:a16="http://schemas.microsoft.com/office/drawing/2014/main" id="{B5B81397-1A39-C2A3-C2C2-4F59B7CDB2B9}"/>
              </a:ext>
            </a:extLst>
          </p:cNvPr>
          <p:cNvSpPr>
            <a:spLocks noChangeArrowheads="1"/>
          </p:cNvSpPr>
          <p:nvPr/>
        </p:nvSpPr>
        <p:spPr bwMode="auto">
          <a:xfrm>
            <a:off x="5875338" y="2016125"/>
            <a:ext cx="698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6060FF"/>
                </a:solidFill>
                <a:latin typeface="微软雅黑" panose="020B0503020204020204" pitchFamily="34" charset="-122"/>
                <a:ea typeface="微软雅黑" panose="020B0503020204020204" pitchFamily="34" charset="-122"/>
              </a:rPr>
              <a:t>鱼骨图</a:t>
            </a:r>
            <a:endParaRPr lang="en-US" altLang="zh-CN" sz="2400" i="1">
              <a:solidFill>
                <a:srgbClr val="FFFFFF"/>
              </a:solidFill>
              <a:latin typeface="微软雅黑" panose="020B0503020204020204" pitchFamily="34" charset="-122"/>
              <a:ea typeface="微软雅黑" panose="020B0503020204020204" pitchFamily="34" charset="-122"/>
            </a:endParaRPr>
          </a:p>
        </p:txBody>
      </p:sp>
      <p:grpSp>
        <p:nvGrpSpPr>
          <p:cNvPr id="90121" name="Group 51">
            <a:extLst>
              <a:ext uri="{FF2B5EF4-FFF2-40B4-BE49-F238E27FC236}">
                <a16:creationId xmlns:a16="http://schemas.microsoft.com/office/drawing/2014/main" id="{3F08613E-DA70-D548-902F-0FCC56A93076}"/>
              </a:ext>
            </a:extLst>
          </p:cNvPr>
          <p:cNvGrpSpPr>
            <a:grpSpLocks/>
          </p:cNvGrpSpPr>
          <p:nvPr/>
        </p:nvGrpSpPr>
        <p:grpSpPr bwMode="auto">
          <a:xfrm>
            <a:off x="6302375" y="4346575"/>
            <a:ext cx="1247775" cy="696913"/>
            <a:chOff x="3018" y="2829"/>
            <a:chExt cx="498" cy="439"/>
          </a:xfrm>
        </p:grpSpPr>
        <p:sp>
          <p:nvSpPr>
            <p:cNvPr id="11" name="Freeform 52">
              <a:extLst>
                <a:ext uri="{FF2B5EF4-FFF2-40B4-BE49-F238E27FC236}">
                  <a16:creationId xmlns:a16="http://schemas.microsoft.com/office/drawing/2014/main" id="{DA559DE4-E8D0-9B39-EB14-3261B876664E}"/>
                </a:ext>
              </a:extLst>
            </p:cNvPr>
            <p:cNvSpPr>
              <a:spLocks/>
            </p:cNvSpPr>
            <p:nvPr/>
          </p:nvSpPr>
          <p:spPr bwMode="auto">
            <a:xfrm>
              <a:off x="3018" y="2829"/>
              <a:ext cx="498" cy="439"/>
            </a:xfrm>
            <a:custGeom>
              <a:avLst/>
              <a:gdLst>
                <a:gd name="T0" fmla="*/ 12 w 498"/>
                <a:gd name="T1" fmla="*/ 0 h 439"/>
                <a:gd name="T2" fmla="*/ 0 w 498"/>
                <a:gd name="T3" fmla="*/ 0 h 439"/>
                <a:gd name="T4" fmla="*/ 0 w 498"/>
                <a:gd name="T5" fmla="*/ 433 h 439"/>
                <a:gd name="T6" fmla="*/ 0 w 498"/>
                <a:gd name="T7" fmla="*/ 433 h 439"/>
                <a:gd name="T8" fmla="*/ 2 w 498"/>
                <a:gd name="T9" fmla="*/ 437 h 439"/>
                <a:gd name="T10" fmla="*/ 4 w 498"/>
                <a:gd name="T11" fmla="*/ 438 h 439"/>
                <a:gd name="T12" fmla="*/ 6 w 498"/>
                <a:gd name="T13" fmla="*/ 439 h 439"/>
                <a:gd name="T14" fmla="*/ 498 w 498"/>
                <a:gd name="T15" fmla="*/ 439 h 439"/>
                <a:gd name="T16" fmla="*/ 498 w 498"/>
                <a:gd name="T17" fmla="*/ 427 h 439"/>
                <a:gd name="T18" fmla="*/ 6 w 498"/>
                <a:gd name="T19" fmla="*/ 427 h 439"/>
                <a:gd name="T20" fmla="*/ 12 w 498"/>
                <a:gd name="T21" fmla="*/ 433 h 439"/>
                <a:gd name="T22" fmla="*/ 10 w 498"/>
                <a:gd name="T23" fmla="*/ 429 h 439"/>
                <a:gd name="T24" fmla="*/ 8 w 498"/>
                <a:gd name="T25" fmla="*/ 428 h 439"/>
                <a:gd name="T26" fmla="*/ 6 w 498"/>
                <a:gd name="T27" fmla="*/ 433 h 439"/>
                <a:gd name="T28" fmla="*/ 12 w 498"/>
                <a:gd name="T29" fmla="*/ 433 h 439"/>
                <a:gd name="T30" fmla="*/ 12 w 498"/>
                <a:gd name="T31" fmla="*/ 0 h 4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98" h="439">
                  <a:moveTo>
                    <a:pt x="12" y="0"/>
                  </a:moveTo>
                  <a:lnTo>
                    <a:pt x="0" y="0"/>
                  </a:lnTo>
                  <a:lnTo>
                    <a:pt x="0" y="433"/>
                  </a:lnTo>
                  <a:lnTo>
                    <a:pt x="2" y="437"/>
                  </a:lnTo>
                  <a:lnTo>
                    <a:pt x="4" y="438"/>
                  </a:lnTo>
                  <a:lnTo>
                    <a:pt x="6" y="439"/>
                  </a:lnTo>
                  <a:lnTo>
                    <a:pt x="498" y="439"/>
                  </a:lnTo>
                  <a:lnTo>
                    <a:pt x="498" y="427"/>
                  </a:lnTo>
                  <a:lnTo>
                    <a:pt x="6" y="427"/>
                  </a:lnTo>
                  <a:lnTo>
                    <a:pt x="12" y="433"/>
                  </a:lnTo>
                  <a:lnTo>
                    <a:pt x="10" y="429"/>
                  </a:lnTo>
                  <a:lnTo>
                    <a:pt x="8" y="428"/>
                  </a:lnTo>
                  <a:lnTo>
                    <a:pt x="6" y="433"/>
                  </a:lnTo>
                  <a:lnTo>
                    <a:pt x="12" y="433"/>
                  </a:lnTo>
                  <a:lnTo>
                    <a:pt x="12" y="0"/>
                  </a:lnTo>
                  <a:close/>
                </a:path>
              </a:pathLst>
            </a:custGeom>
            <a:solidFill>
              <a:srgbClr val="3333CC"/>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2" name="Freeform 53">
              <a:extLst>
                <a:ext uri="{FF2B5EF4-FFF2-40B4-BE49-F238E27FC236}">
                  <a16:creationId xmlns:a16="http://schemas.microsoft.com/office/drawing/2014/main" id="{79505D00-C8CF-B77E-0C32-D4C26B3D8FE0}"/>
                </a:ext>
              </a:extLst>
            </p:cNvPr>
            <p:cNvSpPr>
              <a:spLocks/>
            </p:cNvSpPr>
            <p:nvPr/>
          </p:nvSpPr>
          <p:spPr bwMode="auto">
            <a:xfrm>
              <a:off x="3024" y="2829"/>
              <a:ext cx="487" cy="428"/>
            </a:xfrm>
            <a:custGeom>
              <a:avLst/>
              <a:gdLst>
                <a:gd name="T0" fmla="*/ 0 w 487"/>
                <a:gd name="T1" fmla="*/ 0 h 428"/>
                <a:gd name="T2" fmla="*/ 0 w 487"/>
                <a:gd name="T3" fmla="*/ 428 h 428"/>
                <a:gd name="T4" fmla="*/ 487 w 487"/>
                <a:gd name="T5" fmla="*/ 428 h 428"/>
                <a:gd name="T6" fmla="*/ 0 60000 65536"/>
                <a:gd name="T7" fmla="*/ 0 60000 65536"/>
                <a:gd name="T8" fmla="*/ 0 60000 65536"/>
              </a:gdLst>
              <a:ahLst/>
              <a:cxnLst>
                <a:cxn ang="T6">
                  <a:pos x="T0" y="T1"/>
                </a:cxn>
                <a:cxn ang="T7">
                  <a:pos x="T2" y="T3"/>
                </a:cxn>
                <a:cxn ang="T8">
                  <a:pos x="T4" y="T5"/>
                </a:cxn>
              </a:cxnLst>
              <a:rect l="0" t="0" r="r" b="b"/>
              <a:pathLst>
                <a:path w="487" h="428">
                  <a:moveTo>
                    <a:pt x="0" y="0"/>
                  </a:moveTo>
                  <a:lnTo>
                    <a:pt x="0" y="428"/>
                  </a:lnTo>
                  <a:lnTo>
                    <a:pt x="487" y="428"/>
                  </a:lnTo>
                </a:path>
              </a:pathLst>
            </a:custGeom>
            <a:noFill/>
            <a:ln w="12700">
              <a:solidFill>
                <a:srgbClr val="000000"/>
              </a:solidFill>
              <a:prstDash val="solid"/>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3" name="Oval 54">
              <a:extLst>
                <a:ext uri="{FF2B5EF4-FFF2-40B4-BE49-F238E27FC236}">
                  <a16:creationId xmlns:a16="http://schemas.microsoft.com/office/drawing/2014/main" id="{D8195D9F-C33A-5526-7266-144017AFD9BA}"/>
                </a:ext>
              </a:extLst>
            </p:cNvPr>
            <p:cNvSpPr>
              <a:spLocks noChangeArrowheads="1"/>
            </p:cNvSpPr>
            <p:nvPr/>
          </p:nvSpPr>
          <p:spPr bwMode="auto">
            <a:xfrm>
              <a:off x="3064" y="2910"/>
              <a:ext cx="28" cy="21"/>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4" name="Oval 55">
              <a:extLst>
                <a:ext uri="{FF2B5EF4-FFF2-40B4-BE49-F238E27FC236}">
                  <a16:creationId xmlns:a16="http://schemas.microsoft.com/office/drawing/2014/main" id="{ACE86D6E-C0D2-3EC7-1D61-214C7AB6A613}"/>
                </a:ext>
              </a:extLst>
            </p:cNvPr>
            <p:cNvSpPr>
              <a:spLocks noChangeArrowheads="1"/>
            </p:cNvSpPr>
            <p:nvPr/>
          </p:nvSpPr>
          <p:spPr bwMode="auto">
            <a:xfrm>
              <a:off x="3069" y="3029"/>
              <a:ext cx="29" cy="28"/>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5" name="Oval 56">
              <a:extLst>
                <a:ext uri="{FF2B5EF4-FFF2-40B4-BE49-F238E27FC236}">
                  <a16:creationId xmlns:a16="http://schemas.microsoft.com/office/drawing/2014/main" id="{CEC2842B-E47A-989C-67F1-AC278BFF6F8D}"/>
                </a:ext>
              </a:extLst>
            </p:cNvPr>
            <p:cNvSpPr>
              <a:spLocks noChangeArrowheads="1"/>
            </p:cNvSpPr>
            <p:nvPr/>
          </p:nvSpPr>
          <p:spPr bwMode="auto">
            <a:xfrm>
              <a:off x="3069" y="2957"/>
              <a:ext cx="23"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6" name="Oval 57">
              <a:extLst>
                <a:ext uri="{FF2B5EF4-FFF2-40B4-BE49-F238E27FC236}">
                  <a16:creationId xmlns:a16="http://schemas.microsoft.com/office/drawing/2014/main" id="{30BC7EDA-372E-A760-78C0-9DAB217BCC01}"/>
                </a:ext>
              </a:extLst>
            </p:cNvPr>
            <p:cNvSpPr>
              <a:spLocks noChangeArrowheads="1"/>
            </p:cNvSpPr>
            <p:nvPr/>
          </p:nvSpPr>
          <p:spPr bwMode="auto">
            <a:xfrm>
              <a:off x="3122" y="2946"/>
              <a:ext cx="28"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7" name="Oval 58">
              <a:extLst>
                <a:ext uri="{FF2B5EF4-FFF2-40B4-BE49-F238E27FC236}">
                  <a16:creationId xmlns:a16="http://schemas.microsoft.com/office/drawing/2014/main" id="{5CE0D11D-C1A6-AF67-177E-D20183DA0259}"/>
                </a:ext>
              </a:extLst>
            </p:cNvPr>
            <p:cNvSpPr>
              <a:spLocks noChangeArrowheads="1"/>
            </p:cNvSpPr>
            <p:nvPr/>
          </p:nvSpPr>
          <p:spPr bwMode="auto">
            <a:xfrm>
              <a:off x="3101" y="2988"/>
              <a:ext cx="23"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8" name="Oval 59">
              <a:extLst>
                <a:ext uri="{FF2B5EF4-FFF2-40B4-BE49-F238E27FC236}">
                  <a16:creationId xmlns:a16="http://schemas.microsoft.com/office/drawing/2014/main" id="{A579F1DA-E305-0555-36D8-3656004E9054}"/>
                </a:ext>
              </a:extLst>
            </p:cNvPr>
            <p:cNvSpPr>
              <a:spLocks noChangeArrowheads="1"/>
            </p:cNvSpPr>
            <p:nvPr/>
          </p:nvSpPr>
          <p:spPr bwMode="auto">
            <a:xfrm>
              <a:off x="3133" y="3076"/>
              <a:ext cx="22" cy="23"/>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9" name="Oval 60">
              <a:extLst>
                <a:ext uri="{FF2B5EF4-FFF2-40B4-BE49-F238E27FC236}">
                  <a16:creationId xmlns:a16="http://schemas.microsoft.com/office/drawing/2014/main" id="{0E8D04A7-C09A-BDCD-8F40-8FE7D2D27EA9}"/>
                </a:ext>
              </a:extLst>
            </p:cNvPr>
            <p:cNvSpPr>
              <a:spLocks noChangeArrowheads="1"/>
            </p:cNvSpPr>
            <p:nvPr/>
          </p:nvSpPr>
          <p:spPr bwMode="auto">
            <a:xfrm>
              <a:off x="3175" y="3061"/>
              <a:ext cx="28"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0" name="Oval 61">
              <a:extLst>
                <a:ext uri="{FF2B5EF4-FFF2-40B4-BE49-F238E27FC236}">
                  <a16:creationId xmlns:a16="http://schemas.microsoft.com/office/drawing/2014/main" id="{D51C5B0C-4104-3FF2-FE6D-1087262F8301}"/>
                </a:ext>
              </a:extLst>
            </p:cNvPr>
            <p:cNvSpPr>
              <a:spLocks noChangeArrowheads="1"/>
            </p:cNvSpPr>
            <p:nvPr/>
          </p:nvSpPr>
          <p:spPr bwMode="auto">
            <a:xfrm>
              <a:off x="3201" y="3134"/>
              <a:ext cx="28"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1" name="Oval 62">
              <a:extLst>
                <a:ext uri="{FF2B5EF4-FFF2-40B4-BE49-F238E27FC236}">
                  <a16:creationId xmlns:a16="http://schemas.microsoft.com/office/drawing/2014/main" id="{5FB4AE00-56DD-AB96-0A71-77AC0EE9A9A3}"/>
                </a:ext>
              </a:extLst>
            </p:cNvPr>
            <p:cNvSpPr>
              <a:spLocks noChangeArrowheads="1"/>
            </p:cNvSpPr>
            <p:nvPr/>
          </p:nvSpPr>
          <p:spPr bwMode="auto">
            <a:xfrm>
              <a:off x="3249" y="3170"/>
              <a:ext cx="22"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2" name="Oval 63">
              <a:extLst>
                <a:ext uri="{FF2B5EF4-FFF2-40B4-BE49-F238E27FC236}">
                  <a16:creationId xmlns:a16="http://schemas.microsoft.com/office/drawing/2014/main" id="{92112603-C610-F8F5-8B0D-7E138FB0945A}"/>
                </a:ext>
              </a:extLst>
            </p:cNvPr>
            <p:cNvSpPr>
              <a:spLocks noChangeArrowheads="1"/>
            </p:cNvSpPr>
            <p:nvPr/>
          </p:nvSpPr>
          <p:spPr bwMode="auto">
            <a:xfrm>
              <a:off x="3281" y="3129"/>
              <a:ext cx="27"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3" name="Oval 64">
              <a:extLst>
                <a:ext uri="{FF2B5EF4-FFF2-40B4-BE49-F238E27FC236}">
                  <a16:creationId xmlns:a16="http://schemas.microsoft.com/office/drawing/2014/main" id="{D8B71858-7F28-D35E-ABCD-D8280377DA4F}"/>
                </a:ext>
              </a:extLst>
            </p:cNvPr>
            <p:cNvSpPr>
              <a:spLocks noChangeArrowheads="1"/>
            </p:cNvSpPr>
            <p:nvPr/>
          </p:nvSpPr>
          <p:spPr bwMode="auto">
            <a:xfrm>
              <a:off x="3318" y="3176"/>
              <a:ext cx="22"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4" name="Oval 65">
              <a:extLst>
                <a:ext uri="{FF2B5EF4-FFF2-40B4-BE49-F238E27FC236}">
                  <a16:creationId xmlns:a16="http://schemas.microsoft.com/office/drawing/2014/main" id="{EBAFDC64-EE13-FABB-8C79-FD2F6545F152}"/>
                </a:ext>
              </a:extLst>
            </p:cNvPr>
            <p:cNvSpPr>
              <a:spLocks noChangeArrowheads="1"/>
            </p:cNvSpPr>
            <p:nvPr/>
          </p:nvSpPr>
          <p:spPr bwMode="auto">
            <a:xfrm>
              <a:off x="3392" y="3186"/>
              <a:ext cx="27" cy="22"/>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5" name="Oval 66">
              <a:extLst>
                <a:ext uri="{FF2B5EF4-FFF2-40B4-BE49-F238E27FC236}">
                  <a16:creationId xmlns:a16="http://schemas.microsoft.com/office/drawing/2014/main" id="{557CFF74-0EF0-1F20-B6FA-D9912B43F646}"/>
                </a:ext>
              </a:extLst>
            </p:cNvPr>
            <p:cNvSpPr>
              <a:spLocks noChangeArrowheads="1"/>
            </p:cNvSpPr>
            <p:nvPr/>
          </p:nvSpPr>
          <p:spPr bwMode="auto">
            <a:xfrm>
              <a:off x="3413" y="3144"/>
              <a:ext cx="29" cy="28"/>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6" name="Oval 67">
              <a:extLst>
                <a:ext uri="{FF2B5EF4-FFF2-40B4-BE49-F238E27FC236}">
                  <a16:creationId xmlns:a16="http://schemas.microsoft.com/office/drawing/2014/main" id="{99FBC811-D2C8-6BAF-465D-16E0F22DB3E7}"/>
                </a:ext>
              </a:extLst>
            </p:cNvPr>
            <p:cNvSpPr>
              <a:spLocks noChangeArrowheads="1"/>
            </p:cNvSpPr>
            <p:nvPr/>
          </p:nvSpPr>
          <p:spPr bwMode="auto">
            <a:xfrm>
              <a:off x="3434" y="3191"/>
              <a:ext cx="28" cy="22"/>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7" name="Oval 68">
              <a:extLst>
                <a:ext uri="{FF2B5EF4-FFF2-40B4-BE49-F238E27FC236}">
                  <a16:creationId xmlns:a16="http://schemas.microsoft.com/office/drawing/2014/main" id="{39AF7BA1-5510-C847-A616-7ED4D537EEA0}"/>
                </a:ext>
              </a:extLst>
            </p:cNvPr>
            <p:cNvSpPr>
              <a:spLocks noChangeArrowheads="1"/>
            </p:cNvSpPr>
            <p:nvPr/>
          </p:nvSpPr>
          <p:spPr bwMode="auto">
            <a:xfrm>
              <a:off x="3477" y="3160"/>
              <a:ext cx="27"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8" name="Oval 69">
              <a:extLst>
                <a:ext uri="{FF2B5EF4-FFF2-40B4-BE49-F238E27FC236}">
                  <a16:creationId xmlns:a16="http://schemas.microsoft.com/office/drawing/2014/main" id="{AFDB9BD7-0EEA-35CE-9BCC-C54D094DAA1C}"/>
                </a:ext>
              </a:extLst>
            </p:cNvPr>
            <p:cNvSpPr>
              <a:spLocks noChangeArrowheads="1"/>
            </p:cNvSpPr>
            <p:nvPr/>
          </p:nvSpPr>
          <p:spPr bwMode="auto">
            <a:xfrm>
              <a:off x="3159" y="3108"/>
              <a:ext cx="28"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29" name="Oval 70">
              <a:extLst>
                <a:ext uri="{FF2B5EF4-FFF2-40B4-BE49-F238E27FC236}">
                  <a16:creationId xmlns:a16="http://schemas.microsoft.com/office/drawing/2014/main" id="{901AE3B6-6F0C-D95C-C5FA-181CD4ECEF2D}"/>
                </a:ext>
              </a:extLst>
            </p:cNvPr>
            <p:cNvSpPr>
              <a:spLocks noChangeArrowheads="1"/>
            </p:cNvSpPr>
            <p:nvPr/>
          </p:nvSpPr>
          <p:spPr bwMode="auto">
            <a:xfrm>
              <a:off x="3117" y="3040"/>
              <a:ext cx="22"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30" name="Oval 71">
              <a:extLst>
                <a:ext uri="{FF2B5EF4-FFF2-40B4-BE49-F238E27FC236}">
                  <a16:creationId xmlns:a16="http://schemas.microsoft.com/office/drawing/2014/main" id="{8519EAB9-A414-0BAA-7F5E-C447D6FCC1E4}"/>
                </a:ext>
              </a:extLst>
            </p:cNvPr>
            <p:cNvSpPr>
              <a:spLocks noChangeArrowheads="1"/>
            </p:cNvSpPr>
            <p:nvPr/>
          </p:nvSpPr>
          <p:spPr bwMode="auto">
            <a:xfrm>
              <a:off x="3360" y="3223"/>
              <a:ext cx="28"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31" name="Oval 72">
              <a:extLst>
                <a:ext uri="{FF2B5EF4-FFF2-40B4-BE49-F238E27FC236}">
                  <a16:creationId xmlns:a16="http://schemas.microsoft.com/office/drawing/2014/main" id="{1C170786-0B92-CA88-B94A-F228C4DB26AB}"/>
                </a:ext>
              </a:extLst>
            </p:cNvPr>
            <p:cNvSpPr>
              <a:spLocks noChangeArrowheads="1"/>
            </p:cNvSpPr>
            <p:nvPr/>
          </p:nvSpPr>
          <p:spPr bwMode="auto">
            <a:xfrm>
              <a:off x="3339" y="3108"/>
              <a:ext cx="28"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32" name="Oval 73">
              <a:extLst>
                <a:ext uri="{FF2B5EF4-FFF2-40B4-BE49-F238E27FC236}">
                  <a16:creationId xmlns:a16="http://schemas.microsoft.com/office/drawing/2014/main" id="{B82E398D-2FC5-CFE6-CE34-F83B215FB5F7}"/>
                </a:ext>
              </a:extLst>
            </p:cNvPr>
            <p:cNvSpPr>
              <a:spLocks noChangeArrowheads="1"/>
            </p:cNvSpPr>
            <p:nvPr/>
          </p:nvSpPr>
          <p:spPr bwMode="auto">
            <a:xfrm>
              <a:off x="3355" y="3139"/>
              <a:ext cx="22"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33" name="Oval 74">
              <a:extLst>
                <a:ext uri="{FF2B5EF4-FFF2-40B4-BE49-F238E27FC236}">
                  <a16:creationId xmlns:a16="http://schemas.microsoft.com/office/drawing/2014/main" id="{FBF3D508-6632-B38F-9CA1-C7BBCF450B5A}"/>
                </a:ext>
              </a:extLst>
            </p:cNvPr>
            <p:cNvSpPr>
              <a:spLocks noChangeArrowheads="1"/>
            </p:cNvSpPr>
            <p:nvPr/>
          </p:nvSpPr>
          <p:spPr bwMode="auto">
            <a:xfrm>
              <a:off x="3217" y="3170"/>
              <a:ext cx="23"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34" name="Oval 75">
              <a:extLst>
                <a:ext uri="{FF2B5EF4-FFF2-40B4-BE49-F238E27FC236}">
                  <a16:creationId xmlns:a16="http://schemas.microsoft.com/office/drawing/2014/main" id="{FFF2C3C5-E0C3-0857-BDC5-F9F77F4D1E32}"/>
                </a:ext>
              </a:extLst>
            </p:cNvPr>
            <p:cNvSpPr>
              <a:spLocks noChangeArrowheads="1"/>
            </p:cNvSpPr>
            <p:nvPr/>
          </p:nvSpPr>
          <p:spPr bwMode="auto">
            <a:xfrm>
              <a:off x="3233" y="3092"/>
              <a:ext cx="29" cy="27"/>
            </a:xfrm>
            <a:prstGeom prst="ellipse">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grpSp>
      <p:sp>
        <p:nvSpPr>
          <p:cNvPr id="90122" name="Rectangle 77">
            <a:extLst>
              <a:ext uri="{FF2B5EF4-FFF2-40B4-BE49-F238E27FC236}">
                <a16:creationId xmlns:a16="http://schemas.microsoft.com/office/drawing/2014/main" id="{001F01D9-CF14-41DD-84B2-95EDC33BF8D7}"/>
              </a:ext>
            </a:extLst>
          </p:cNvPr>
          <p:cNvSpPr>
            <a:spLocks noChangeArrowheads="1"/>
          </p:cNvSpPr>
          <p:nvPr/>
        </p:nvSpPr>
        <p:spPr bwMode="auto">
          <a:xfrm>
            <a:off x="6367463" y="5046663"/>
            <a:ext cx="1162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6060FF"/>
                </a:solidFill>
                <a:latin typeface="微软雅黑" panose="020B0503020204020204" pitchFamily="34" charset="-122"/>
                <a:ea typeface="微软雅黑" panose="020B0503020204020204" pitchFamily="34" charset="-122"/>
              </a:rPr>
              <a:t>相关和回归</a:t>
            </a:r>
            <a:endParaRPr lang="en-US" altLang="zh-CN" sz="2400" i="1">
              <a:solidFill>
                <a:srgbClr val="FFFFFF"/>
              </a:solidFill>
              <a:latin typeface="微软雅黑" panose="020B0503020204020204" pitchFamily="34" charset="-122"/>
              <a:ea typeface="微软雅黑" panose="020B0503020204020204" pitchFamily="34" charset="-122"/>
            </a:endParaRPr>
          </a:p>
        </p:txBody>
      </p:sp>
      <p:sp>
        <p:nvSpPr>
          <p:cNvPr id="36" name="Rectangle 78">
            <a:extLst>
              <a:ext uri="{FF2B5EF4-FFF2-40B4-BE49-F238E27FC236}">
                <a16:creationId xmlns:a16="http://schemas.microsoft.com/office/drawing/2014/main" id="{A52B76D2-55FE-39AE-4A16-874FE9842187}"/>
              </a:ext>
            </a:extLst>
          </p:cNvPr>
          <p:cNvSpPr>
            <a:spLocks noChangeArrowheads="1"/>
          </p:cNvSpPr>
          <p:nvPr/>
        </p:nvSpPr>
        <p:spPr bwMode="auto">
          <a:xfrm>
            <a:off x="6353175" y="5248275"/>
            <a:ext cx="1601788" cy="395288"/>
          </a:xfrm>
          <a:prstGeom prst="rect">
            <a:avLst/>
          </a:prstGeom>
          <a:noFill/>
          <a:ln>
            <a:noFill/>
          </a:ln>
        </p:spPr>
        <p:txBody>
          <a:bodyPr/>
          <a:lstStyle/>
          <a:p>
            <a:pPr fontAlgn="auto">
              <a:spcBef>
                <a:spcPts val="0"/>
              </a:spcBef>
              <a:spcAft>
                <a:spcPts val="0"/>
              </a:spcAft>
              <a:defRPr/>
            </a:pPr>
            <a:endParaRPr lang="en-US" kern="0">
              <a:solidFill>
                <a:sysClr val="windowText" lastClr="000000"/>
              </a:solidFill>
            </a:endParaRPr>
          </a:p>
        </p:txBody>
      </p:sp>
      <p:sp>
        <p:nvSpPr>
          <p:cNvPr id="90124" name="Rectangle 80">
            <a:extLst>
              <a:ext uri="{FF2B5EF4-FFF2-40B4-BE49-F238E27FC236}">
                <a16:creationId xmlns:a16="http://schemas.microsoft.com/office/drawing/2014/main" id="{A218B5DE-237D-0214-0540-7A6518C567F1}"/>
              </a:ext>
            </a:extLst>
          </p:cNvPr>
          <p:cNvSpPr>
            <a:spLocks noChangeArrowheads="1"/>
          </p:cNvSpPr>
          <p:nvPr/>
        </p:nvSpPr>
        <p:spPr bwMode="auto">
          <a:xfrm>
            <a:off x="7151688" y="5453063"/>
            <a:ext cx="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zh-CN" sz="2400" i="1">
              <a:solidFill>
                <a:srgbClr val="000000"/>
              </a:solidFill>
              <a:latin typeface="Times New Roman" panose="02020603050405020304" pitchFamily="18" charset="0"/>
            </a:endParaRPr>
          </a:p>
        </p:txBody>
      </p:sp>
      <p:grpSp>
        <p:nvGrpSpPr>
          <p:cNvPr id="90125" name="Group 81">
            <a:extLst>
              <a:ext uri="{FF2B5EF4-FFF2-40B4-BE49-F238E27FC236}">
                <a16:creationId xmlns:a16="http://schemas.microsoft.com/office/drawing/2014/main" id="{9987B71D-3FF5-2A4E-FC0F-4E033D1CBF6E}"/>
              </a:ext>
            </a:extLst>
          </p:cNvPr>
          <p:cNvGrpSpPr>
            <a:grpSpLocks/>
          </p:cNvGrpSpPr>
          <p:nvPr/>
        </p:nvGrpSpPr>
        <p:grpSpPr bwMode="auto">
          <a:xfrm>
            <a:off x="6362700" y="5400675"/>
            <a:ext cx="1268413" cy="958850"/>
            <a:chOff x="2908" y="3347"/>
            <a:chExt cx="737" cy="271"/>
          </a:xfrm>
        </p:grpSpPr>
        <p:sp>
          <p:nvSpPr>
            <p:cNvPr id="39" name="Rectangle 82">
              <a:extLst>
                <a:ext uri="{FF2B5EF4-FFF2-40B4-BE49-F238E27FC236}">
                  <a16:creationId xmlns:a16="http://schemas.microsoft.com/office/drawing/2014/main" id="{AA6EA0C1-A2F8-539F-8A3D-07730A1A1130}"/>
                </a:ext>
              </a:extLst>
            </p:cNvPr>
            <p:cNvSpPr>
              <a:spLocks noChangeArrowheads="1"/>
            </p:cNvSpPr>
            <p:nvPr/>
          </p:nvSpPr>
          <p:spPr bwMode="auto">
            <a:xfrm>
              <a:off x="2908" y="3347"/>
              <a:ext cx="737" cy="18"/>
            </a:xfrm>
            <a:prstGeom prst="rect">
              <a:avLst/>
            </a:pr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40" name="Rectangle 83">
              <a:extLst>
                <a:ext uri="{FF2B5EF4-FFF2-40B4-BE49-F238E27FC236}">
                  <a16:creationId xmlns:a16="http://schemas.microsoft.com/office/drawing/2014/main" id="{8D39952A-2C6B-1551-E28A-4020CC733235}"/>
                </a:ext>
              </a:extLst>
            </p:cNvPr>
            <p:cNvSpPr>
              <a:spLocks noChangeArrowheads="1"/>
            </p:cNvSpPr>
            <p:nvPr/>
          </p:nvSpPr>
          <p:spPr bwMode="auto">
            <a:xfrm>
              <a:off x="2908" y="3600"/>
              <a:ext cx="737" cy="18"/>
            </a:xfrm>
            <a:prstGeom prst="rect">
              <a:avLst/>
            </a:pr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nvGrpSpPr>
          <p:cNvPr id="90126" name="Group 84">
            <a:extLst>
              <a:ext uri="{FF2B5EF4-FFF2-40B4-BE49-F238E27FC236}">
                <a16:creationId xmlns:a16="http://schemas.microsoft.com/office/drawing/2014/main" id="{1D26A3DB-912B-C3AD-A1FD-0D20A732C4E7}"/>
              </a:ext>
            </a:extLst>
          </p:cNvPr>
          <p:cNvGrpSpPr>
            <a:grpSpLocks/>
          </p:cNvGrpSpPr>
          <p:nvPr/>
        </p:nvGrpSpPr>
        <p:grpSpPr bwMode="auto">
          <a:xfrm>
            <a:off x="5300663" y="4341813"/>
            <a:ext cx="471487" cy="796925"/>
            <a:chOff x="2436" y="2626"/>
            <a:chExt cx="274" cy="502"/>
          </a:xfrm>
        </p:grpSpPr>
        <p:sp>
          <p:nvSpPr>
            <p:cNvPr id="42" name="Freeform 85">
              <a:extLst>
                <a:ext uri="{FF2B5EF4-FFF2-40B4-BE49-F238E27FC236}">
                  <a16:creationId xmlns:a16="http://schemas.microsoft.com/office/drawing/2014/main" id="{D3E5EF73-AB8D-26BC-227D-F0DD84010994}"/>
                </a:ext>
              </a:extLst>
            </p:cNvPr>
            <p:cNvSpPr>
              <a:spLocks/>
            </p:cNvSpPr>
            <p:nvPr/>
          </p:nvSpPr>
          <p:spPr bwMode="auto">
            <a:xfrm>
              <a:off x="2436" y="2626"/>
              <a:ext cx="192" cy="468"/>
            </a:xfrm>
            <a:custGeom>
              <a:avLst/>
              <a:gdLst>
                <a:gd name="T0" fmla="*/ 36 w 192"/>
                <a:gd name="T1" fmla="*/ 0 h 468"/>
                <a:gd name="T2" fmla="*/ 0 w 192"/>
                <a:gd name="T3" fmla="*/ 0 h 468"/>
                <a:gd name="T4" fmla="*/ 0 w 192"/>
                <a:gd name="T5" fmla="*/ 51 h 468"/>
                <a:gd name="T6" fmla="*/ 1 w 192"/>
                <a:gd name="T7" fmla="*/ 100 h 468"/>
                <a:gd name="T8" fmla="*/ 3 w 192"/>
                <a:gd name="T9" fmla="*/ 149 h 468"/>
                <a:gd name="T10" fmla="*/ 7 w 192"/>
                <a:gd name="T11" fmla="*/ 196 h 468"/>
                <a:gd name="T12" fmla="*/ 12 w 192"/>
                <a:gd name="T13" fmla="*/ 240 h 468"/>
                <a:gd name="T14" fmla="*/ 20 w 192"/>
                <a:gd name="T15" fmla="*/ 281 h 468"/>
                <a:gd name="T16" fmla="*/ 22 w 192"/>
                <a:gd name="T17" fmla="*/ 288 h 468"/>
                <a:gd name="T18" fmla="*/ 26 w 192"/>
                <a:gd name="T19" fmla="*/ 307 h 468"/>
                <a:gd name="T20" fmla="*/ 32 w 192"/>
                <a:gd name="T21" fmla="*/ 325 h 468"/>
                <a:gd name="T22" fmla="*/ 39 w 192"/>
                <a:gd name="T23" fmla="*/ 341 h 468"/>
                <a:gd name="T24" fmla="*/ 48 w 192"/>
                <a:gd name="T25" fmla="*/ 359 h 468"/>
                <a:gd name="T26" fmla="*/ 57 w 192"/>
                <a:gd name="T27" fmla="*/ 375 h 468"/>
                <a:gd name="T28" fmla="*/ 61 w 192"/>
                <a:gd name="T29" fmla="*/ 381 h 468"/>
                <a:gd name="T30" fmla="*/ 73 w 192"/>
                <a:gd name="T31" fmla="*/ 397 h 468"/>
                <a:gd name="T32" fmla="*/ 87 w 192"/>
                <a:gd name="T33" fmla="*/ 412 h 468"/>
                <a:gd name="T34" fmla="*/ 102 w 192"/>
                <a:gd name="T35" fmla="*/ 425 h 468"/>
                <a:gd name="T36" fmla="*/ 118 w 192"/>
                <a:gd name="T37" fmla="*/ 436 h 468"/>
                <a:gd name="T38" fmla="*/ 124 w 192"/>
                <a:gd name="T39" fmla="*/ 440 h 468"/>
                <a:gd name="T40" fmla="*/ 141 w 192"/>
                <a:gd name="T41" fmla="*/ 450 h 468"/>
                <a:gd name="T42" fmla="*/ 159 w 192"/>
                <a:gd name="T43" fmla="*/ 459 h 468"/>
                <a:gd name="T44" fmla="*/ 178 w 192"/>
                <a:gd name="T45" fmla="*/ 468 h 468"/>
                <a:gd name="T46" fmla="*/ 192 w 192"/>
                <a:gd name="T47" fmla="*/ 435 h 468"/>
                <a:gd name="T48" fmla="*/ 173 w 192"/>
                <a:gd name="T49" fmla="*/ 426 h 468"/>
                <a:gd name="T50" fmla="*/ 155 w 192"/>
                <a:gd name="T51" fmla="*/ 417 h 468"/>
                <a:gd name="T52" fmla="*/ 138 w 192"/>
                <a:gd name="T53" fmla="*/ 407 h 468"/>
                <a:gd name="T54" fmla="*/ 131 w 192"/>
                <a:gd name="T55" fmla="*/ 423 h 468"/>
                <a:gd name="T56" fmla="*/ 144 w 192"/>
                <a:gd name="T57" fmla="*/ 410 h 468"/>
                <a:gd name="T58" fmla="*/ 128 w 192"/>
                <a:gd name="T59" fmla="*/ 399 h 468"/>
                <a:gd name="T60" fmla="*/ 113 w 192"/>
                <a:gd name="T61" fmla="*/ 386 h 468"/>
                <a:gd name="T62" fmla="*/ 99 w 192"/>
                <a:gd name="T63" fmla="*/ 371 h 468"/>
                <a:gd name="T64" fmla="*/ 87 w 192"/>
                <a:gd name="T65" fmla="*/ 355 h 468"/>
                <a:gd name="T66" fmla="*/ 74 w 192"/>
                <a:gd name="T67" fmla="*/ 368 h 468"/>
                <a:gd name="T68" fmla="*/ 90 w 192"/>
                <a:gd name="T69" fmla="*/ 361 h 468"/>
                <a:gd name="T70" fmla="*/ 79 w 192"/>
                <a:gd name="T71" fmla="*/ 342 h 468"/>
                <a:gd name="T72" fmla="*/ 72 w 192"/>
                <a:gd name="T73" fmla="*/ 327 h 468"/>
                <a:gd name="T74" fmla="*/ 65 w 192"/>
                <a:gd name="T75" fmla="*/ 311 h 468"/>
                <a:gd name="T76" fmla="*/ 59 w 192"/>
                <a:gd name="T77" fmla="*/ 293 h 468"/>
                <a:gd name="T78" fmla="*/ 55 w 192"/>
                <a:gd name="T79" fmla="*/ 274 h 468"/>
                <a:gd name="T80" fmla="*/ 38 w 192"/>
                <a:gd name="T81" fmla="*/ 281 h 468"/>
                <a:gd name="T82" fmla="*/ 56 w 192"/>
                <a:gd name="T83" fmla="*/ 281 h 468"/>
                <a:gd name="T84" fmla="*/ 48 w 192"/>
                <a:gd name="T85" fmla="*/ 240 h 468"/>
                <a:gd name="T86" fmla="*/ 43 w 192"/>
                <a:gd name="T87" fmla="*/ 196 h 468"/>
                <a:gd name="T88" fmla="*/ 39 w 192"/>
                <a:gd name="T89" fmla="*/ 149 h 468"/>
                <a:gd name="T90" fmla="*/ 37 w 192"/>
                <a:gd name="T91" fmla="*/ 100 h 468"/>
                <a:gd name="T92" fmla="*/ 36 w 192"/>
                <a:gd name="T93" fmla="*/ 51 h 468"/>
                <a:gd name="T94" fmla="*/ 36 w 192"/>
                <a:gd name="T95" fmla="*/ 0 h 46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2" h="468">
                  <a:moveTo>
                    <a:pt x="36" y="0"/>
                  </a:moveTo>
                  <a:lnTo>
                    <a:pt x="0" y="0"/>
                  </a:lnTo>
                  <a:lnTo>
                    <a:pt x="0" y="51"/>
                  </a:lnTo>
                  <a:lnTo>
                    <a:pt x="1" y="100"/>
                  </a:lnTo>
                  <a:lnTo>
                    <a:pt x="3" y="149"/>
                  </a:lnTo>
                  <a:lnTo>
                    <a:pt x="7" y="196"/>
                  </a:lnTo>
                  <a:lnTo>
                    <a:pt x="12" y="240"/>
                  </a:lnTo>
                  <a:lnTo>
                    <a:pt x="20" y="281"/>
                  </a:lnTo>
                  <a:lnTo>
                    <a:pt x="22" y="288"/>
                  </a:lnTo>
                  <a:lnTo>
                    <a:pt x="26" y="307"/>
                  </a:lnTo>
                  <a:lnTo>
                    <a:pt x="32" y="325"/>
                  </a:lnTo>
                  <a:lnTo>
                    <a:pt x="39" y="341"/>
                  </a:lnTo>
                  <a:lnTo>
                    <a:pt x="48" y="359"/>
                  </a:lnTo>
                  <a:lnTo>
                    <a:pt x="57" y="375"/>
                  </a:lnTo>
                  <a:lnTo>
                    <a:pt x="61" y="381"/>
                  </a:lnTo>
                  <a:lnTo>
                    <a:pt x="73" y="397"/>
                  </a:lnTo>
                  <a:lnTo>
                    <a:pt x="87" y="412"/>
                  </a:lnTo>
                  <a:lnTo>
                    <a:pt x="102" y="425"/>
                  </a:lnTo>
                  <a:lnTo>
                    <a:pt x="118" y="436"/>
                  </a:lnTo>
                  <a:lnTo>
                    <a:pt x="124" y="440"/>
                  </a:lnTo>
                  <a:lnTo>
                    <a:pt x="141" y="450"/>
                  </a:lnTo>
                  <a:lnTo>
                    <a:pt x="159" y="459"/>
                  </a:lnTo>
                  <a:lnTo>
                    <a:pt x="178" y="468"/>
                  </a:lnTo>
                  <a:lnTo>
                    <a:pt x="192" y="435"/>
                  </a:lnTo>
                  <a:lnTo>
                    <a:pt x="173" y="426"/>
                  </a:lnTo>
                  <a:lnTo>
                    <a:pt x="155" y="417"/>
                  </a:lnTo>
                  <a:lnTo>
                    <a:pt x="138" y="407"/>
                  </a:lnTo>
                  <a:lnTo>
                    <a:pt x="131" y="423"/>
                  </a:lnTo>
                  <a:lnTo>
                    <a:pt x="144" y="410"/>
                  </a:lnTo>
                  <a:lnTo>
                    <a:pt x="128" y="399"/>
                  </a:lnTo>
                  <a:lnTo>
                    <a:pt x="113" y="386"/>
                  </a:lnTo>
                  <a:lnTo>
                    <a:pt x="99" y="371"/>
                  </a:lnTo>
                  <a:lnTo>
                    <a:pt x="87" y="355"/>
                  </a:lnTo>
                  <a:lnTo>
                    <a:pt x="74" y="368"/>
                  </a:lnTo>
                  <a:lnTo>
                    <a:pt x="90" y="361"/>
                  </a:lnTo>
                  <a:lnTo>
                    <a:pt x="79" y="342"/>
                  </a:lnTo>
                  <a:lnTo>
                    <a:pt x="72" y="327"/>
                  </a:lnTo>
                  <a:lnTo>
                    <a:pt x="65" y="311"/>
                  </a:lnTo>
                  <a:lnTo>
                    <a:pt x="59" y="293"/>
                  </a:lnTo>
                  <a:lnTo>
                    <a:pt x="55" y="274"/>
                  </a:lnTo>
                  <a:lnTo>
                    <a:pt x="38" y="281"/>
                  </a:lnTo>
                  <a:lnTo>
                    <a:pt x="56" y="281"/>
                  </a:lnTo>
                  <a:lnTo>
                    <a:pt x="48" y="240"/>
                  </a:lnTo>
                  <a:lnTo>
                    <a:pt x="43" y="196"/>
                  </a:lnTo>
                  <a:lnTo>
                    <a:pt x="39" y="149"/>
                  </a:lnTo>
                  <a:lnTo>
                    <a:pt x="37" y="100"/>
                  </a:lnTo>
                  <a:lnTo>
                    <a:pt x="36" y="51"/>
                  </a:lnTo>
                  <a:lnTo>
                    <a:pt x="36" y="0"/>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43" name="Freeform 86">
              <a:extLst>
                <a:ext uri="{FF2B5EF4-FFF2-40B4-BE49-F238E27FC236}">
                  <a16:creationId xmlns:a16="http://schemas.microsoft.com/office/drawing/2014/main" id="{019DEFEB-89F5-A674-236A-8556A0B3D1F4}"/>
                </a:ext>
              </a:extLst>
            </p:cNvPr>
            <p:cNvSpPr>
              <a:spLocks/>
            </p:cNvSpPr>
            <p:nvPr/>
          </p:nvSpPr>
          <p:spPr bwMode="auto">
            <a:xfrm>
              <a:off x="2558" y="2999"/>
              <a:ext cx="152" cy="129"/>
            </a:xfrm>
            <a:custGeom>
              <a:avLst/>
              <a:gdLst>
                <a:gd name="T0" fmla="*/ 0 w 152"/>
                <a:gd name="T1" fmla="*/ 129 h 129"/>
                <a:gd name="T2" fmla="*/ 152 w 152"/>
                <a:gd name="T3" fmla="*/ 109 h 129"/>
                <a:gd name="T4" fmla="*/ 45 w 152"/>
                <a:gd name="T5" fmla="*/ 0 h 129"/>
                <a:gd name="T6" fmla="*/ 63 w 152"/>
                <a:gd name="T7" fmla="*/ 78 h 129"/>
                <a:gd name="T8" fmla="*/ 0 w 152"/>
                <a:gd name="T9" fmla="*/ 129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129">
                  <a:moveTo>
                    <a:pt x="0" y="129"/>
                  </a:moveTo>
                  <a:lnTo>
                    <a:pt x="152" y="109"/>
                  </a:lnTo>
                  <a:lnTo>
                    <a:pt x="45" y="0"/>
                  </a:lnTo>
                  <a:lnTo>
                    <a:pt x="63" y="78"/>
                  </a:lnTo>
                  <a:lnTo>
                    <a:pt x="0" y="129"/>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nvGrpSpPr>
          <p:cNvPr id="90127" name="Group 87">
            <a:extLst>
              <a:ext uri="{FF2B5EF4-FFF2-40B4-BE49-F238E27FC236}">
                <a16:creationId xmlns:a16="http://schemas.microsoft.com/office/drawing/2014/main" id="{3B0D5596-63C8-5C7A-0D03-F438EF5BFEF7}"/>
              </a:ext>
            </a:extLst>
          </p:cNvPr>
          <p:cNvGrpSpPr>
            <a:grpSpLocks/>
          </p:cNvGrpSpPr>
          <p:nvPr/>
        </p:nvGrpSpPr>
        <p:grpSpPr bwMode="auto">
          <a:xfrm>
            <a:off x="4427538" y="4192588"/>
            <a:ext cx="879475" cy="749300"/>
            <a:chOff x="1937" y="2624"/>
            <a:chExt cx="511" cy="472"/>
          </a:xfrm>
        </p:grpSpPr>
        <p:sp>
          <p:nvSpPr>
            <p:cNvPr id="45" name="Freeform 88">
              <a:extLst>
                <a:ext uri="{FF2B5EF4-FFF2-40B4-BE49-F238E27FC236}">
                  <a16:creationId xmlns:a16="http://schemas.microsoft.com/office/drawing/2014/main" id="{E1EFFBB4-363A-7D46-7703-3592849A5018}"/>
                </a:ext>
              </a:extLst>
            </p:cNvPr>
            <p:cNvSpPr>
              <a:spLocks/>
            </p:cNvSpPr>
            <p:nvPr/>
          </p:nvSpPr>
          <p:spPr bwMode="auto">
            <a:xfrm>
              <a:off x="2029" y="2624"/>
              <a:ext cx="419" cy="429"/>
            </a:xfrm>
            <a:custGeom>
              <a:avLst/>
              <a:gdLst>
                <a:gd name="T0" fmla="*/ 419 w 419"/>
                <a:gd name="T1" fmla="*/ 0 h 429"/>
                <a:gd name="T2" fmla="*/ 383 w 419"/>
                <a:gd name="T3" fmla="*/ 0 h 429"/>
                <a:gd name="T4" fmla="*/ 382 w 419"/>
                <a:gd name="T5" fmla="*/ 45 h 429"/>
                <a:gd name="T6" fmla="*/ 380 w 419"/>
                <a:gd name="T7" fmla="*/ 89 h 429"/>
                <a:gd name="T8" fmla="*/ 377 w 419"/>
                <a:gd name="T9" fmla="*/ 131 h 429"/>
                <a:gd name="T10" fmla="*/ 370 w 419"/>
                <a:gd name="T11" fmla="*/ 173 h 429"/>
                <a:gd name="T12" fmla="*/ 388 w 419"/>
                <a:gd name="T13" fmla="*/ 173 h 429"/>
                <a:gd name="T14" fmla="*/ 371 w 419"/>
                <a:gd name="T15" fmla="*/ 166 h 429"/>
                <a:gd name="T16" fmla="*/ 367 w 419"/>
                <a:gd name="T17" fmla="*/ 185 h 429"/>
                <a:gd name="T18" fmla="*/ 361 w 419"/>
                <a:gd name="T19" fmla="*/ 204 h 429"/>
                <a:gd name="T20" fmla="*/ 354 w 419"/>
                <a:gd name="T21" fmla="*/ 223 h 429"/>
                <a:gd name="T22" fmla="*/ 346 w 419"/>
                <a:gd name="T23" fmla="*/ 241 h 429"/>
                <a:gd name="T24" fmla="*/ 336 w 419"/>
                <a:gd name="T25" fmla="*/ 257 h 429"/>
                <a:gd name="T26" fmla="*/ 353 w 419"/>
                <a:gd name="T27" fmla="*/ 264 h 429"/>
                <a:gd name="T28" fmla="*/ 340 w 419"/>
                <a:gd name="T29" fmla="*/ 251 h 429"/>
                <a:gd name="T30" fmla="*/ 329 w 419"/>
                <a:gd name="T31" fmla="*/ 267 h 429"/>
                <a:gd name="T32" fmla="*/ 316 w 419"/>
                <a:gd name="T33" fmla="*/ 282 h 429"/>
                <a:gd name="T34" fmla="*/ 303 w 419"/>
                <a:gd name="T35" fmla="*/ 296 h 429"/>
                <a:gd name="T36" fmla="*/ 288 w 419"/>
                <a:gd name="T37" fmla="*/ 306 h 429"/>
                <a:gd name="T38" fmla="*/ 274 w 419"/>
                <a:gd name="T39" fmla="*/ 316 h 429"/>
                <a:gd name="T40" fmla="*/ 287 w 419"/>
                <a:gd name="T41" fmla="*/ 329 h 429"/>
                <a:gd name="T42" fmla="*/ 280 w 419"/>
                <a:gd name="T43" fmla="*/ 312 h 429"/>
                <a:gd name="T44" fmla="*/ 265 w 419"/>
                <a:gd name="T45" fmla="*/ 321 h 429"/>
                <a:gd name="T46" fmla="*/ 248 w 419"/>
                <a:gd name="T47" fmla="*/ 329 h 429"/>
                <a:gd name="T48" fmla="*/ 213 w 419"/>
                <a:gd name="T49" fmla="*/ 344 h 429"/>
                <a:gd name="T50" fmla="*/ 174 w 419"/>
                <a:gd name="T51" fmla="*/ 357 h 429"/>
                <a:gd name="T52" fmla="*/ 133 w 419"/>
                <a:gd name="T53" fmla="*/ 368 h 429"/>
                <a:gd name="T54" fmla="*/ 89 w 419"/>
                <a:gd name="T55" fmla="*/ 378 h 429"/>
                <a:gd name="T56" fmla="*/ 96 w 419"/>
                <a:gd name="T57" fmla="*/ 395 h 429"/>
                <a:gd name="T58" fmla="*/ 96 w 419"/>
                <a:gd name="T59" fmla="*/ 377 h 429"/>
                <a:gd name="T60" fmla="*/ 49 w 419"/>
                <a:gd name="T61" fmla="*/ 385 h 429"/>
                <a:gd name="T62" fmla="*/ 0 w 419"/>
                <a:gd name="T63" fmla="*/ 394 h 429"/>
                <a:gd name="T64" fmla="*/ 5 w 419"/>
                <a:gd name="T65" fmla="*/ 429 h 429"/>
                <a:gd name="T66" fmla="*/ 49 w 419"/>
                <a:gd name="T67" fmla="*/ 421 h 429"/>
                <a:gd name="T68" fmla="*/ 96 w 419"/>
                <a:gd name="T69" fmla="*/ 413 h 429"/>
                <a:gd name="T70" fmla="*/ 103 w 419"/>
                <a:gd name="T71" fmla="*/ 411 h 429"/>
                <a:gd name="T72" fmla="*/ 147 w 419"/>
                <a:gd name="T73" fmla="*/ 401 h 429"/>
                <a:gd name="T74" fmla="*/ 188 w 419"/>
                <a:gd name="T75" fmla="*/ 390 h 429"/>
                <a:gd name="T76" fmla="*/ 227 w 419"/>
                <a:gd name="T77" fmla="*/ 377 h 429"/>
                <a:gd name="T78" fmla="*/ 262 w 419"/>
                <a:gd name="T79" fmla="*/ 362 h 429"/>
                <a:gd name="T80" fmla="*/ 279 w 419"/>
                <a:gd name="T81" fmla="*/ 354 h 429"/>
                <a:gd name="T82" fmla="*/ 294 w 419"/>
                <a:gd name="T83" fmla="*/ 345 h 429"/>
                <a:gd name="T84" fmla="*/ 300 w 419"/>
                <a:gd name="T85" fmla="*/ 342 h 429"/>
                <a:gd name="T86" fmla="*/ 314 w 419"/>
                <a:gd name="T87" fmla="*/ 332 h 429"/>
                <a:gd name="T88" fmla="*/ 326 w 419"/>
                <a:gd name="T89" fmla="*/ 323 h 429"/>
                <a:gd name="T90" fmla="*/ 342 w 419"/>
                <a:gd name="T91" fmla="*/ 308 h 429"/>
                <a:gd name="T92" fmla="*/ 355 w 419"/>
                <a:gd name="T93" fmla="*/ 293 h 429"/>
                <a:gd name="T94" fmla="*/ 366 w 419"/>
                <a:gd name="T95" fmla="*/ 277 h 429"/>
                <a:gd name="T96" fmla="*/ 369 w 419"/>
                <a:gd name="T97" fmla="*/ 271 h 429"/>
                <a:gd name="T98" fmla="*/ 379 w 419"/>
                <a:gd name="T99" fmla="*/ 255 h 429"/>
                <a:gd name="T100" fmla="*/ 387 w 419"/>
                <a:gd name="T101" fmla="*/ 237 h 429"/>
                <a:gd name="T102" fmla="*/ 394 w 419"/>
                <a:gd name="T103" fmla="*/ 218 h 429"/>
                <a:gd name="T104" fmla="*/ 400 w 419"/>
                <a:gd name="T105" fmla="*/ 199 h 429"/>
                <a:gd name="T106" fmla="*/ 404 w 419"/>
                <a:gd name="T107" fmla="*/ 180 h 429"/>
                <a:gd name="T108" fmla="*/ 406 w 419"/>
                <a:gd name="T109" fmla="*/ 173 h 429"/>
                <a:gd name="T110" fmla="*/ 406 w 419"/>
                <a:gd name="T111" fmla="*/ 173 h 429"/>
                <a:gd name="T112" fmla="*/ 413 w 419"/>
                <a:gd name="T113" fmla="*/ 131 h 429"/>
                <a:gd name="T114" fmla="*/ 416 w 419"/>
                <a:gd name="T115" fmla="*/ 89 h 429"/>
                <a:gd name="T116" fmla="*/ 418 w 419"/>
                <a:gd name="T117" fmla="*/ 45 h 429"/>
                <a:gd name="T118" fmla="*/ 419 w 419"/>
                <a:gd name="T119" fmla="*/ 0 h 4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19" h="429">
                  <a:moveTo>
                    <a:pt x="419" y="0"/>
                  </a:moveTo>
                  <a:lnTo>
                    <a:pt x="383" y="0"/>
                  </a:lnTo>
                  <a:lnTo>
                    <a:pt x="382" y="45"/>
                  </a:lnTo>
                  <a:lnTo>
                    <a:pt x="380" y="89"/>
                  </a:lnTo>
                  <a:lnTo>
                    <a:pt x="377" y="131"/>
                  </a:lnTo>
                  <a:lnTo>
                    <a:pt x="370" y="173"/>
                  </a:lnTo>
                  <a:lnTo>
                    <a:pt x="388" y="173"/>
                  </a:lnTo>
                  <a:lnTo>
                    <a:pt x="371" y="166"/>
                  </a:lnTo>
                  <a:lnTo>
                    <a:pt x="367" y="185"/>
                  </a:lnTo>
                  <a:lnTo>
                    <a:pt x="361" y="204"/>
                  </a:lnTo>
                  <a:lnTo>
                    <a:pt x="354" y="223"/>
                  </a:lnTo>
                  <a:lnTo>
                    <a:pt x="346" y="241"/>
                  </a:lnTo>
                  <a:lnTo>
                    <a:pt x="336" y="257"/>
                  </a:lnTo>
                  <a:lnTo>
                    <a:pt x="353" y="264"/>
                  </a:lnTo>
                  <a:lnTo>
                    <a:pt x="340" y="251"/>
                  </a:lnTo>
                  <a:lnTo>
                    <a:pt x="329" y="267"/>
                  </a:lnTo>
                  <a:lnTo>
                    <a:pt x="316" y="282"/>
                  </a:lnTo>
                  <a:lnTo>
                    <a:pt x="303" y="296"/>
                  </a:lnTo>
                  <a:lnTo>
                    <a:pt x="288" y="306"/>
                  </a:lnTo>
                  <a:lnTo>
                    <a:pt x="274" y="316"/>
                  </a:lnTo>
                  <a:lnTo>
                    <a:pt x="287" y="329"/>
                  </a:lnTo>
                  <a:lnTo>
                    <a:pt x="280" y="312"/>
                  </a:lnTo>
                  <a:lnTo>
                    <a:pt x="265" y="321"/>
                  </a:lnTo>
                  <a:lnTo>
                    <a:pt x="248" y="329"/>
                  </a:lnTo>
                  <a:lnTo>
                    <a:pt x="213" y="344"/>
                  </a:lnTo>
                  <a:lnTo>
                    <a:pt x="174" y="357"/>
                  </a:lnTo>
                  <a:lnTo>
                    <a:pt x="133" y="368"/>
                  </a:lnTo>
                  <a:lnTo>
                    <a:pt x="89" y="378"/>
                  </a:lnTo>
                  <a:lnTo>
                    <a:pt x="96" y="395"/>
                  </a:lnTo>
                  <a:lnTo>
                    <a:pt x="96" y="377"/>
                  </a:lnTo>
                  <a:lnTo>
                    <a:pt x="49" y="385"/>
                  </a:lnTo>
                  <a:lnTo>
                    <a:pt x="0" y="394"/>
                  </a:lnTo>
                  <a:lnTo>
                    <a:pt x="5" y="429"/>
                  </a:lnTo>
                  <a:lnTo>
                    <a:pt x="49" y="421"/>
                  </a:lnTo>
                  <a:lnTo>
                    <a:pt x="96" y="413"/>
                  </a:lnTo>
                  <a:lnTo>
                    <a:pt x="103" y="411"/>
                  </a:lnTo>
                  <a:lnTo>
                    <a:pt x="147" y="401"/>
                  </a:lnTo>
                  <a:lnTo>
                    <a:pt x="188" y="390"/>
                  </a:lnTo>
                  <a:lnTo>
                    <a:pt x="227" y="377"/>
                  </a:lnTo>
                  <a:lnTo>
                    <a:pt x="262" y="362"/>
                  </a:lnTo>
                  <a:lnTo>
                    <a:pt x="279" y="354"/>
                  </a:lnTo>
                  <a:lnTo>
                    <a:pt x="294" y="345"/>
                  </a:lnTo>
                  <a:lnTo>
                    <a:pt x="300" y="342"/>
                  </a:lnTo>
                  <a:lnTo>
                    <a:pt x="314" y="332"/>
                  </a:lnTo>
                  <a:lnTo>
                    <a:pt x="326" y="323"/>
                  </a:lnTo>
                  <a:lnTo>
                    <a:pt x="342" y="308"/>
                  </a:lnTo>
                  <a:lnTo>
                    <a:pt x="355" y="293"/>
                  </a:lnTo>
                  <a:lnTo>
                    <a:pt x="366" y="277"/>
                  </a:lnTo>
                  <a:lnTo>
                    <a:pt x="369" y="271"/>
                  </a:lnTo>
                  <a:lnTo>
                    <a:pt x="379" y="255"/>
                  </a:lnTo>
                  <a:lnTo>
                    <a:pt x="387" y="237"/>
                  </a:lnTo>
                  <a:lnTo>
                    <a:pt x="394" y="218"/>
                  </a:lnTo>
                  <a:lnTo>
                    <a:pt x="400" y="199"/>
                  </a:lnTo>
                  <a:lnTo>
                    <a:pt x="404" y="180"/>
                  </a:lnTo>
                  <a:lnTo>
                    <a:pt x="406" y="173"/>
                  </a:lnTo>
                  <a:lnTo>
                    <a:pt x="413" y="131"/>
                  </a:lnTo>
                  <a:lnTo>
                    <a:pt x="416" y="89"/>
                  </a:lnTo>
                  <a:lnTo>
                    <a:pt x="418" y="45"/>
                  </a:lnTo>
                  <a:lnTo>
                    <a:pt x="419" y="0"/>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46" name="Freeform 89">
              <a:extLst>
                <a:ext uri="{FF2B5EF4-FFF2-40B4-BE49-F238E27FC236}">
                  <a16:creationId xmlns:a16="http://schemas.microsoft.com/office/drawing/2014/main" id="{EE78269A-3256-A8AB-BFD4-68538D31446A}"/>
                </a:ext>
              </a:extLst>
            </p:cNvPr>
            <p:cNvSpPr>
              <a:spLocks/>
            </p:cNvSpPr>
            <p:nvPr/>
          </p:nvSpPr>
          <p:spPr bwMode="auto">
            <a:xfrm>
              <a:off x="1937" y="2961"/>
              <a:ext cx="146" cy="135"/>
            </a:xfrm>
            <a:custGeom>
              <a:avLst/>
              <a:gdLst>
                <a:gd name="T0" fmla="*/ 125 w 146"/>
                <a:gd name="T1" fmla="*/ 0 h 135"/>
                <a:gd name="T2" fmla="*/ 0 w 146"/>
                <a:gd name="T3" fmla="*/ 88 h 135"/>
                <a:gd name="T4" fmla="*/ 146 w 146"/>
                <a:gd name="T5" fmla="*/ 135 h 135"/>
                <a:gd name="T6" fmla="*/ 93 w 146"/>
                <a:gd name="T7" fmla="*/ 74 h 135"/>
                <a:gd name="T8" fmla="*/ 125 w 146"/>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5">
                  <a:moveTo>
                    <a:pt x="125" y="0"/>
                  </a:moveTo>
                  <a:lnTo>
                    <a:pt x="0" y="88"/>
                  </a:lnTo>
                  <a:lnTo>
                    <a:pt x="146" y="135"/>
                  </a:lnTo>
                  <a:lnTo>
                    <a:pt x="93" y="74"/>
                  </a:lnTo>
                  <a:lnTo>
                    <a:pt x="125" y="0"/>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nvGrpSpPr>
          <p:cNvPr id="90128" name="Group 93">
            <a:extLst>
              <a:ext uri="{FF2B5EF4-FFF2-40B4-BE49-F238E27FC236}">
                <a16:creationId xmlns:a16="http://schemas.microsoft.com/office/drawing/2014/main" id="{0C43432C-9B02-C061-9623-45115E4BDC9C}"/>
              </a:ext>
            </a:extLst>
          </p:cNvPr>
          <p:cNvGrpSpPr>
            <a:grpSpLocks/>
          </p:cNvGrpSpPr>
          <p:nvPr/>
        </p:nvGrpSpPr>
        <p:grpSpPr bwMode="auto">
          <a:xfrm>
            <a:off x="5335588" y="4368800"/>
            <a:ext cx="471487" cy="796925"/>
            <a:chOff x="2417" y="2614"/>
            <a:chExt cx="274" cy="502"/>
          </a:xfrm>
        </p:grpSpPr>
        <p:sp>
          <p:nvSpPr>
            <p:cNvPr id="48" name="Freeform 94">
              <a:extLst>
                <a:ext uri="{FF2B5EF4-FFF2-40B4-BE49-F238E27FC236}">
                  <a16:creationId xmlns:a16="http://schemas.microsoft.com/office/drawing/2014/main" id="{47097EB6-F0C9-F41F-1E8D-3A2A5D0ADE1C}"/>
                </a:ext>
              </a:extLst>
            </p:cNvPr>
            <p:cNvSpPr>
              <a:spLocks/>
            </p:cNvSpPr>
            <p:nvPr/>
          </p:nvSpPr>
          <p:spPr bwMode="auto">
            <a:xfrm>
              <a:off x="2417" y="2614"/>
              <a:ext cx="192" cy="468"/>
            </a:xfrm>
            <a:custGeom>
              <a:avLst/>
              <a:gdLst>
                <a:gd name="T0" fmla="*/ 36 w 192"/>
                <a:gd name="T1" fmla="*/ 0 h 468"/>
                <a:gd name="T2" fmla="*/ 0 w 192"/>
                <a:gd name="T3" fmla="*/ 0 h 468"/>
                <a:gd name="T4" fmla="*/ 0 w 192"/>
                <a:gd name="T5" fmla="*/ 51 h 468"/>
                <a:gd name="T6" fmla="*/ 1 w 192"/>
                <a:gd name="T7" fmla="*/ 100 h 468"/>
                <a:gd name="T8" fmla="*/ 3 w 192"/>
                <a:gd name="T9" fmla="*/ 149 h 468"/>
                <a:gd name="T10" fmla="*/ 7 w 192"/>
                <a:gd name="T11" fmla="*/ 196 h 468"/>
                <a:gd name="T12" fmla="*/ 12 w 192"/>
                <a:gd name="T13" fmla="*/ 240 h 468"/>
                <a:gd name="T14" fmla="*/ 20 w 192"/>
                <a:gd name="T15" fmla="*/ 281 h 468"/>
                <a:gd name="T16" fmla="*/ 22 w 192"/>
                <a:gd name="T17" fmla="*/ 288 h 468"/>
                <a:gd name="T18" fmla="*/ 26 w 192"/>
                <a:gd name="T19" fmla="*/ 307 h 468"/>
                <a:gd name="T20" fmla="*/ 32 w 192"/>
                <a:gd name="T21" fmla="*/ 325 h 468"/>
                <a:gd name="T22" fmla="*/ 39 w 192"/>
                <a:gd name="T23" fmla="*/ 341 h 468"/>
                <a:gd name="T24" fmla="*/ 48 w 192"/>
                <a:gd name="T25" fmla="*/ 359 h 468"/>
                <a:gd name="T26" fmla="*/ 57 w 192"/>
                <a:gd name="T27" fmla="*/ 375 h 468"/>
                <a:gd name="T28" fmla="*/ 61 w 192"/>
                <a:gd name="T29" fmla="*/ 381 h 468"/>
                <a:gd name="T30" fmla="*/ 73 w 192"/>
                <a:gd name="T31" fmla="*/ 397 h 468"/>
                <a:gd name="T32" fmla="*/ 87 w 192"/>
                <a:gd name="T33" fmla="*/ 412 h 468"/>
                <a:gd name="T34" fmla="*/ 102 w 192"/>
                <a:gd name="T35" fmla="*/ 425 h 468"/>
                <a:gd name="T36" fmla="*/ 118 w 192"/>
                <a:gd name="T37" fmla="*/ 436 h 468"/>
                <a:gd name="T38" fmla="*/ 124 w 192"/>
                <a:gd name="T39" fmla="*/ 440 h 468"/>
                <a:gd name="T40" fmla="*/ 141 w 192"/>
                <a:gd name="T41" fmla="*/ 450 h 468"/>
                <a:gd name="T42" fmla="*/ 159 w 192"/>
                <a:gd name="T43" fmla="*/ 459 h 468"/>
                <a:gd name="T44" fmla="*/ 178 w 192"/>
                <a:gd name="T45" fmla="*/ 468 h 468"/>
                <a:gd name="T46" fmla="*/ 192 w 192"/>
                <a:gd name="T47" fmla="*/ 435 h 468"/>
                <a:gd name="T48" fmla="*/ 173 w 192"/>
                <a:gd name="T49" fmla="*/ 426 h 468"/>
                <a:gd name="T50" fmla="*/ 155 w 192"/>
                <a:gd name="T51" fmla="*/ 417 h 468"/>
                <a:gd name="T52" fmla="*/ 138 w 192"/>
                <a:gd name="T53" fmla="*/ 407 h 468"/>
                <a:gd name="T54" fmla="*/ 131 w 192"/>
                <a:gd name="T55" fmla="*/ 423 h 468"/>
                <a:gd name="T56" fmla="*/ 144 w 192"/>
                <a:gd name="T57" fmla="*/ 410 h 468"/>
                <a:gd name="T58" fmla="*/ 128 w 192"/>
                <a:gd name="T59" fmla="*/ 399 h 468"/>
                <a:gd name="T60" fmla="*/ 113 w 192"/>
                <a:gd name="T61" fmla="*/ 386 h 468"/>
                <a:gd name="T62" fmla="*/ 99 w 192"/>
                <a:gd name="T63" fmla="*/ 371 h 468"/>
                <a:gd name="T64" fmla="*/ 87 w 192"/>
                <a:gd name="T65" fmla="*/ 355 h 468"/>
                <a:gd name="T66" fmla="*/ 74 w 192"/>
                <a:gd name="T67" fmla="*/ 368 h 468"/>
                <a:gd name="T68" fmla="*/ 90 w 192"/>
                <a:gd name="T69" fmla="*/ 361 h 468"/>
                <a:gd name="T70" fmla="*/ 79 w 192"/>
                <a:gd name="T71" fmla="*/ 342 h 468"/>
                <a:gd name="T72" fmla="*/ 72 w 192"/>
                <a:gd name="T73" fmla="*/ 327 h 468"/>
                <a:gd name="T74" fmla="*/ 65 w 192"/>
                <a:gd name="T75" fmla="*/ 311 h 468"/>
                <a:gd name="T76" fmla="*/ 59 w 192"/>
                <a:gd name="T77" fmla="*/ 293 h 468"/>
                <a:gd name="T78" fmla="*/ 55 w 192"/>
                <a:gd name="T79" fmla="*/ 274 h 468"/>
                <a:gd name="T80" fmla="*/ 38 w 192"/>
                <a:gd name="T81" fmla="*/ 281 h 468"/>
                <a:gd name="T82" fmla="*/ 56 w 192"/>
                <a:gd name="T83" fmla="*/ 281 h 468"/>
                <a:gd name="T84" fmla="*/ 48 w 192"/>
                <a:gd name="T85" fmla="*/ 240 h 468"/>
                <a:gd name="T86" fmla="*/ 43 w 192"/>
                <a:gd name="T87" fmla="*/ 196 h 468"/>
                <a:gd name="T88" fmla="*/ 39 w 192"/>
                <a:gd name="T89" fmla="*/ 149 h 468"/>
                <a:gd name="T90" fmla="*/ 37 w 192"/>
                <a:gd name="T91" fmla="*/ 100 h 468"/>
                <a:gd name="T92" fmla="*/ 36 w 192"/>
                <a:gd name="T93" fmla="*/ 51 h 468"/>
                <a:gd name="T94" fmla="*/ 36 w 192"/>
                <a:gd name="T95" fmla="*/ 0 h 46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2" h="468">
                  <a:moveTo>
                    <a:pt x="36" y="0"/>
                  </a:moveTo>
                  <a:lnTo>
                    <a:pt x="0" y="0"/>
                  </a:lnTo>
                  <a:lnTo>
                    <a:pt x="0" y="51"/>
                  </a:lnTo>
                  <a:lnTo>
                    <a:pt x="1" y="100"/>
                  </a:lnTo>
                  <a:lnTo>
                    <a:pt x="3" y="149"/>
                  </a:lnTo>
                  <a:lnTo>
                    <a:pt x="7" y="196"/>
                  </a:lnTo>
                  <a:lnTo>
                    <a:pt x="12" y="240"/>
                  </a:lnTo>
                  <a:lnTo>
                    <a:pt x="20" y="281"/>
                  </a:lnTo>
                  <a:lnTo>
                    <a:pt x="22" y="288"/>
                  </a:lnTo>
                  <a:lnTo>
                    <a:pt x="26" y="307"/>
                  </a:lnTo>
                  <a:lnTo>
                    <a:pt x="32" y="325"/>
                  </a:lnTo>
                  <a:lnTo>
                    <a:pt x="39" y="341"/>
                  </a:lnTo>
                  <a:lnTo>
                    <a:pt x="48" y="359"/>
                  </a:lnTo>
                  <a:lnTo>
                    <a:pt x="57" y="375"/>
                  </a:lnTo>
                  <a:lnTo>
                    <a:pt x="61" y="381"/>
                  </a:lnTo>
                  <a:lnTo>
                    <a:pt x="73" y="397"/>
                  </a:lnTo>
                  <a:lnTo>
                    <a:pt x="87" y="412"/>
                  </a:lnTo>
                  <a:lnTo>
                    <a:pt x="102" y="425"/>
                  </a:lnTo>
                  <a:lnTo>
                    <a:pt x="118" y="436"/>
                  </a:lnTo>
                  <a:lnTo>
                    <a:pt x="124" y="440"/>
                  </a:lnTo>
                  <a:lnTo>
                    <a:pt x="141" y="450"/>
                  </a:lnTo>
                  <a:lnTo>
                    <a:pt x="159" y="459"/>
                  </a:lnTo>
                  <a:lnTo>
                    <a:pt x="178" y="468"/>
                  </a:lnTo>
                  <a:lnTo>
                    <a:pt x="192" y="435"/>
                  </a:lnTo>
                  <a:lnTo>
                    <a:pt x="173" y="426"/>
                  </a:lnTo>
                  <a:lnTo>
                    <a:pt x="155" y="417"/>
                  </a:lnTo>
                  <a:lnTo>
                    <a:pt x="138" y="407"/>
                  </a:lnTo>
                  <a:lnTo>
                    <a:pt x="131" y="423"/>
                  </a:lnTo>
                  <a:lnTo>
                    <a:pt x="144" y="410"/>
                  </a:lnTo>
                  <a:lnTo>
                    <a:pt x="128" y="399"/>
                  </a:lnTo>
                  <a:lnTo>
                    <a:pt x="113" y="386"/>
                  </a:lnTo>
                  <a:lnTo>
                    <a:pt x="99" y="371"/>
                  </a:lnTo>
                  <a:lnTo>
                    <a:pt x="87" y="355"/>
                  </a:lnTo>
                  <a:lnTo>
                    <a:pt x="74" y="368"/>
                  </a:lnTo>
                  <a:lnTo>
                    <a:pt x="90" y="361"/>
                  </a:lnTo>
                  <a:lnTo>
                    <a:pt x="79" y="342"/>
                  </a:lnTo>
                  <a:lnTo>
                    <a:pt x="72" y="327"/>
                  </a:lnTo>
                  <a:lnTo>
                    <a:pt x="65" y="311"/>
                  </a:lnTo>
                  <a:lnTo>
                    <a:pt x="59" y="293"/>
                  </a:lnTo>
                  <a:lnTo>
                    <a:pt x="55" y="274"/>
                  </a:lnTo>
                  <a:lnTo>
                    <a:pt x="38" y="281"/>
                  </a:lnTo>
                  <a:lnTo>
                    <a:pt x="56" y="281"/>
                  </a:lnTo>
                  <a:lnTo>
                    <a:pt x="48" y="240"/>
                  </a:lnTo>
                  <a:lnTo>
                    <a:pt x="43" y="196"/>
                  </a:lnTo>
                  <a:lnTo>
                    <a:pt x="39" y="149"/>
                  </a:lnTo>
                  <a:lnTo>
                    <a:pt x="37" y="100"/>
                  </a:lnTo>
                  <a:lnTo>
                    <a:pt x="36" y="51"/>
                  </a:lnTo>
                  <a:lnTo>
                    <a:pt x="36" y="0"/>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49" name="Freeform 95">
              <a:extLst>
                <a:ext uri="{FF2B5EF4-FFF2-40B4-BE49-F238E27FC236}">
                  <a16:creationId xmlns:a16="http://schemas.microsoft.com/office/drawing/2014/main" id="{047C6F5D-B867-5E25-9812-D3C808C97489}"/>
                </a:ext>
              </a:extLst>
            </p:cNvPr>
            <p:cNvSpPr>
              <a:spLocks/>
            </p:cNvSpPr>
            <p:nvPr/>
          </p:nvSpPr>
          <p:spPr bwMode="auto">
            <a:xfrm>
              <a:off x="2539" y="2987"/>
              <a:ext cx="152" cy="129"/>
            </a:xfrm>
            <a:custGeom>
              <a:avLst/>
              <a:gdLst>
                <a:gd name="T0" fmla="*/ 0 w 152"/>
                <a:gd name="T1" fmla="*/ 129 h 129"/>
                <a:gd name="T2" fmla="*/ 152 w 152"/>
                <a:gd name="T3" fmla="*/ 109 h 129"/>
                <a:gd name="T4" fmla="*/ 45 w 152"/>
                <a:gd name="T5" fmla="*/ 0 h 129"/>
                <a:gd name="T6" fmla="*/ 63 w 152"/>
                <a:gd name="T7" fmla="*/ 78 h 129"/>
                <a:gd name="T8" fmla="*/ 0 w 152"/>
                <a:gd name="T9" fmla="*/ 129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129">
                  <a:moveTo>
                    <a:pt x="0" y="129"/>
                  </a:moveTo>
                  <a:lnTo>
                    <a:pt x="152" y="109"/>
                  </a:lnTo>
                  <a:lnTo>
                    <a:pt x="45" y="0"/>
                  </a:lnTo>
                  <a:lnTo>
                    <a:pt x="63" y="78"/>
                  </a:lnTo>
                  <a:lnTo>
                    <a:pt x="0" y="129"/>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nvGrpSpPr>
          <p:cNvPr id="90129" name="Group 96">
            <a:extLst>
              <a:ext uri="{FF2B5EF4-FFF2-40B4-BE49-F238E27FC236}">
                <a16:creationId xmlns:a16="http://schemas.microsoft.com/office/drawing/2014/main" id="{EB69D785-9CAB-F9DB-C5DE-4271EE04122D}"/>
              </a:ext>
            </a:extLst>
          </p:cNvPr>
          <p:cNvGrpSpPr>
            <a:grpSpLocks/>
          </p:cNvGrpSpPr>
          <p:nvPr/>
        </p:nvGrpSpPr>
        <p:grpSpPr bwMode="auto">
          <a:xfrm>
            <a:off x="4403725" y="4173538"/>
            <a:ext cx="911225" cy="742950"/>
            <a:chOff x="1923" y="2612"/>
            <a:chExt cx="530" cy="468"/>
          </a:xfrm>
        </p:grpSpPr>
        <p:sp>
          <p:nvSpPr>
            <p:cNvPr id="51" name="Freeform 97">
              <a:extLst>
                <a:ext uri="{FF2B5EF4-FFF2-40B4-BE49-F238E27FC236}">
                  <a16:creationId xmlns:a16="http://schemas.microsoft.com/office/drawing/2014/main" id="{46DC061A-2331-EB88-7267-0F43DED173B6}"/>
                </a:ext>
              </a:extLst>
            </p:cNvPr>
            <p:cNvSpPr>
              <a:spLocks/>
            </p:cNvSpPr>
            <p:nvPr/>
          </p:nvSpPr>
          <p:spPr bwMode="auto">
            <a:xfrm>
              <a:off x="2014" y="2612"/>
              <a:ext cx="439" cy="423"/>
            </a:xfrm>
            <a:custGeom>
              <a:avLst/>
              <a:gdLst>
                <a:gd name="T0" fmla="*/ 439 w 439"/>
                <a:gd name="T1" fmla="*/ 1 h 423"/>
                <a:gd name="T2" fmla="*/ 403 w 439"/>
                <a:gd name="T3" fmla="*/ 0 h 423"/>
                <a:gd name="T4" fmla="*/ 402 w 439"/>
                <a:gd name="T5" fmla="*/ 44 h 423"/>
                <a:gd name="T6" fmla="*/ 400 w 439"/>
                <a:gd name="T7" fmla="*/ 87 h 423"/>
                <a:gd name="T8" fmla="*/ 396 w 439"/>
                <a:gd name="T9" fmla="*/ 129 h 423"/>
                <a:gd name="T10" fmla="*/ 390 w 439"/>
                <a:gd name="T11" fmla="*/ 170 h 423"/>
                <a:gd name="T12" fmla="*/ 408 w 439"/>
                <a:gd name="T13" fmla="*/ 170 h 423"/>
                <a:gd name="T14" fmla="*/ 391 w 439"/>
                <a:gd name="T15" fmla="*/ 163 h 423"/>
                <a:gd name="T16" fmla="*/ 386 w 439"/>
                <a:gd name="T17" fmla="*/ 183 h 423"/>
                <a:gd name="T18" fmla="*/ 380 w 439"/>
                <a:gd name="T19" fmla="*/ 201 h 423"/>
                <a:gd name="T20" fmla="*/ 373 w 439"/>
                <a:gd name="T21" fmla="*/ 220 h 423"/>
                <a:gd name="T22" fmla="*/ 365 w 439"/>
                <a:gd name="T23" fmla="*/ 237 h 423"/>
                <a:gd name="T24" fmla="*/ 355 w 439"/>
                <a:gd name="T25" fmla="*/ 253 h 423"/>
                <a:gd name="T26" fmla="*/ 371 w 439"/>
                <a:gd name="T27" fmla="*/ 260 h 423"/>
                <a:gd name="T28" fmla="*/ 358 w 439"/>
                <a:gd name="T29" fmla="*/ 247 h 423"/>
                <a:gd name="T30" fmla="*/ 347 w 439"/>
                <a:gd name="T31" fmla="*/ 263 h 423"/>
                <a:gd name="T32" fmla="*/ 333 w 439"/>
                <a:gd name="T33" fmla="*/ 278 h 423"/>
                <a:gd name="T34" fmla="*/ 320 w 439"/>
                <a:gd name="T35" fmla="*/ 290 h 423"/>
                <a:gd name="T36" fmla="*/ 304 w 439"/>
                <a:gd name="T37" fmla="*/ 301 h 423"/>
                <a:gd name="T38" fmla="*/ 317 w 439"/>
                <a:gd name="T39" fmla="*/ 314 h 423"/>
                <a:gd name="T40" fmla="*/ 310 w 439"/>
                <a:gd name="T41" fmla="*/ 298 h 423"/>
                <a:gd name="T42" fmla="*/ 295 w 439"/>
                <a:gd name="T43" fmla="*/ 307 h 423"/>
                <a:gd name="T44" fmla="*/ 279 w 439"/>
                <a:gd name="T45" fmla="*/ 316 h 423"/>
                <a:gd name="T46" fmla="*/ 262 w 439"/>
                <a:gd name="T47" fmla="*/ 324 h 423"/>
                <a:gd name="T48" fmla="*/ 244 w 439"/>
                <a:gd name="T49" fmla="*/ 332 h 423"/>
                <a:gd name="T50" fmla="*/ 225 w 439"/>
                <a:gd name="T51" fmla="*/ 339 h 423"/>
                <a:gd name="T52" fmla="*/ 184 w 439"/>
                <a:gd name="T53" fmla="*/ 352 h 423"/>
                <a:gd name="T54" fmla="*/ 140 w 439"/>
                <a:gd name="T55" fmla="*/ 363 h 423"/>
                <a:gd name="T56" fmla="*/ 94 w 439"/>
                <a:gd name="T57" fmla="*/ 373 h 423"/>
                <a:gd name="T58" fmla="*/ 101 w 439"/>
                <a:gd name="T59" fmla="*/ 389 h 423"/>
                <a:gd name="T60" fmla="*/ 101 w 439"/>
                <a:gd name="T61" fmla="*/ 371 h 423"/>
                <a:gd name="T62" fmla="*/ 52 w 439"/>
                <a:gd name="T63" fmla="*/ 380 h 423"/>
                <a:gd name="T64" fmla="*/ 0 w 439"/>
                <a:gd name="T65" fmla="*/ 388 h 423"/>
                <a:gd name="T66" fmla="*/ 5 w 439"/>
                <a:gd name="T67" fmla="*/ 423 h 423"/>
                <a:gd name="T68" fmla="*/ 52 w 439"/>
                <a:gd name="T69" fmla="*/ 416 h 423"/>
                <a:gd name="T70" fmla="*/ 101 w 439"/>
                <a:gd name="T71" fmla="*/ 407 h 423"/>
                <a:gd name="T72" fmla="*/ 108 w 439"/>
                <a:gd name="T73" fmla="*/ 406 h 423"/>
                <a:gd name="T74" fmla="*/ 154 w 439"/>
                <a:gd name="T75" fmla="*/ 396 h 423"/>
                <a:gd name="T76" fmla="*/ 198 w 439"/>
                <a:gd name="T77" fmla="*/ 385 h 423"/>
                <a:gd name="T78" fmla="*/ 239 w 439"/>
                <a:gd name="T79" fmla="*/ 372 h 423"/>
                <a:gd name="T80" fmla="*/ 258 w 439"/>
                <a:gd name="T81" fmla="*/ 365 h 423"/>
                <a:gd name="T82" fmla="*/ 276 w 439"/>
                <a:gd name="T83" fmla="*/ 357 h 423"/>
                <a:gd name="T84" fmla="*/ 293 w 439"/>
                <a:gd name="T85" fmla="*/ 349 h 423"/>
                <a:gd name="T86" fmla="*/ 309 w 439"/>
                <a:gd name="T87" fmla="*/ 340 h 423"/>
                <a:gd name="T88" fmla="*/ 324 w 439"/>
                <a:gd name="T89" fmla="*/ 331 h 423"/>
                <a:gd name="T90" fmla="*/ 330 w 439"/>
                <a:gd name="T91" fmla="*/ 327 h 423"/>
                <a:gd name="T92" fmla="*/ 342 w 439"/>
                <a:gd name="T93" fmla="*/ 318 h 423"/>
                <a:gd name="T94" fmla="*/ 359 w 439"/>
                <a:gd name="T95" fmla="*/ 304 h 423"/>
                <a:gd name="T96" fmla="*/ 373 w 439"/>
                <a:gd name="T97" fmla="*/ 289 h 423"/>
                <a:gd name="T98" fmla="*/ 384 w 439"/>
                <a:gd name="T99" fmla="*/ 273 h 423"/>
                <a:gd name="T100" fmla="*/ 388 w 439"/>
                <a:gd name="T101" fmla="*/ 267 h 423"/>
                <a:gd name="T102" fmla="*/ 398 w 439"/>
                <a:gd name="T103" fmla="*/ 251 h 423"/>
                <a:gd name="T104" fmla="*/ 406 w 439"/>
                <a:gd name="T105" fmla="*/ 234 h 423"/>
                <a:gd name="T106" fmla="*/ 413 w 439"/>
                <a:gd name="T107" fmla="*/ 215 h 423"/>
                <a:gd name="T108" fmla="*/ 419 w 439"/>
                <a:gd name="T109" fmla="*/ 197 h 423"/>
                <a:gd name="T110" fmla="*/ 424 w 439"/>
                <a:gd name="T111" fmla="*/ 177 h 423"/>
                <a:gd name="T112" fmla="*/ 426 w 439"/>
                <a:gd name="T113" fmla="*/ 170 h 423"/>
                <a:gd name="T114" fmla="*/ 426 w 439"/>
                <a:gd name="T115" fmla="*/ 170 h 423"/>
                <a:gd name="T116" fmla="*/ 432 w 439"/>
                <a:gd name="T117" fmla="*/ 129 h 423"/>
                <a:gd name="T118" fmla="*/ 436 w 439"/>
                <a:gd name="T119" fmla="*/ 87 h 423"/>
                <a:gd name="T120" fmla="*/ 438 w 439"/>
                <a:gd name="T121" fmla="*/ 44 h 423"/>
                <a:gd name="T122" fmla="*/ 439 w 439"/>
                <a:gd name="T123" fmla="*/ 1 h 4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39" h="423">
                  <a:moveTo>
                    <a:pt x="439" y="1"/>
                  </a:moveTo>
                  <a:lnTo>
                    <a:pt x="403" y="0"/>
                  </a:lnTo>
                  <a:lnTo>
                    <a:pt x="402" y="44"/>
                  </a:lnTo>
                  <a:lnTo>
                    <a:pt x="400" y="87"/>
                  </a:lnTo>
                  <a:lnTo>
                    <a:pt x="396" y="129"/>
                  </a:lnTo>
                  <a:lnTo>
                    <a:pt x="390" y="170"/>
                  </a:lnTo>
                  <a:lnTo>
                    <a:pt x="408" y="170"/>
                  </a:lnTo>
                  <a:lnTo>
                    <a:pt x="391" y="163"/>
                  </a:lnTo>
                  <a:lnTo>
                    <a:pt x="386" y="183"/>
                  </a:lnTo>
                  <a:lnTo>
                    <a:pt x="380" y="201"/>
                  </a:lnTo>
                  <a:lnTo>
                    <a:pt x="373" y="220"/>
                  </a:lnTo>
                  <a:lnTo>
                    <a:pt x="365" y="237"/>
                  </a:lnTo>
                  <a:lnTo>
                    <a:pt x="355" y="253"/>
                  </a:lnTo>
                  <a:lnTo>
                    <a:pt x="371" y="260"/>
                  </a:lnTo>
                  <a:lnTo>
                    <a:pt x="358" y="247"/>
                  </a:lnTo>
                  <a:lnTo>
                    <a:pt x="347" y="263"/>
                  </a:lnTo>
                  <a:lnTo>
                    <a:pt x="333" y="278"/>
                  </a:lnTo>
                  <a:lnTo>
                    <a:pt x="320" y="290"/>
                  </a:lnTo>
                  <a:lnTo>
                    <a:pt x="304" y="301"/>
                  </a:lnTo>
                  <a:lnTo>
                    <a:pt x="317" y="314"/>
                  </a:lnTo>
                  <a:lnTo>
                    <a:pt x="310" y="298"/>
                  </a:lnTo>
                  <a:lnTo>
                    <a:pt x="295" y="307"/>
                  </a:lnTo>
                  <a:lnTo>
                    <a:pt x="279" y="316"/>
                  </a:lnTo>
                  <a:lnTo>
                    <a:pt x="262" y="324"/>
                  </a:lnTo>
                  <a:lnTo>
                    <a:pt x="244" y="332"/>
                  </a:lnTo>
                  <a:lnTo>
                    <a:pt x="225" y="339"/>
                  </a:lnTo>
                  <a:lnTo>
                    <a:pt x="184" y="352"/>
                  </a:lnTo>
                  <a:lnTo>
                    <a:pt x="140" y="363"/>
                  </a:lnTo>
                  <a:lnTo>
                    <a:pt x="94" y="373"/>
                  </a:lnTo>
                  <a:lnTo>
                    <a:pt x="101" y="389"/>
                  </a:lnTo>
                  <a:lnTo>
                    <a:pt x="101" y="371"/>
                  </a:lnTo>
                  <a:lnTo>
                    <a:pt x="52" y="380"/>
                  </a:lnTo>
                  <a:lnTo>
                    <a:pt x="0" y="388"/>
                  </a:lnTo>
                  <a:lnTo>
                    <a:pt x="5" y="423"/>
                  </a:lnTo>
                  <a:lnTo>
                    <a:pt x="52" y="416"/>
                  </a:lnTo>
                  <a:lnTo>
                    <a:pt x="101" y="407"/>
                  </a:lnTo>
                  <a:lnTo>
                    <a:pt x="108" y="406"/>
                  </a:lnTo>
                  <a:lnTo>
                    <a:pt x="154" y="396"/>
                  </a:lnTo>
                  <a:lnTo>
                    <a:pt x="198" y="385"/>
                  </a:lnTo>
                  <a:lnTo>
                    <a:pt x="239" y="372"/>
                  </a:lnTo>
                  <a:lnTo>
                    <a:pt x="258" y="365"/>
                  </a:lnTo>
                  <a:lnTo>
                    <a:pt x="276" y="357"/>
                  </a:lnTo>
                  <a:lnTo>
                    <a:pt x="293" y="349"/>
                  </a:lnTo>
                  <a:lnTo>
                    <a:pt x="309" y="340"/>
                  </a:lnTo>
                  <a:lnTo>
                    <a:pt x="324" y="331"/>
                  </a:lnTo>
                  <a:lnTo>
                    <a:pt x="330" y="327"/>
                  </a:lnTo>
                  <a:lnTo>
                    <a:pt x="342" y="318"/>
                  </a:lnTo>
                  <a:lnTo>
                    <a:pt x="359" y="304"/>
                  </a:lnTo>
                  <a:lnTo>
                    <a:pt x="373" y="289"/>
                  </a:lnTo>
                  <a:lnTo>
                    <a:pt x="384" y="273"/>
                  </a:lnTo>
                  <a:lnTo>
                    <a:pt x="388" y="267"/>
                  </a:lnTo>
                  <a:lnTo>
                    <a:pt x="398" y="251"/>
                  </a:lnTo>
                  <a:lnTo>
                    <a:pt x="406" y="234"/>
                  </a:lnTo>
                  <a:lnTo>
                    <a:pt x="413" y="215"/>
                  </a:lnTo>
                  <a:lnTo>
                    <a:pt x="419" y="197"/>
                  </a:lnTo>
                  <a:lnTo>
                    <a:pt x="424" y="177"/>
                  </a:lnTo>
                  <a:lnTo>
                    <a:pt x="426" y="170"/>
                  </a:lnTo>
                  <a:lnTo>
                    <a:pt x="432" y="129"/>
                  </a:lnTo>
                  <a:lnTo>
                    <a:pt x="436" y="87"/>
                  </a:lnTo>
                  <a:lnTo>
                    <a:pt x="438" y="44"/>
                  </a:lnTo>
                  <a:lnTo>
                    <a:pt x="439" y="1"/>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52" name="Freeform 98">
              <a:extLst>
                <a:ext uri="{FF2B5EF4-FFF2-40B4-BE49-F238E27FC236}">
                  <a16:creationId xmlns:a16="http://schemas.microsoft.com/office/drawing/2014/main" id="{2A825CEF-7EEE-EB92-05A5-5676C3FC644C}"/>
                </a:ext>
              </a:extLst>
            </p:cNvPr>
            <p:cNvSpPr>
              <a:spLocks/>
            </p:cNvSpPr>
            <p:nvPr/>
          </p:nvSpPr>
          <p:spPr bwMode="auto">
            <a:xfrm>
              <a:off x="1923" y="2944"/>
              <a:ext cx="145" cy="136"/>
            </a:xfrm>
            <a:custGeom>
              <a:avLst/>
              <a:gdLst>
                <a:gd name="T0" fmla="*/ 126 w 145"/>
                <a:gd name="T1" fmla="*/ 0 h 136"/>
                <a:gd name="T2" fmla="*/ 0 w 145"/>
                <a:gd name="T3" fmla="*/ 87 h 136"/>
                <a:gd name="T4" fmla="*/ 145 w 145"/>
                <a:gd name="T5" fmla="*/ 136 h 136"/>
                <a:gd name="T6" fmla="*/ 93 w 145"/>
                <a:gd name="T7" fmla="*/ 74 h 136"/>
                <a:gd name="T8" fmla="*/ 126 w 145"/>
                <a:gd name="T9" fmla="*/ 0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6">
                  <a:moveTo>
                    <a:pt x="126" y="0"/>
                  </a:moveTo>
                  <a:lnTo>
                    <a:pt x="0" y="87"/>
                  </a:lnTo>
                  <a:lnTo>
                    <a:pt x="145" y="136"/>
                  </a:lnTo>
                  <a:lnTo>
                    <a:pt x="93" y="74"/>
                  </a:lnTo>
                  <a:lnTo>
                    <a:pt x="126" y="0"/>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nvGrpSpPr>
          <p:cNvPr id="90130" name="Group 102">
            <a:extLst>
              <a:ext uri="{FF2B5EF4-FFF2-40B4-BE49-F238E27FC236}">
                <a16:creationId xmlns:a16="http://schemas.microsoft.com/office/drawing/2014/main" id="{EA7FB07D-EDD5-6BA2-9477-D02356B3579A}"/>
              </a:ext>
            </a:extLst>
          </p:cNvPr>
          <p:cNvGrpSpPr>
            <a:grpSpLocks/>
          </p:cNvGrpSpPr>
          <p:nvPr/>
        </p:nvGrpSpPr>
        <p:grpSpPr bwMode="auto">
          <a:xfrm>
            <a:off x="2709863" y="4183063"/>
            <a:ext cx="1477962" cy="1087437"/>
            <a:chOff x="904" y="3037"/>
            <a:chExt cx="859" cy="685"/>
          </a:xfrm>
        </p:grpSpPr>
        <p:sp>
          <p:nvSpPr>
            <p:cNvPr id="54" name="Rectangle 103">
              <a:extLst>
                <a:ext uri="{FF2B5EF4-FFF2-40B4-BE49-F238E27FC236}">
                  <a16:creationId xmlns:a16="http://schemas.microsoft.com/office/drawing/2014/main" id="{9AFAD20B-F557-34F1-4AB2-AA36DB935CED}"/>
                </a:ext>
              </a:extLst>
            </p:cNvPr>
            <p:cNvSpPr>
              <a:spLocks noChangeArrowheads="1"/>
            </p:cNvSpPr>
            <p:nvPr/>
          </p:nvSpPr>
          <p:spPr bwMode="auto">
            <a:xfrm>
              <a:off x="904" y="3037"/>
              <a:ext cx="430" cy="343"/>
            </a:xfrm>
            <a:prstGeom prst="rect">
              <a:avLst/>
            </a:prstGeom>
            <a:solidFill>
              <a:srgbClr val="FFFFCC"/>
            </a:solidFill>
            <a:ln w="19050">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55" name="Rectangle 104">
              <a:extLst>
                <a:ext uri="{FF2B5EF4-FFF2-40B4-BE49-F238E27FC236}">
                  <a16:creationId xmlns:a16="http://schemas.microsoft.com/office/drawing/2014/main" id="{ADE858B0-F901-72CF-69BE-CFE78E1B419D}"/>
                </a:ext>
              </a:extLst>
            </p:cNvPr>
            <p:cNvSpPr>
              <a:spLocks noChangeArrowheads="1"/>
            </p:cNvSpPr>
            <p:nvPr/>
          </p:nvSpPr>
          <p:spPr bwMode="auto">
            <a:xfrm>
              <a:off x="916" y="3114"/>
              <a:ext cx="393" cy="96"/>
            </a:xfrm>
            <a:prstGeom prst="rect">
              <a:avLst/>
            </a:prstGeom>
            <a:noFill/>
            <a:ln>
              <a:noFill/>
            </a:ln>
          </p:spPr>
          <p:txBody>
            <a:bodyPr wrap="none" lIns="0" tIns="0" rIns="0" bIns="0">
              <a:spAutoFit/>
            </a:bodyPr>
            <a:lstStyle/>
            <a:p>
              <a:pPr fontAlgn="auto">
                <a:spcBef>
                  <a:spcPts val="0"/>
                </a:spcBef>
                <a:spcAft>
                  <a:spcPts val="0"/>
                </a:spcAft>
                <a:defRPr/>
              </a:pPr>
              <a:r>
                <a:rPr lang="en-US" sz="1000" kern="0">
                  <a:solidFill>
                    <a:srgbClr val="CC3300"/>
                  </a:solidFill>
                  <a:latin typeface="Humanst521 BT" pitchFamily="34" charset="0"/>
                </a:rPr>
                <a:t>Chi-Square</a:t>
              </a:r>
              <a:endParaRPr lang="en-US" sz="2400" i="1" kern="0">
                <a:solidFill>
                  <a:sysClr val="windowText" lastClr="000000"/>
                </a:solidFill>
                <a:latin typeface="Times New Roman" pitchFamily="18" charset="0"/>
              </a:endParaRPr>
            </a:p>
          </p:txBody>
        </p:sp>
        <p:sp>
          <p:nvSpPr>
            <p:cNvPr id="56" name="Rectangle 105">
              <a:extLst>
                <a:ext uri="{FF2B5EF4-FFF2-40B4-BE49-F238E27FC236}">
                  <a16:creationId xmlns:a16="http://schemas.microsoft.com/office/drawing/2014/main" id="{B33A8FE0-9D02-0F5F-0A13-0D7D0E500EE6}"/>
                </a:ext>
              </a:extLst>
            </p:cNvPr>
            <p:cNvSpPr>
              <a:spLocks noChangeArrowheads="1"/>
            </p:cNvSpPr>
            <p:nvPr/>
          </p:nvSpPr>
          <p:spPr bwMode="auto">
            <a:xfrm>
              <a:off x="1082" y="3205"/>
              <a:ext cx="41" cy="96"/>
            </a:xfrm>
            <a:prstGeom prst="rect">
              <a:avLst/>
            </a:prstGeom>
            <a:noFill/>
            <a:ln>
              <a:noFill/>
            </a:ln>
          </p:spPr>
          <p:txBody>
            <a:bodyPr wrap="none" lIns="0" tIns="0" rIns="0" bIns="0">
              <a:spAutoFit/>
            </a:bodyPr>
            <a:lstStyle/>
            <a:p>
              <a:pPr fontAlgn="auto">
                <a:spcBef>
                  <a:spcPts val="0"/>
                </a:spcBef>
                <a:spcAft>
                  <a:spcPts val="0"/>
                </a:spcAft>
                <a:defRPr/>
              </a:pPr>
              <a:r>
                <a:rPr lang="en-US" sz="1000" kern="0">
                  <a:solidFill>
                    <a:srgbClr val="CC3300"/>
                  </a:solidFill>
                  <a:latin typeface="Symbol" pitchFamily="18" charset="2"/>
                </a:rPr>
                <a:t>c</a:t>
              </a:r>
              <a:endParaRPr lang="en-US" sz="2400" i="1" kern="0">
                <a:solidFill>
                  <a:sysClr val="windowText" lastClr="000000"/>
                </a:solidFill>
                <a:latin typeface="Times New Roman" pitchFamily="18" charset="0"/>
              </a:endParaRPr>
            </a:p>
          </p:txBody>
        </p:sp>
        <p:sp>
          <p:nvSpPr>
            <p:cNvPr id="57" name="Rectangle 106">
              <a:extLst>
                <a:ext uri="{FF2B5EF4-FFF2-40B4-BE49-F238E27FC236}">
                  <a16:creationId xmlns:a16="http://schemas.microsoft.com/office/drawing/2014/main" id="{B51FE071-38C0-9DFD-101C-36DC8977E94C}"/>
                </a:ext>
              </a:extLst>
            </p:cNvPr>
            <p:cNvSpPr>
              <a:spLocks noChangeArrowheads="1"/>
            </p:cNvSpPr>
            <p:nvPr/>
          </p:nvSpPr>
          <p:spPr bwMode="auto">
            <a:xfrm>
              <a:off x="1126" y="3211"/>
              <a:ext cx="25" cy="96"/>
            </a:xfrm>
            <a:prstGeom prst="rect">
              <a:avLst/>
            </a:prstGeom>
            <a:noFill/>
            <a:ln>
              <a:noFill/>
            </a:ln>
          </p:spPr>
          <p:txBody>
            <a:bodyPr wrap="none" lIns="0" tIns="0" rIns="0" bIns="0">
              <a:spAutoFit/>
            </a:bodyPr>
            <a:lstStyle/>
            <a:p>
              <a:pPr fontAlgn="auto">
                <a:spcBef>
                  <a:spcPts val="0"/>
                </a:spcBef>
                <a:spcAft>
                  <a:spcPts val="0"/>
                </a:spcAft>
                <a:defRPr/>
              </a:pPr>
              <a:r>
                <a:rPr lang="en-US" sz="1000" kern="0">
                  <a:solidFill>
                    <a:srgbClr val="CC3300"/>
                  </a:solidFill>
                  <a:latin typeface="Humanst521 BT" pitchFamily="34" charset="0"/>
                </a:rPr>
                <a:t>²</a:t>
              </a:r>
              <a:endParaRPr lang="en-US" sz="2400" i="1" kern="0">
                <a:solidFill>
                  <a:sysClr val="windowText" lastClr="000000"/>
                </a:solidFill>
                <a:latin typeface="Times New Roman" pitchFamily="18" charset="0"/>
              </a:endParaRPr>
            </a:p>
          </p:txBody>
        </p:sp>
        <p:sp>
          <p:nvSpPr>
            <p:cNvPr id="58" name="Rectangle 107">
              <a:extLst>
                <a:ext uri="{FF2B5EF4-FFF2-40B4-BE49-F238E27FC236}">
                  <a16:creationId xmlns:a16="http://schemas.microsoft.com/office/drawing/2014/main" id="{8DD40BCA-A294-D980-2FEE-927B0D3D39C4}"/>
                </a:ext>
              </a:extLst>
            </p:cNvPr>
            <p:cNvSpPr>
              <a:spLocks noChangeArrowheads="1"/>
            </p:cNvSpPr>
            <p:nvPr/>
          </p:nvSpPr>
          <p:spPr bwMode="auto">
            <a:xfrm>
              <a:off x="904" y="3379"/>
              <a:ext cx="859" cy="343"/>
            </a:xfrm>
            <a:prstGeom prst="rect">
              <a:avLst/>
            </a:prstGeom>
            <a:solidFill>
              <a:srgbClr val="FFFFCC"/>
            </a:solidFill>
            <a:ln w="19050">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59" name="Rectangle 108">
              <a:extLst>
                <a:ext uri="{FF2B5EF4-FFF2-40B4-BE49-F238E27FC236}">
                  <a16:creationId xmlns:a16="http://schemas.microsoft.com/office/drawing/2014/main" id="{878AEA33-299A-8864-F29B-B6EF21FE4031}"/>
                </a:ext>
              </a:extLst>
            </p:cNvPr>
            <p:cNvSpPr>
              <a:spLocks noChangeArrowheads="1"/>
            </p:cNvSpPr>
            <p:nvPr/>
          </p:nvSpPr>
          <p:spPr bwMode="auto">
            <a:xfrm>
              <a:off x="963" y="3504"/>
              <a:ext cx="400" cy="96"/>
            </a:xfrm>
            <a:prstGeom prst="rect">
              <a:avLst/>
            </a:prstGeom>
            <a:noFill/>
            <a:ln>
              <a:noFill/>
            </a:ln>
          </p:spPr>
          <p:txBody>
            <a:bodyPr wrap="none" lIns="0" tIns="0" rIns="0" bIns="0">
              <a:spAutoFit/>
            </a:bodyPr>
            <a:lstStyle/>
            <a:p>
              <a:pPr fontAlgn="auto">
                <a:spcBef>
                  <a:spcPts val="0"/>
                </a:spcBef>
                <a:spcAft>
                  <a:spcPts val="0"/>
                </a:spcAft>
                <a:defRPr/>
              </a:pPr>
              <a:r>
                <a:rPr lang="en-US" sz="1000" kern="0">
                  <a:solidFill>
                    <a:srgbClr val="CC3300"/>
                  </a:solidFill>
                  <a:latin typeface="Humanst521 BT" pitchFamily="34" charset="0"/>
                </a:rPr>
                <a:t>Regression</a:t>
              </a:r>
              <a:endParaRPr lang="en-US" sz="2400" i="1" kern="0">
                <a:solidFill>
                  <a:sysClr val="windowText" lastClr="000000"/>
                </a:solidFill>
                <a:latin typeface="Times New Roman" pitchFamily="18" charset="0"/>
              </a:endParaRPr>
            </a:p>
          </p:txBody>
        </p:sp>
        <p:sp>
          <p:nvSpPr>
            <p:cNvPr id="60" name="Rectangle 109">
              <a:extLst>
                <a:ext uri="{FF2B5EF4-FFF2-40B4-BE49-F238E27FC236}">
                  <a16:creationId xmlns:a16="http://schemas.microsoft.com/office/drawing/2014/main" id="{9601442E-D896-CD43-9736-F12D57A7ECE5}"/>
                </a:ext>
              </a:extLst>
            </p:cNvPr>
            <p:cNvSpPr>
              <a:spLocks noChangeArrowheads="1"/>
            </p:cNvSpPr>
            <p:nvPr/>
          </p:nvSpPr>
          <p:spPr bwMode="auto">
            <a:xfrm>
              <a:off x="1333" y="3037"/>
              <a:ext cx="430" cy="343"/>
            </a:xfrm>
            <a:prstGeom prst="rect">
              <a:avLst/>
            </a:prstGeom>
            <a:solidFill>
              <a:srgbClr val="FFFFCC"/>
            </a:solidFill>
            <a:ln w="19050">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61" name="Rectangle 110">
              <a:extLst>
                <a:ext uri="{FF2B5EF4-FFF2-40B4-BE49-F238E27FC236}">
                  <a16:creationId xmlns:a16="http://schemas.microsoft.com/office/drawing/2014/main" id="{07871C7B-CF80-AF74-A037-4492131F27D9}"/>
                </a:ext>
              </a:extLst>
            </p:cNvPr>
            <p:cNvSpPr>
              <a:spLocks noChangeArrowheads="1"/>
            </p:cNvSpPr>
            <p:nvPr/>
          </p:nvSpPr>
          <p:spPr bwMode="auto">
            <a:xfrm>
              <a:off x="1448" y="3114"/>
              <a:ext cx="181" cy="96"/>
            </a:xfrm>
            <a:prstGeom prst="rect">
              <a:avLst/>
            </a:prstGeom>
            <a:noFill/>
            <a:ln>
              <a:noFill/>
            </a:ln>
          </p:spPr>
          <p:txBody>
            <a:bodyPr wrap="none" lIns="0" tIns="0" rIns="0" bIns="0">
              <a:spAutoFit/>
            </a:bodyPr>
            <a:lstStyle/>
            <a:p>
              <a:pPr fontAlgn="auto">
                <a:spcBef>
                  <a:spcPts val="0"/>
                </a:spcBef>
                <a:spcAft>
                  <a:spcPts val="0"/>
                </a:spcAft>
                <a:defRPr/>
              </a:pPr>
              <a:r>
                <a:rPr lang="en-US" sz="1000" kern="0">
                  <a:solidFill>
                    <a:srgbClr val="CC3300"/>
                  </a:solidFill>
                  <a:latin typeface="Humanst521 BT" pitchFamily="34" charset="0"/>
                </a:rPr>
                <a:t>t-test</a:t>
              </a:r>
              <a:endParaRPr lang="en-US" sz="2400" i="1" kern="0">
                <a:solidFill>
                  <a:sysClr val="windowText" lastClr="000000"/>
                </a:solidFill>
                <a:latin typeface="Times New Roman" pitchFamily="18" charset="0"/>
              </a:endParaRPr>
            </a:p>
          </p:txBody>
        </p:sp>
        <p:sp>
          <p:nvSpPr>
            <p:cNvPr id="62" name="Rectangle 111">
              <a:extLst>
                <a:ext uri="{FF2B5EF4-FFF2-40B4-BE49-F238E27FC236}">
                  <a16:creationId xmlns:a16="http://schemas.microsoft.com/office/drawing/2014/main" id="{B92F47A9-69AD-EFB8-8905-2A856BB01B21}"/>
                </a:ext>
              </a:extLst>
            </p:cNvPr>
            <p:cNvSpPr>
              <a:spLocks noChangeArrowheads="1"/>
            </p:cNvSpPr>
            <p:nvPr/>
          </p:nvSpPr>
          <p:spPr bwMode="auto">
            <a:xfrm>
              <a:off x="1397" y="3210"/>
              <a:ext cx="268" cy="96"/>
            </a:xfrm>
            <a:prstGeom prst="rect">
              <a:avLst/>
            </a:prstGeom>
            <a:noFill/>
            <a:ln>
              <a:noFill/>
            </a:ln>
          </p:spPr>
          <p:txBody>
            <a:bodyPr wrap="none" lIns="0" tIns="0" rIns="0" bIns="0">
              <a:spAutoFit/>
            </a:bodyPr>
            <a:lstStyle/>
            <a:p>
              <a:pPr fontAlgn="auto">
                <a:spcBef>
                  <a:spcPts val="0"/>
                </a:spcBef>
                <a:spcAft>
                  <a:spcPts val="0"/>
                </a:spcAft>
                <a:defRPr/>
              </a:pPr>
              <a:r>
                <a:rPr lang="en-US" sz="1000" kern="0">
                  <a:solidFill>
                    <a:srgbClr val="CC3300"/>
                  </a:solidFill>
                  <a:latin typeface="Humanst521 BT" pitchFamily="34" charset="0"/>
                </a:rPr>
                <a:t>ANOVA</a:t>
              </a:r>
              <a:endParaRPr lang="en-US" sz="2400" i="1" kern="0">
                <a:solidFill>
                  <a:sysClr val="windowText" lastClr="000000"/>
                </a:solidFill>
                <a:latin typeface="Times New Roman" pitchFamily="18" charset="0"/>
              </a:endParaRPr>
            </a:p>
          </p:txBody>
        </p:sp>
        <p:sp>
          <p:nvSpPr>
            <p:cNvPr id="63" name="Rectangle 112">
              <a:extLst>
                <a:ext uri="{FF2B5EF4-FFF2-40B4-BE49-F238E27FC236}">
                  <a16:creationId xmlns:a16="http://schemas.microsoft.com/office/drawing/2014/main" id="{3EC98884-394E-A9A5-72DE-572B58E63965}"/>
                </a:ext>
              </a:extLst>
            </p:cNvPr>
            <p:cNvSpPr>
              <a:spLocks noChangeArrowheads="1"/>
            </p:cNvSpPr>
            <p:nvPr/>
          </p:nvSpPr>
          <p:spPr bwMode="auto">
            <a:xfrm>
              <a:off x="1647" y="3607"/>
              <a:ext cx="68" cy="64"/>
            </a:xfrm>
            <a:prstGeom prst="rect">
              <a:avLst/>
            </a:prstGeom>
            <a:solidFill>
              <a:srgbClr val="FFFFCC"/>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64" name="Rectangle 113">
              <a:extLst>
                <a:ext uri="{FF2B5EF4-FFF2-40B4-BE49-F238E27FC236}">
                  <a16:creationId xmlns:a16="http://schemas.microsoft.com/office/drawing/2014/main" id="{FA208A8F-BB37-A94E-0EF3-9B211D84DC2B}"/>
                </a:ext>
              </a:extLst>
            </p:cNvPr>
            <p:cNvSpPr>
              <a:spLocks noChangeArrowheads="1"/>
            </p:cNvSpPr>
            <p:nvPr/>
          </p:nvSpPr>
          <p:spPr bwMode="auto">
            <a:xfrm>
              <a:off x="1681" y="3612"/>
              <a:ext cx="30" cy="58"/>
            </a:xfrm>
            <a:prstGeom prst="rect">
              <a:avLst/>
            </a:prstGeom>
            <a:noFill/>
            <a:ln>
              <a:noFill/>
            </a:ln>
          </p:spPr>
          <p:txBody>
            <a:bodyPr wrap="none" lIns="0" tIns="0" rIns="0" bIns="0">
              <a:spAutoFit/>
            </a:bodyPr>
            <a:lstStyle/>
            <a:p>
              <a:pPr fontAlgn="auto">
                <a:spcBef>
                  <a:spcPts val="0"/>
                </a:spcBef>
                <a:spcAft>
                  <a:spcPts val="0"/>
                </a:spcAft>
                <a:defRPr/>
              </a:pPr>
              <a:r>
                <a:rPr lang="en-US" sz="600" kern="0">
                  <a:solidFill>
                    <a:srgbClr val="CC3300"/>
                  </a:solidFill>
                  <a:latin typeface="Humanst521 BT" pitchFamily="34" charset="0"/>
                </a:rPr>
                <a:t>X</a:t>
              </a:r>
              <a:endParaRPr lang="en-US" sz="2400" i="1" kern="0">
                <a:solidFill>
                  <a:sysClr val="windowText" lastClr="000000"/>
                </a:solidFill>
                <a:latin typeface="Times New Roman" pitchFamily="18" charset="0"/>
              </a:endParaRPr>
            </a:p>
          </p:txBody>
        </p:sp>
        <p:sp>
          <p:nvSpPr>
            <p:cNvPr id="65" name="Rectangle 114">
              <a:extLst>
                <a:ext uri="{FF2B5EF4-FFF2-40B4-BE49-F238E27FC236}">
                  <a16:creationId xmlns:a16="http://schemas.microsoft.com/office/drawing/2014/main" id="{BAAA1954-2334-418C-0ECA-BB8F7EFB61D3}"/>
                </a:ext>
              </a:extLst>
            </p:cNvPr>
            <p:cNvSpPr>
              <a:spLocks noChangeArrowheads="1"/>
            </p:cNvSpPr>
            <p:nvPr/>
          </p:nvSpPr>
          <p:spPr bwMode="auto">
            <a:xfrm>
              <a:off x="1719" y="3643"/>
              <a:ext cx="18" cy="38"/>
            </a:xfrm>
            <a:prstGeom prst="rect">
              <a:avLst/>
            </a:prstGeom>
            <a:noFill/>
            <a:ln>
              <a:noFill/>
            </a:ln>
          </p:spPr>
          <p:txBody>
            <a:bodyPr wrap="none" lIns="0" tIns="0" rIns="0" bIns="0">
              <a:spAutoFit/>
            </a:bodyPr>
            <a:lstStyle/>
            <a:p>
              <a:pPr fontAlgn="auto">
                <a:spcBef>
                  <a:spcPts val="0"/>
                </a:spcBef>
                <a:spcAft>
                  <a:spcPts val="0"/>
                </a:spcAft>
                <a:defRPr/>
              </a:pPr>
              <a:r>
                <a:rPr lang="en-US" sz="400" kern="0">
                  <a:solidFill>
                    <a:srgbClr val="CC3300"/>
                  </a:solidFill>
                  <a:latin typeface="Humanst521 BT" pitchFamily="34" charset="0"/>
                </a:rPr>
                <a:t>1</a:t>
              </a:r>
              <a:endParaRPr lang="en-US" sz="2400" i="1" kern="0">
                <a:solidFill>
                  <a:sysClr val="windowText" lastClr="000000"/>
                </a:solidFill>
                <a:latin typeface="Times New Roman" pitchFamily="18" charset="0"/>
              </a:endParaRPr>
            </a:p>
          </p:txBody>
        </p:sp>
        <p:sp>
          <p:nvSpPr>
            <p:cNvPr id="66" name="Rectangle 115">
              <a:extLst>
                <a:ext uri="{FF2B5EF4-FFF2-40B4-BE49-F238E27FC236}">
                  <a16:creationId xmlns:a16="http://schemas.microsoft.com/office/drawing/2014/main" id="{C68251B2-3477-1BBB-A451-710195F209F6}"/>
                </a:ext>
              </a:extLst>
            </p:cNvPr>
            <p:cNvSpPr>
              <a:spLocks noChangeArrowheads="1"/>
            </p:cNvSpPr>
            <p:nvPr/>
          </p:nvSpPr>
          <p:spPr bwMode="auto">
            <a:xfrm>
              <a:off x="1323" y="3417"/>
              <a:ext cx="59" cy="64"/>
            </a:xfrm>
            <a:prstGeom prst="rect">
              <a:avLst/>
            </a:prstGeom>
            <a:solidFill>
              <a:srgbClr val="FFFFCC"/>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67" name="Rectangle 116">
              <a:extLst>
                <a:ext uri="{FF2B5EF4-FFF2-40B4-BE49-F238E27FC236}">
                  <a16:creationId xmlns:a16="http://schemas.microsoft.com/office/drawing/2014/main" id="{E1F145A0-2ECD-5D2A-B5EE-1FD2DC1A3328}"/>
                </a:ext>
              </a:extLst>
            </p:cNvPr>
            <p:cNvSpPr>
              <a:spLocks noChangeArrowheads="1"/>
            </p:cNvSpPr>
            <p:nvPr/>
          </p:nvSpPr>
          <p:spPr bwMode="auto">
            <a:xfrm>
              <a:off x="1352" y="3422"/>
              <a:ext cx="30" cy="58"/>
            </a:xfrm>
            <a:prstGeom prst="rect">
              <a:avLst/>
            </a:prstGeom>
            <a:noFill/>
            <a:ln>
              <a:noFill/>
            </a:ln>
          </p:spPr>
          <p:txBody>
            <a:bodyPr wrap="none" lIns="0" tIns="0" rIns="0" bIns="0">
              <a:spAutoFit/>
            </a:bodyPr>
            <a:lstStyle/>
            <a:p>
              <a:pPr fontAlgn="auto">
                <a:spcBef>
                  <a:spcPts val="0"/>
                </a:spcBef>
                <a:spcAft>
                  <a:spcPts val="0"/>
                </a:spcAft>
                <a:defRPr/>
              </a:pPr>
              <a:r>
                <a:rPr lang="en-US" sz="600" kern="0">
                  <a:solidFill>
                    <a:srgbClr val="CC3300"/>
                  </a:solidFill>
                  <a:latin typeface="Humanst521 BT" pitchFamily="34" charset="0"/>
                </a:rPr>
                <a:t>Y</a:t>
              </a:r>
              <a:endParaRPr lang="en-US" sz="2400" i="1" kern="0">
                <a:solidFill>
                  <a:sysClr val="windowText" lastClr="000000"/>
                </a:solidFill>
                <a:latin typeface="Times New Roman" pitchFamily="18" charset="0"/>
              </a:endParaRPr>
            </a:p>
          </p:txBody>
        </p:sp>
        <p:grpSp>
          <p:nvGrpSpPr>
            <p:cNvPr id="90215" name="Group 117">
              <a:extLst>
                <a:ext uri="{FF2B5EF4-FFF2-40B4-BE49-F238E27FC236}">
                  <a16:creationId xmlns:a16="http://schemas.microsoft.com/office/drawing/2014/main" id="{C2C7CB30-9B06-3FE7-BDEB-2D0EAD354272}"/>
                </a:ext>
              </a:extLst>
            </p:cNvPr>
            <p:cNvGrpSpPr>
              <a:grpSpLocks/>
            </p:cNvGrpSpPr>
            <p:nvPr/>
          </p:nvGrpSpPr>
          <p:grpSpPr bwMode="auto">
            <a:xfrm>
              <a:off x="1399" y="3444"/>
              <a:ext cx="292" cy="231"/>
              <a:chOff x="1399" y="3444"/>
              <a:chExt cx="292" cy="231"/>
            </a:xfrm>
          </p:grpSpPr>
          <p:sp>
            <p:nvSpPr>
              <p:cNvPr id="69" name="Line 118">
                <a:extLst>
                  <a:ext uri="{FF2B5EF4-FFF2-40B4-BE49-F238E27FC236}">
                    <a16:creationId xmlns:a16="http://schemas.microsoft.com/office/drawing/2014/main" id="{C5681BAC-2365-93EE-1339-AFFD440623D1}"/>
                  </a:ext>
                </a:extLst>
              </p:cNvPr>
              <p:cNvSpPr>
                <a:spLocks noChangeShapeType="1"/>
              </p:cNvSpPr>
              <p:nvPr/>
            </p:nvSpPr>
            <p:spPr bwMode="auto">
              <a:xfrm flipV="1">
                <a:off x="1399" y="3468"/>
                <a:ext cx="278" cy="196"/>
              </a:xfrm>
              <a:prstGeom prst="line">
                <a:avLst/>
              </a:prstGeom>
              <a:noFill/>
              <a:ln w="12700">
                <a:solidFill>
                  <a:srgbClr val="3333CC"/>
                </a:solidFill>
                <a:round/>
                <a:headEnd/>
                <a:tailEnd/>
              </a:ln>
            </p:spPr>
            <p:txBody>
              <a:bodyPr/>
              <a:lstStyle/>
              <a:p>
                <a:pPr fontAlgn="auto">
                  <a:spcBef>
                    <a:spcPts val="0"/>
                  </a:spcBef>
                  <a:spcAft>
                    <a:spcPts val="0"/>
                  </a:spcAft>
                  <a:defRPr/>
                </a:pPr>
                <a:endParaRPr lang="en-US" kern="0">
                  <a:solidFill>
                    <a:sysClr val="windowText" lastClr="000000"/>
                  </a:solidFill>
                </a:endParaRPr>
              </a:p>
            </p:txBody>
          </p:sp>
          <p:grpSp>
            <p:nvGrpSpPr>
              <p:cNvPr id="90217" name="Group 119">
                <a:extLst>
                  <a:ext uri="{FF2B5EF4-FFF2-40B4-BE49-F238E27FC236}">
                    <a16:creationId xmlns:a16="http://schemas.microsoft.com/office/drawing/2014/main" id="{8AA340CB-EA23-A035-960E-F7D4B2A68DB9}"/>
                  </a:ext>
                </a:extLst>
              </p:cNvPr>
              <p:cNvGrpSpPr>
                <a:grpSpLocks/>
              </p:cNvGrpSpPr>
              <p:nvPr/>
            </p:nvGrpSpPr>
            <p:grpSpPr bwMode="auto">
              <a:xfrm>
                <a:off x="1454" y="3468"/>
                <a:ext cx="203" cy="178"/>
                <a:chOff x="1454" y="3468"/>
                <a:chExt cx="203" cy="178"/>
              </a:xfrm>
            </p:grpSpPr>
            <p:sp>
              <p:nvSpPr>
                <p:cNvPr id="72" name="Oval 120">
                  <a:extLst>
                    <a:ext uri="{FF2B5EF4-FFF2-40B4-BE49-F238E27FC236}">
                      <a16:creationId xmlns:a16="http://schemas.microsoft.com/office/drawing/2014/main" id="{A26A5DB6-9DFF-8FF9-A900-44C863B1A762}"/>
                    </a:ext>
                  </a:extLst>
                </p:cNvPr>
                <p:cNvSpPr>
                  <a:spLocks noChangeArrowheads="1"/>
                </p:cNvSpPr>
                <p:nvPr/>
              </p:nvSpPr>
              <p:spPr bwMode="auto">
                <a:xfrm>
                  <a:off x="1538" y="3555"/>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3" name="Oval 121">
                  <a:extLst>
                    <a:ext uri="{FF2B5EF4-FFF2-40B4-BE49-F238E27FC236}">
                      <a16:creationId xmlns:a16="http://schemas.microsoft.com/office/drawing/2014/main" id="{85280D0E-42FE-9720-F5FC-AD12EDF71CFC}"/>
                    </a:ext>
                  </a:extLst>
                </p:cNvPr>
                <p:cNvSpPr>
                  <a:spLocks noChangeArrowheads="1"/>
                </p:cNvSpPr>
                <p:nvPr/>
              </p:nvSpPr>
              <p:spPr bwMode="auto">
                <a:xfrm>
                  <a:off x="1558" y="3587"/>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4" name="Oval 122">
                  <a:extLst>
                    <a:ext uri="{FF2B5EF4-FFF2-40B4-BE49-F238E27FC236}">
                      <a16:creationId xmlns:a16="http://schemas.microsoft.com/office/drawing/2014/main" id="{32711665-CB3A-AFE9-E359-D37AF519B2D2}"/>
                    </a:ext>
                  </a:extLst>
                </p:cNvPr>
                <p:cNvSpPr>
                  <a:spLocks noChangeArrowheads="1"/>
                </p:cNvSpPr>
                <p:nvPr/>
              </p:nvSpPr>
              <p:spPr bwMode="auto">
                <a:xfrm>
                  <a:off x="1548" y="3572"/>
                  <a:ext cx="11"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5" name="Oval 123">
                  <a:extLst>
                    <a:ext uri="{FF2B5EF4-FFF2-40B4-BE49-F238E27FC236}">
                      <a16:creationId xmlns:a16="http://schemas.microsoft.com/office/drawing/2014/main" id="{7F684CC1-2C58-AB32-C386-CD3B9A2C9974}"/>
                    </a:ext>
                  </a:extLst>
                </p:cNvPr>
                <p:cNvSpPr>
                  <a:spLocks noChangeArrowheads="1"/>
                </p:cNvSpPr>
                <p:nvPr/>
              </p:nvSpPr>
              <p:spPr bwMode="auto">
                <a:xfrm>
                  <a:off x="1572" y="3556"/>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6" name="Oval 124">
                  <a:extLst>
                    <a:ext uri="{FF2B5EF4-FFF2-40B4-BE49-F238E27FC236}">
                      <a16:creationId xmlns:a16="http://schemas.microsoft.com/office/drawing/2014/main" id="{18D0D4C6-6A39-DE90-FD9D-3E396E9C3F55}"/>
                    </a:ext>
                  </a:extLst>
                </p:cNvPr>
                <p:cNvSpPr>
                  <a:spLocks noChangeArrowheads="1"/>
                </p:cNvSpPr>
                <p:nvPr/>
              </p:nvSpPr>
              <p:spPr bwMode="auto">
                <a:xfrm>
                  <a:off x="1588" y="3544"/>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7" name="Oval 125">
                  <a:extLst>
                    <a:ext uri="{FF2B5EF4-FFF2-40B4-BE49-F238E27FC236}">
                      <a16:creationId xmlns:a16="http://schemas.microsoft.com/office/drawing/2014/main" id="{F4DAC839-CD02-C8B7-C0F3-3812E54B7238}"/>
                    </a:ext>
                  </a:extLst>
                </p:cNvPr>
                <p:cNvSpPr>
                  <a:spLocks noChangeArrowheads="1"/>
                </p:cNvSpPr>
                <p:nvPr/>
              </p:nvSpPr>
              <p:spPr bwMode="auto">
                <a:xfrm>
                  <a:off x="1602" y="3524"/>
                  <a:ext cx="9"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8" name="Oval 126">
                  <a:extLst>
                    <a:ext uri="{FF2B5EF4-FFF2-40B4-BE49-F238E27FC236}">
                      <a16:creationId xmlns:a16="http://schemas.microsoft.com/office/drawing/2014/main" id="{2A738085-445E-A1EB-D88A-71D5C3ECEEBF}"/>
                    </a:ext>
                  </a:extLst>
                </p:cNvPr>
                <p:cNvSpPr>
                  <a:spLocks noChangeArrowheads="1"/>
                </p:cNvSpPr>
                <p:nvPr/>
              </p:nvSpPr>
              <p:spPr bwMode="auto">
                <a:xfrm>
                  <a:off x="1569" y="3524"/>
                  <a:ext cx="6"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79" name="Oval 127">
                  <a:extLst>
                    <a:ext uri="{FF2B5EF4-FFF2-40B4-BE49-F238E27FC236}">
                      <a16:creationId xmlns:a16="http://schemas.microsoft.com/office/drawing/2014/main" id="{41678617-C495-5432-1BC4-7AA175054DF1}"/>
                    </a:ext>
                  </a:extLst>
                </p:cNvPr>
                <p:cNvSpPr>
                  <a:spLocks noChangeArrowheads="1"/>
                </p:cNvSpPr>
                <p:nvPr/>
              </p:nvSpPr>
              <p:spPr bwMode="auto">
                <a:xfrm>
                  <a:off x="1550" y="3545"/>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0" name="Oval 128">
                  <a:extLst>
                    <a:ext uri="{FF2B5EF4-FFF2-40B4-BE49-F238E27FC236}">
                      <a16:creationId xmlns:a16="http://schemas.microsoft.com/office/drawing/2014/main" id="{DAEB0F17-EB96-7C1D-F8D5-605DFB8CAD33}"/>
                    </a:ext>
                  </a:extLst>
                </p:cNvPr>
                <p:cNvSpPr>
                  <a:spLocks noChangeArrowheads="1"/>
                </p:cNvSpPr>
                <p:nvPr/>
              </p:nvSpPr>
              <p:spPr bwMode="auto">
                <a:xfrm>
                  <a:off x="1565" y="3574"/>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1" name="Oval 129">
                  <a:extLst>
                    <a:ext uri="{FF2B5EF4-FFF2-40B4-BE49-F238E27FC236}">
                      <a16:creationId xmlns:a16="http://schemas.microsoft.com/office/drawing/2014/main" id="{9F36F397-1FB7-97C7-BC82-089AF95A3D70}"/>
                    </a:ext>
                  </a:extLst>
                </p:cNvPr>
                <p:cNvSpPr>
                  <a:spLocks noChangeArrowheads="1"/>
                </p:cNvSpPr>
                <p:nvPr/>
              </p:nvSpPr>
              <p:spPr bwMode="auto">
                <a:xfrm>
                  <a:off x="1596" y="3554"/>
                  <a:ext cx="9"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2" name="Oval 130">
                  <a:extLst>
                    <a:ext uri="{FF2B5EF4-FFF2-40B4-BE49-F238E27FC236}">
                      <a16:creationId xmlns:a16="http://schemas.microsoft.com/office/drawing/2014/main" id="{709989EB-76DB-4F24-5390-4A6E4B9402AC}"/>
                    </a:ext>
                  </a:extLst>
                </p:cNvPr>
                <p:cNvSpPr>
                  <a:spLocks noChangeArrowheads="1"/>
                </p:cNvSpPr>
                <p:nvPr/>
              </p:nvSpPr>
              <p:spPr bwMode="auto">
                <a:xfrm>
                  <a:off x="1610" y="3534"/>
                  <a:ext cx="11"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3" name="Oval 131">
                  <a:extLst>
                    <a:ext uri="{FF2B5EF4-FFF2-40B4-BE49-F238E27FC236}">
                      <a16:creationId xmlns:a16="http://schemas.microsoft.com/office/drawing/2014/main" id="{8DBED8FB-5321-7BA5-BFD5-8D4DE547EB69}"/>
                    </a:ext>
                  </a:extLst>
                </p:cNvPr>
                <p:cNvSpPr>
                  <a:spLocks noChangeArrowheads="1"/>
                </p:cNvSpPr>
                <p:nvPr/>
              </p:nvSpPr>
              <p:spPr bwMode="auto">
                <a:xfrm>
                  <a:off x="1552" y="3505"/>
                  <a:ext cx="9"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4" name="Oval 132">
                  <a:extLst>
                    <a:ext uri="{FF2B5EF4-FFF2-40B4-BE49-F238E27FC236}">
                      <a16:creationId xmlns:a16="http://schemas.microsoft.com/office/drawing/2014/main" id="{6DD5AA8E-FB83-F681-D4F3-AF0E87D4186F}"/>
                    </a:ext>
                  </a:extLst>
                </p:cNvPr>
                <p:cNvSpPr>
                  <a:spLocks noChangeArrowheads="1"/>
                </p:cNvSpPr>
                <p:nvPr/>
              </p:nvSpPr>
              <p:spPr bwMode="auto">
                <a:xfrm>
                  <a:off x="1539" y="3521"/>
                  <a:ext cx="9"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5" name="Oval 133">
                  <a:extLst>
                    <a:ext uri="{FF2B5EF4-FFF2-40B4-BE49-F238E27FC236}">
                      <a16:creationId xmlns:a16="http://schemas.microsoft.com/office/drawing/2014/main" id="{89CFEDE4-7ED0-0980-AE14-8AD308298DB7}"/>
                    </a:ext>
                  </a:extLst>
                </p:cNvPr>
                <p:cNvSpPr>
                  <a:spLocks noChangeArrowheads="1"/>
                </p:cNvSpPr>
                <p:nvPr/>
              </p:nvSpPr>
              <p:spPr bwMode="auto">
                <a:xfrm>
                  <a:off x="1583" y="3507"/>
                  <a:ext cx="10" cy="10"/>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6" name="Oval 134">
                  <a:extLst>
                    <a:ext uri="{FF2B5EF4-FFF2-40B4-BE49-F238E27FC236}">
                      <a16:creationId xmlns:a16="http://schemas.microsoft.com/office/drawing/2014/main" id="{6D13252A-1E95-6FDD-FF71-2B64C2BC3508}"/>
                    </a:ext>
                  </a:extLst>
                </p:cNvPr>
                <p:cNvSpPr>
                  <a:spLocks noChangeArrowheads="1"/>
                </p:cNvSpPr>
                <p:nvPr/>
              </p:nvSpPr>
              <p:spPr bwMode="auto">
                <a:xfrm>
                  <a:off x="1564" y="3488"/>
                  <a:ext cx="11"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7" name="Oval 135">
                  <a:extLst>
                    <a:ext uri="{FF2B5EF4-FFF2-40B4-BE49-F238E27FC236}">
                      <a16:creationId xmlns:a16="http://schemas.microsoft.com/office/drawing/2014/main" id="{C02757FA-4887-0DBA-8344-95288000D95E}"/>
                    </a:ext>
                  </a:extLst>
                </p:cNvPr>
                <p:cNvSpPr>
                  <a:spLocks noChangeArrowheads="1"/>
                </p:cNvSpPr>
                <p:nvPr/>
              </p:nvSpPr>
              <p:spPr bwMode="auto">
                <a:xfrm>
                  <a:off x="1621" y="3505"/>
                  <a:ext cx="11"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8" name="Oval 136">
                  <a:extLst>
                    <a:ext uri="{FF2B5EF4-FFF2-40B4-BE49-F238E27FC236}">
                      <a16:creationId xmlns:a16="http://schemas.microsoft.com/office/drawing/2014/main" id="{B48EC4EC-36E4-E89B-5283-3545DAF58965}"/>
                    </a:ext>
                  </a:extLst>
                </p:cNvPr>
                <p:cNvSpPr>
                  <a:spLocks noChangeArrowheads="1"/>
                </p:cNvSpPr>
                <p:nvPr/>
              </p:nvSpPr>
              <p:spPr bwMode="auto">
                <a:xfrm>
                  <a:off x="1641" y="3488"/>
                  <a:ext cx="6"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89" name="Oval 137">
                  <a:extLst>
                    <a:ext uri="{FF2B5EF4-FFF2-40B4-BE49-F238E27FC236}">
                      <a16:creationId xmlns:a16="http://schemas.microsoft.com/office/drawing/2014/main" id="{C89CE880-5BC8-A8AB-937B-011D616FFAB5}"/>
                    </a:ext>
                  </a:extLst>
                </p:cNvPr>
                <p:cNvSpPr>
                  <a:spLocks noChangeArrowheads="1"/>
                </p:cNvSpPr>
                <p:nvPr/>
              </p:nvSpPr>
              <p:spPr bwMode="auto">
                <a:xfrm>
                  <a:off x="1605" y="3489"/>
                  <a:ext cx="6"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0" name="Oval 138">
                  <a:extLst>
                    <a:ext uri="{FF2B5EF4-FFF2-40B4-BE49-F238E27FC236}">
                      <a16:creationId xmlns:a16="http://schemas.microsoft.com/office/drawing/2014/main" id="{19E7976D-03B3-BB25-1ED3-33D05E8A6E47}"/>
                    </a:ext>
                  </a:extLst>
                </p:cNvPr>
                <p:cNvSpPr>
                  <a:spLocks noChangeArrowheads="1"/>
                </p:cNvSpPr>
                <p:nvPr/>
              </p:nvSpPr>
              <p:spPr bwMode="auto">
                <a:xfrm>
                  <a:off x="1648" y="3468"/>
                  <a:ext cx="9"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1" name="Oval 139">
                  <a:extLst>
                    <a:ext uri="{FF2B5EF4-FFF2-40B4-BE49-F238E27FC236}">
                      <a16:creationId xmlns:a16="http://schemas.microsoft.com/office/drawing/2014/main" id="{E99FC5C6-737A-BF7A-92C3-EF6E437FADC4}"/>
                    </a:ext>
                  </a:extLst>
                </p:cNvPr>
                <p:cNvSpPr>
                  <a:spLocks noChangeArrowheads="1"/>
                </p:cNvSpPr>
                <p:nvPr/>
              </p:nvSpPr>
              <p:spPr bwMode="auto">
                <a:xfrm>
                  <a:off x="1624" y="3471"/>
                  <a:ext cx="9"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2" name="Oval 140">
                  <a:extLst>
                    <a:ext uri="{FF2B5EF4-FFF2-40B4-BE49-F238E27FC236}">
                      <a16:creationId xmlns:a16="http://schemas.microsoft.com/office/drawing/2014/main" id="{D1050D90-4CF9-456E-F3D3-B61AB0218DA2}"/>
                    </a:ext>
                  </a:extLst>
                </p:cNvPr>
                <p:cNvSpPr>
                  <a:spLocks noChangeArrowheads="1"/>
                </p:cNvSpPr>
                <p:nvPr/>
              </p:nvSpPr>
              <p:spPr bwMode="auto">
                <a:xfrm>
                  <a:off x="1454" y="3624"/>
                  <a:ext cx="9"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3" name="Oval 141">
                  <a:extLst>
                    <a:ext uri="{FF2B5EF4-FFF2-40B4-BE49-F238E27FC236}">
                      <a16:creationId xmlns:a16="http://schemas.microsoft.com/office/drawing/2014/main" id="{E7F8783D-3BF3-2BC7-9462-0FE4EF28548C}"/>
                    </a:ext>
                  </a:extLst>
                </p:cNvPr>
                <p:cNvSpPr>
                  <a:spLocks noChangeArrowheads="1"/>
                </p:cNvSpPr>
                <p:nvPr/>
              </p:nvSpPr>
              <p:spPr bwMode="auto">
                <a:xfrm>
                  <a:off x="1509" y="3624"/>
                  <a:ext cx="6"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4" name="Oval 142">
                  <a:extLst>
                    <a:ext uri="{FF2B5EF4-FFF2-40B4-BE49-F238E27FC236}">
                      <a16:creationId xmlns:a16="http://schemas.microsoft.com/office/drawing/2014/main" id="{606690FF-82B6-FF0D-B2D4-45DAAE34B11D}"/>
                    </a:ext>
                  </a:extLst>
                </p:cNvPr>
                <p:cNvSpPr>
                  <a:spLocks noChangeArrowheads="1"/>
                </p:cNvSpPr>
                <p:nvPr/>
              </p:nvSpPr>
              <p:spPr bwMode="auto">
                <a:xfrm>
                  <a:off x="1458" y="3611"/>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5" name="Oval 143">
                  <a:extLst>
                    <a:ext uri="{FF2B5EF4-FFF2-40B4-BE49-F238E27FC236}">
                      <a16:creationId xmlns:a16="http://schemas.microsoft.com/office/drawing/2014/main" id="{B53C778D-74AC-8C58-0824-1D8F783A090D}"/>
                    </a:ext>
                  </a:extLst>
                </p:cNvPr>
                <p:cNvSpPr>
                  <a:spLocks noChangeArrowheads="1"/>
                </p:cNvSpPr>
                <p:nvPr/>
              </p:nvSpPr>
              <p:spPr bwMode="auto">
                <a:xfrm>
                  <a:off x="1493" y="3613"/>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6" name="Oval 144">
                  <a:extLst>
                    <a:ext uri="{FF2B5EF4-FFF2-40B4-BE49-F238E27FC236}">
                      <a16:creationId xmlns:a16="http://schemas.microsoft.com/office/drawing/2014/main" id="{AC3F3ECE-7C64-7ADB-7CBF-05281A1DF8C6}"/>
                    </a:ext>
                  </a:extLst>
                </p:cNvPr>
                <p:cNvSpPr>
                  <a:spLocks noChangeArrowheads="1"/>
                </p:cNvSpPr>
                <p:nvPr/>
              </p:nvSpPr>
              <p:spPr bwMode="auto">
                <a:xfrm>
                  <a:off x="1479" y="3580"/>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7" name="Oval 145">
                  <a:extLst>
                    <a:ext uri="{FF2B5EF4-FFF2-40B4-BE49-F238E27FC236}">
                      <a16:creationId xmlns:a16="http://schemas.microsoft.com/office/drawing/2014/main" id="{12CE5D34-0DD2-A236-088C-904EE0D39284}"/>
                    </a:ext>
                  </a:extLst>
                </p:cNvPr>
                <p:cNvSpPr>
                  <a:spLocks noChangeArrowheads="1"/>
                </p:cNvSpPr>
                <p:nvPr/>
              </p:nvSpPr>
              <p:spPr bwMode="auto">
                <a:xfrm>
                  <a:off x="1496" y="3565"/>
                  <a:ext cx="6"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8" name="Oval 146">
                  <a:extLst>
                    <a:ext uri="{FF2B5EF4-FFF2-40B4-BE49-F238E27FC236}">
                      <a16:creationId xmlns:a16="http://schemas.microsoft.com/office/drawing/2014/main" id="{B7FBEEAD-000C-3BFE-A587-4AFA13DF218B}"/>
                    </a:ext>
                  </a:extLst>
                </p:cNvPr>
                <p:cNvSpPr>
                  <a:spLocks noChangeArrowheads="1"/>
                </p:cNvSpPr>
                <p:nvPr/>
              </p:nvSpPr>
              <p:spPr bwMode="auto">
                <a:xfrm>
                  <a:off x="1457" y="3569"/>
                  <a:ext cx="9"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99" name="Oval 147">
                  <a:extLst>
                    <a:ext uri="{FF2B5EF4-FFF2-40B4-BE49-F238E27FC236}">
                      <a16:creationId xmlns:a16="http://schemas.microsoft.com/office/drawing/2014/main" id="{B275B7A3-AFCF-ACE8-E490-6D867736AF86}"/>
                    </a:ext>
                  </a:extLst>
                </p:cNvPr>
                <p:cNvSpPr>
                  <a:spLocks noChangeArrowheads="1"/>
                </p:cNvSpPr>
                <p:nvPr/>
              </p:nvSpPr>
              <p:spPr bwMode="auto">
                <a:xfrm>
                  <a:off x="1459" y="3595"/>
                  <a:ext cx="10"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0" name="Oval 148">
                  <a:extLst>
                    <a:ext uri="{FF2B5EF4-FFF2-40B4-BE49-F238E27FC236}">
                      <a16:creationId xmlns:a16="http://schemas.microsoft.com/office/drawing/2014/main" id="{BE8B6528-6881-A370-DAB1-68E951C6E272}"/>
                    </a:ext>
                  </a:extLst>
                </p:cNvPr>
                <p:cNvSpPr>
                  <a:spLocks noChangeArrowheads="1"/>
                </p:cNvSpPr>
                <p:nvPr/>
              </p:nvSpPr>
              <p:spPr bwMode="auto">
                <a:xfrm>
                  <a:off x="1506" y="3597"/>
                  <a:ext cx="10"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1" name="Oval 149">
                  <a:extLst>
                    <a:ext uri="{FF2B5EF4-FFF2-40B4-BE49-F238E27FC236}">
                      <a16:creationId xmlns:a16="http://schemas.microsoft.com/office/drawing/2014/main" id="{5A2C50A4-CCC5-03F5-5949-C7DE4842E54D}"/>
                    </a:ext>
                  </a:extLst>
                </p:cNvPr>
                <p:cNvSpPr>
                  <a:spLocks noChangeArrowheads="1"/>
                </p:cNvSpPr>
                <p:nvPr/>
              </p:nvSpPr>
              <p:spPr bwMode="auto">
                <a:xfrm>
                  <a:off x="1481" y="3598"/>
                  <a:ext cx="10"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2" name="Oval 150">
                  <a:extLst>
                    <a:ext uri="{FF2B5EF4-FFF2-40B4-BE49-F238E27FC236}">
                      <a16:creationId xmlns:a16="http://schemas.microsoft.com/office/drawing/2014/main" id="{F38B1F6D-9508-72B8-6FA6-D2A937C18045}"/>
                    </a:ext>
                  </a:extLst>
                </p:cNvPr>
                <p:cNvSpPr>
                  <a:spLocks noChangeArrowheads="1"/>
                </p:cNvSpPr>
                <p:nvPr/>
              </p:nvSpPr>
              <p:spPr bwMode="auto">
                <a:xfrm>
                  <a:off x="1457" y="3549"/>
                  <a:ext cx="9"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3" name="Oval 151">
                  <a:extLst>
                    <a:ext uri="{FF2B5EF4-FFF2-40B4-BE49-F238E27FC236}">
                      <a16:creationId xmlns:a16="http://schemas.microsoft.com/office/drawing/2014/main" id="{73FA55CB-E510-1C3B-92B1-08D6E636E015}"/>
                    </a:ext>
                  </a:extLst>
                </p:cNvPr>
                <p:cNvSpPr>
                  <a:spLocks noChangeArrowheads="1"/>
                </p:cNvSpPr>
                <p:nvPr/>
              </p:nvSpPr>
              <p:spPr bwMode="auto">
                <a:xfrm>
                  <a:off x="1495" y="3548"/>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4" name="Oval 152">
                  <a:extLst>
                    <a:ext uri="{FF2B5EF4-FFF2-40B4-BE49-F238E27FC236}">
                      <a16:creationId xmlns:a16="http://schemas.microsoft.com/office/drawing/2014/main" id="{0416B91F-6775-C6EC-501B-ECA049944EE2}"/>
                    </a:ext>
                  </a:extLst>
                </p:cNvPr>
                <p:cNvSpPr>
                  <a:spLocks noChangeArrowheads="1"/>
                </p:cNvSpPr>
                <p:nvPr/>
              </p:nvSpPr>
              <p:spPr bwMode="auto">
                <a:xfrm>
                  <a:off x="1511" y="3534"/>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5" name="Oval 153">
                  <a:extLst>
                    <a:ext uri="{FF2B5EF4-FFF2-40B4-BE49-F238E27FC236}">
                      <a16:creationId xmlns:a16="http://schemas.microsoft.com/office/drawing/2014/main" id="{326C9B01-9788-A047-ADF4-E7012E9CBE73}"/>
                    </a:ext>
                  </a:extLst>
                </p:cNvPr>
                <p:cNvSpPr>
                  <a:spLocks noChangeArrowheads="1"/>
                </p:cNvSpPr>
                <p:nvPr/>
              </p:nvSpPr>
              <p:spPr bwMode="auto">
                <a:xfrm>
                  <a:off x="1476" y="3550"/>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6" name="Oval 154">
                  <a:extLst>
                    <a:ext uri="{FF2B5EF4-FFF2-40B4-BE49-F238E27FC236}">
                      <a16:creationId xmlns:a16="http://schemas.microsoft.com/office/drawing/2014/main" id="{879D1615-ADAD-C9ED-AABD-E39EC5833B01}"/>
                    </a:ext>
                  </a:extLst>
                </p:cNvPr>
                <p:cNvSpPr>
                  <a:spLocks noChangeArrowheads="1"/>
                </p:cNvSpPr>
                <p:nvPr/>
              </p:nvSpPr>
              <p:spPr bwMode="auto">
                <a:xfrm>
                  <a:off x="1496" y="3519"/>
                  <a:ext cx="6"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7" name="Oval 155">
                  <a:extLst>
                    <a:ext uri="{FF2B5EF4-FFF2-40B4-BE49-F238E27FC236}">
                      <a16:creationId xmlns:a16="http://schemas.microsoft.com/office/drawing/2014/main" id="{4CB51F21-7AAA-5BE2-F6C4-FE49A6CAA029}"/>
                    </a:ext>
                  </a:extLst>
                </p:cNvPr>
                <p:cNvSpPr>
                  <a:spLocks noChangeArrowheads="1"/>
                </p:cNvSpPr>
                <p:nvPr/>
              </p:nvSpPr>
              <p:spPr bwMode="auto">
                <a:xfrm>
                  <a:off x="1465" y="3638"/>
                  <a:ext cx="10" cy="8"/>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08" name="Oval 156">
                  <a:extLst>
                    <a:ext uri="{FF2B5EF4-FFF2-40B4-BE49-F238E27FC236}">
                      <a16:creationId xmlns:a16="http://schemas.microsoft.com/office/drawing/2014/main" id="{D99C7E88-D217-B81C-1A28-CDBE4F8A2BB6}"/>
                    </a:ext>
                  </a:extLst>
                </p:cNvPr>
                <p:cNvSpPr>
                  <a:spLocks noChangeArrowheads="1"/>
                </p:cNvSpPr>
                <p:nvPr/>
              </p:nvSpPr>
              <p:spPr bwMode="auto">
                <a:xfrm>
                  <a:off x="1480" y="3625"/>
                  <a:ext cx="11" cy="9"/>
                </a:xfrm>
                <a:prstGeom prst="ellipse">
                  <a:avLst/>
                </a:prstGeom>
                <a:solidFill>
                  <a:srgbClr val="3333CC"/>
                </a:solidFill>
                <a:ln w="12700">
                  <a:solidFill>
                    <a:srgbClr val="CC3300"/>
                  </a:solidFill>
                  <a:round/>
                  <a:headEnd/>
                  <a:tailEnd/>
                </a:ln>
              </p:spPr>
              <p:txBody>
                <a:bodyPr/>
                <a:lstStyle/>
                <a:p>
                  <a:pPr fontAlgn="auto">
                    <a:spcBef>
                      <a:spcPts val="0"/>
                    </a:spcBef>
                    <a:spcAft>
                      <a:spcPts val="0"/>
                    </a:spcAft>
                    <a:defRPr/>
                  </a:pPr>
                  <a:endParaRPr lang="en-US" kern="0">
                    <a:solidFill>
                      <a:sysClr val="windowText" lastClr="000000"/>
                    </a:solidFill>
                  </a:endParaRPr>
                </a:p>
              </p:txBody>
            </p:sp>
          </p:grpSp>
          <p:sp>
            <p:nvSpPr>
              <p:cNvPr id="71" name="Freeform 157">
                <a:extLst>
                  <a:ext uri="{FF2B5EF4-FFF2-40B4-BE49-F238E27FC236}">
                    <a16:creationId xmlns:a16="http://schemas.microsoft.com/office/drawing/2014/main" id="{CEE4F3BC-CF6B-4778-C7B4-763357715AEB}"/>
                  </a:ext>
                </a:extLst>
              </p:cNvPr>
              <p:cNvSpPr>
                <a:spLocks/>
              </p:cNvSpPr>
              <p:nvPr/>
            </p:nvSpPr>
            <p:spPr bwMode="auto">
              <a:xfrm>
                <a:off x="1399" y="3444"/>
                <a:ext cx="292" cy="231"/>
              </a:xfrm>
              <a:custGeom>
                <a:avLst/>
                <a:gdLst>
                  <a:gd name="T0" fmla="*/ 0 w 292"/>
                  <a:gd name="T1" fmla="*/ 0 h 231"/>
                  <a:gd name="T2" fmla="*/ 0 w 292"/>
                  <a:gd name="T3" fmla="*/ 231 h 231"/>
                  <a:gd name="T4" fmla="*/ 292 w 292"/>
                  <a:gd name="T5" fmla="*/ 231 h 231"/>
                  <a:gd name="T6" fmla="*/ 0 60000 65536"/>
                  <a:gd name="T7" fmla="*/ 0 60000 65536"/>
                  <a:gd name="T8" fmla="*/ 0 60000 65536"/>
                </a:gdLst>
                <a:ahLst/>
                <a:cxnLst>
                  <a:cxn ang="T6">
                    <a:pos x="T0" y="T1"/>
                  </a:cxn>
                  <a:cxn ang="T7">
                    <a:pos x="T2" y="T3"/>
                  </a:cxn>
                  <a:cxn ang="T8">
                    <a:pos x="T4" y="T5"/>
                  </a:cxn>
                </a:cxnLst>
                <a:rect l="0" t="0" r="r" b="b"/>
                <a:pathLst>
                  <a:path w="292" h="231">
                    <a:moveTo>
                      <a:pt x="0" y="0"/>
                    </a:moveTo>
                    <a:lnTo>
                      <a:pt x="0" y="231"/>
                    </a:lnTo>
                    <a:lnTo>
                      <a:pt x="292" y="231"/>
                    </a:lnTo>
                  </a:path>
                </a:pathLst>
              </a:custGeom>
              <a:noFill/>
              <a:ln w="12700">
                <a:solidFill>
                  <a:srgbClr val="3333CC"/>
                </a:solidFill>
                <a:prstDash val="solid"/>
                <a:round/>
                <a:headEnd/>
                <a:tailEnd/>
              </a:ln>
            </p:spPr>
            <p:txBody>
              <a:bodyPr/>
              <a:lstStyle/>
              <a:p>
                <a:pPr fontAlgn="auto">
                  <a:spcBef>
                    <a:spcPts val="0"/>
                  </a:spcBef>
                  <a:spcAft>
                    <a:spcPts val="0"/>
                  </a:spcAft>
                  <a:defRPr/>
                </a:pPr>
                <a:endParaRPr lang="en-US" kern="0">
                  <a:solidFill>
                    <a:sysClr val="windowText" lastClr="000000"/>
                  </a:solidFill>
                </a:endParaRPr>
              </a:p>
            </p:txBody>
          </p:sp>
        </p:grpSp>
      </p:grpSp>
      <p:sp>
        <p:nvSpPr>
          <p:cNvPr id="109" name="Rectangle 158">
            <a:extLst>
              <a:ext uri="{FF2B5EF4-FFF2-40B4-BE49-F238E27FC236}">
                <a16:creationId xmlns:a16="http://schemas.microsoft.com/office/drawing/2014/main" id="{D4DD9AD6-D1EF-CD07-E31D-9A3824C3ADB4}"/>
              </a:ext>
            </a:extLst>
          </p:cNvPr>
          <p:cNvSpPr>
            <a:spLocks noChangeArrowheads="1"/>
          </p:cNvSpPr>
          <p:nvPr/>
        </p:nvSpPr>
        <p:spPr bwMode="auto">
          <a:xfrm>
            <a:off x="2246313" y="4119563"/>
            <a:ext cx="2139950" cy="280987"/>
          </a:xfrm>
          <a:prstGeom prst="rect">
            <a:avLst/>
          </a:prstGeom>
          <a:noFill/>
          <a:ln>
            <a:noFill/>
          </a:ln>
        </p:spPr>
        <p:txBody>
          <a:bodyPr/>
          <a:lstStyle/>
          <a:p>
            <a:pPr fontAlgn="auto">
              <a:spcBef>
                <a:spcPts val="0"/>
              </a:spcBef>
              <a:spcAft>
                <a:spcPts val="0"/>
              </a:spcAft>
              <a:defRPr/>
            </a:pPr>
            <a:endParaRPr lang="en-US" kern="0">
              <a:solidFill>
                <a:sysClr val="windowText" lastClr="000000"/>
              </a:solidFill>
            </a:endParaRPr>
          </a:p>
        </p:txBody>
      </p:sp>
      <p:sp>
        <p:nvSpPr>
          <p:cNvPr id="90132" name="Rectangle 159">
            <a:extLst>
              <a:ext uri="{FF2B5EF4-FFF2-40B4-BE49-F238E27FC236}">
                <a16:creationId xmlns:a16="http://schemas.microsoft.com/office/drawing/2014/main" id="{31694258-339C-D2B3-0908-8988F5B7F494}"/>
              </a:ext>
            </a:extLst>
          </p:cNvPr>
          <p:cNvSpPr>
            <a:spLocks noChangeArrowheads="1"/>
          </p:cNvSpPr>
          <p:nvPr/>
        </p:nvSpPr>
        <p:spPr bwMode="auto">
          <a:xfrm>
            <a:off x="3059113" y="5273675"/>
            <a:ext cx="928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6060FF"/>
                </a:solidFill>
                <a:latin typeface="微软雅黑" panose="020B0503020204020204" pitchFamily="34" charset="-122"/>
                <a:ea typeface="微软雅黑" panose="020B0503020204020204" pitchFamily="34" charset="-122"/>
              </a:rPr>
              <a:t>假设检验</a:t>
            </a:r>
            <a:endParaRPr lang="en-US" altLang="zh-CN" sz="2400" i="1">
              <a:solidFill>
                <a:srgbClr val="FFFFFF"/>
              </a:solidFill>
              <a:latin typeface="微软雅黑" panose="020B0503020204020204" pitchFamily="34" charset="-122"/>
              <a:ea typeface="微软雅黑" panose="020B0503020204020204" pitchFamily="34" charset="-122"/>
            </a:endParaRPr>
          </a:p>
        </p:txBody>
      </p:sp>
      <p:grpSp>
        <p:nvGrpSpPr>
          <p:cNvPr id="90133" name="Group 197">
            <a:extLst>
              <a:ext uri="{FF2B5EF4-FFF2-40B4-BE49-F238E27FC236}">
                <a16:creationId xmlns:a16="http://schemas.microsoft.com/office/drawing/2014/main" id="{F181A9E6-A0D4-7D26-0353-53AEAB572984}"/>
              </a:ext>
            </a:extLst>
          </p:cNvPr>
          <p:cNvGrpSpPr>
            <a:grpSpLocks/>
          </p:cNvGrpSpPr>
          <p:nvPr/>
        </p:nvGrpSpPr>
        <p:grpSpPr bwMode="auto">
          <a:xfrm rot="958276">
            <a:off x="5705475" y="3313113"/>
            <a:ext cx="498475" cy="603250"/>
            <a:chOff x="4988" y="1440"/>
            <a:chExt cx="314" cy="330"/>
          </a:xfrm>
        </p:grpSpPr>
        <p:sp>
          <p:nvSpPr>
            <p:cNvPr id="112" name="Freeform 198">
              <a:extLst>
                <a:ext uri="{FF2B5EF4-FFF2-40B4-BE49-F238E27FC236}">
                  <a16:creationId xmlns:a16="http://schemas.microsoft.com/office/drawing/2014/main" id="{EAE6D708-6127-3194-2066-BE8B20D2AD65}"/>
                </a:ext>
              </a:extLst>
            </p:cNvPr>
            <p:cNvSpPr>
              <a:spLocks/>
            </p:cNvSpPr>
            <p:nvPr/>
          </p:nvSpPr>
          <p:spPr bwMode="auto">
            <a:xfrm>
              <a:off x="4984" y="1499"/>
              <a:ext cx="314" cy="271"/>
            </a:xfrm>
            <a:custGeom>
              <a:avLst/>
              <a:gdLst>
                <a:gd name="T0" fmla="*/ 0 w 290"/>
                <a:gd name="T1" fmla="*/ 11 h 271"/>
                <a:gd name="T2" fmla="*/ 314 w 290"/>
                <a:gd name="T3" fmla="*/ 0 h 271"/>
                <a:gd name="T4" fmla="*/ 139 w 290"/>
                <a:gd name="T5" fmla="*/ 271 h 271"/>
                <a:gd name="T6" fmla="*/ 0 w 290"/>
                <a:gd name="T7" fmla="*/ 11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 h="271">
                  <a:moveTo>
                    <a:pt x="0" y="11"/>
                  </a:moveTo>
                  <a:lnTo>
                    <a:pt x="290" y="0"/>
                  </a:lnTo>
                  <a:lnTo>
                    <a:pt x="128" y="271"/>
                  </a:lnTo>
                  <a:lnTo>
                    <a:pt x="0" y="11"/>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13" name="Freeform 199">
              <a:extLst>
                <a:ext uri="{FF2B5EF4-FFF2-40B4-BE49-F238E27FC236}">
                  <a16:creationId xmlns:a16="http://schemas.microsoft.com/office/drawing/2014/main" id="{0E12E81F-56BC-C7E1-1453-511A483F65B1}"/>
                </a:ext>
              </a:extLst>
            </p:cNvPr>
            <p:cNvSpPr>
              <a:spLocks/>
            </p:cNvSpPr>
            <p:nvPr/>
          </p:nvSpPr>
          <p:spPr bwMode="auto">
            <a:xfrm>
              <a:off x="4985" y="1471"/>
              <a:ext cx="314" cy="271"/>
            </a:xfrm>
            <a:custGeom>
              <a:avLst/>
              <a:gdLst>
                <a:gd name="T0" fmla="*/ 0 w 290"/>
                <a:gd name="T1" fmla="*/ 11 h 271"/>
                <a:gd name="T2" fmla="*/ 314 w 290"/>
                <a:gd name="T3" fmla="*/ 0 h 271"/>
                <a:gd name="T4" fmla="*/ 139 w 290"/>
                <a:gd name="T5" fmla="*/ 271 h 271"/>
                <a:gd name="T6" fmla="*/ 0 w 290"/>
                <a:gd name="T7" fmla="*/ 11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 h="271">
                  <a:moveTo>
                    <a:pt x="0" y="11"/>
                  </a:moveTo>
                  <a:lnTo>
                    <a:pt x="290" y="0"/>
                  </a:lnTo>
                  <a:lnTo>
                    <a:pt x="128" y="271"/>
                  </a:lnTo>
                  <a:lnTo>
                    <a:pt x="0" y="11"/>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grpSp>
          <p:nvGrpSpPr>
            <p:cNvPr id="90198" name="Group 200">
              <a:extLst>
                <a:ext uri="{FF2B5EF4-FFF2-40B4-BE49-F238E27FC236}">
                  <a16:creationId xmlns:a16="http://schemas.microsoft.com/office/drawing/2014/main" id="{7C20C16A-2A6A-9164-1552-D677A7108AD5}"/>
                </a:ext>
              </a:extLst>
            </p:cNvPr>
            <p:cNvGrpSpPr>
              <a:grpSpLocks/>
            </p:cNvGrpSpPr>
            <p:nvPr/>
          </p:nvGrpSpPr>
          <p:grpSpPr bwMode="auto">
            <a:xfrm>
              <a:off x="5040" y="1440"/>
              <a:ext cx="181" cy="283"/>
              <a:chOff x="2837" y="1405"/>
              <a:chExt cx="167" cy="283"/>
            </a:xfrm>
          </p:grpSpPr>
          <p:sp>
            <p:nvSpPr>
              <p:cNvPr id="115" name="Rectangle 201">
                <a:extLst>
                  <a:ext uri="{FF2B5EF4-FFF2-40B4-BE49-F238E27FC236}">
                    <a16:creationId xmlns:a16="http://schemas.microsoft.com/office/drawing/2014/main" id="{3865E451-191F-794F-A684-97AA5386BB1A}"/>
                  </a:ext>
                </a:extLst>
              </p:cNvPr>
              <p:cNvSpPr>
                <a:spLocks noChangeArrowheads="1"/>
              </p:cNvSpPr>
              <p:nvPr/>
            </p:nvSpPr>
            <p:spPr bwMode="auto">
              <a:xfrm>
                <a:off x="2893" y="1404"/>
                <a:ext cx="48" cy="118"/>
              </a:xfrm>
              <a:prstGeom prst="rect">
                <a:avLst/>
              </a:pr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16" name="Freeform 202">
                <a:extLst>
                  <a:ext uri="{FF2B5EF4-FFF2-40B4-BE49-F238E27FC236}">
                    <a16:creationId xmlns:a16="http://schemas.microsoft.com/office/drawing/2014/main" id="{B75C82CF-E561-4D8B-A5A5-E5692D6D4E09}"/>
                  </a:ext>
                </a:extLst>
              </p:cNvPr>
              <p:cNvSpPr>
                <a:spLocks/>
              </p:cNvSpPr>
              <p:nvPr/>
            </p:nvSpPr>
            <p:spPr bwMode="auto">
              <a:xfrm>
                <a:off x="2833" y="1522"/>
                <a:ext cx="167" cy="167"/>
              </a:xfrm>
              <a:custGeom>
                <a:avLst/>
                <a:gdLst>
                  <a:gd name="T0" fmla="*/ 0 w 167"/>
                  <a:gd name="T1" fmla="*/ 0 h 167"/>
                  <a:gd name="T2" fmla="*/ 84 w 167"/>
                  <a:gd name="T3" fmla="*/ 167 h 167"/>
                  <a:gd name="T4" fmla="*/ 167 w 167"/>
                  <a:gd name="T5" fmla="*/ 0 h 167"/>
                  <a:gd name="T6" fmla="*/ 0 w 167"/>
                  <a:gd name="T7" fmla="*/ 0 h 1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 h="167">
                    <a:moveTo>
                      <a:pt x="0" y="0"/>
                    </a:moveTo>
                    <a:lnTo>
                      <a:pt x="84" y="167"/>
                    </a:lnTo>
                    <a:lnTo>
                      <a:pt x="167" y="0"/>
                    </a:lnTo>
                    <a:lnTo>
                      <a:pt x="0" y="0"/>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grpSp>
        <p:nvGrpSpPr>
          <p:cNvPr id="90134" name="Group 3">
            <a:extLst>
              <a:ext uri="{FF2B5EF4-FFF2-40B4-BE49-F238E27FC236}">
                <a16:creationId xmlns:a16="http://schemas.microsoft.com/office/drawing/2014/main" id="{476849D2-7B46-A81B-4E9E-861E7C32ADF4}"/>
              </a:ext>
            </a:extLst>
          </p:cNvPr>
          <p:cNvGrpSpPr>
            <a:grpSpLocks/>
          </p:cNvGrpSpPr>
          <p:nvPr/>
        </p:nvGrpSpPr>
        <p:grpSpPr bwMode="auto">
          <a:xfrm>
            <a:off x="5389563" y="1290638"/>
            <a:ext cx="2052637" cy="895350"/>
            <a:chOff x="7141394" y="2974975"/>
            <a:chExt cx="2052638" cy="895350"/>
          </a:xfrm>
        </p:grpSpPr>
        <p:sp>
          <p:nvSpPr>
            <p:cNvPr id="118" name="Rectangle 43">
              <a:extLst>
                <a:ext uri="{FF2B5EF4-FFF2-40B4-BE49-F238E27FC236}">
                  <a16:creationId xmlns:a16="http://schemas.microsoft.com/office/drawing/2014/main" id="{E7CEC3C2-49B5-0372-0A67-774852082975}"/>
                </a:ext>
              </a:extLst>
            </p:cNvPr>
            <p:cNvSpPr>
              <a:spLocks noChangeArrowheads="1"/>
            </p:cNvSpPr>
            <p:nvPr/>
          </p:nvSpPr>
          <p:spPr bwMode="auto">
            <a:xfrm>
              <a:off x="7141394" y="2974975"/>
              <a:ext cx="2052638" cy="895350"/>
            </a:xfrm>
            <a:prstGeom prst="rect">
              <a:avLst/>
            </a:prstGeom>
            <a:noFill/>
            <a:ln>
              <a:noFill/>
            </a:ln>
          </p:spPr>
          <p:txBody>
            <a:bodyPr/>
            <a:lstStyle/>
            <a:p>
              <a:pPr fontAlgn="auto">
                <a:spcBef>
                  <a:spcPts val="0"/>
                </a:spcBef>
                <a:spcAft>
                  <a:spcPts val="0"/>
                </a:spcAft>
                <a:defRPr/>
              </a:pPr>
              <a:endParaRPr lang="en-US" kern="0">
                <a:solidFill>
                  <a:sysClr val="windowText" lastClr="000000"/>
                </a:solidFill>
              </a:endParaRPr>
            </a:p>
          </p:txBody>
        </p:sp>
        <p:grpSp>
          <p:nvGrpSpPr>
            <p:cNvPr id="90162" name="Group 203">
              <a:extLst>
                <a:ext uri="{FF2B5EF4-FFF2-40B4-BE49-F238E27FC236}">
                  <a16:creationId xmlns:a16="http://schemas.microsoft.com/office/drawing/2014/main" id="{192B0138-29C4-7C1A-5AC0-CC8B890C9621}"/>
                </a:ext>
              </a:extLst>
            </p:cNvPr>
            <p:cNvGrpSpPr>
              <a:grpSpLocks/>
            </p:cNvGrpSpPr>
            <p:nvPr/>
          </p:nvGrpSpPr>
          <p:grpSpPr bwMode="auto">
            <a:xfrm>
              <a:off x="7330307" y="3097213"/>
              <a:ext cx="1295400" cy="636587"/>
              <a:chOff x="2838" y="1951"/>
              <a:chExt cx="754" cy="401"/>
            </a:xfrm>
          </p:grpSpPr>
          <p:sp>
            <p:nvSpPr>
              <p:cNvPr id="128" name="Freeform 204">
                <a:extLst>
                  <a:ext uri="{FF2B5EF4-FFF2-40B4-BE49-F238E27FC236}">
                    <a16:creationId xmlns:a16="http://schemas.microsoft.com/office/drawing/2014/main" id="{3510AEEC-268B-E675-D403-6B6761B8D778}"/>
                  </a:ext>
                </a:extLst>
              </p:cNvPr>
              <p:cNvSpPr>
                <a:spLocks/>
              </p:cNvSpPr>
              <p:nvPr/>
            </p:nvSpPr>
            <p:spPr bwMode="auto">
              <a:xfrm>
                <a:off x="2838" y="2157"/>
                <a:ext cx="558" cy="15"/>
              </a:xfrm>
              <a:custGeom>
                <a:avLst/>
                <a:gdLst>
                  <a:gd name="T0" fmla="*/ 0 w 558"/>
                  <a:gd name="T1" fmla="*/ 0 h 15"/>
                  <a:gd name="T2" fmla="*/ 0 w 558"/>
                  <a:gd name="T3" fmla="*/ 14 h 15"/>
                  <a:gd name="T4" fmla="*/ 558 w 558"/>
                  <a:gd name="T5" fmla="*/ 15 h 15"/>
                  <a:gd name="T6" fmla="*/ 558 w 558"/>
                  <a:gd name="T7" fmla="*/ 1 h 15"/>
                  <a:gd name="T8" fmla="*/ 0 w 558"/>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 h="15">
                    <a:moveTo>
                      <a:pt x="0" y="0"/>
                    </a:moveTo>
                    <a:lnTo>
                      <a:pt x="0" y="14"/>
                    </a:lnTo>
                    <a:lnTo>
                      <a:pt x="558" y="15"/>
                    </a:lnTo>
                    <a:lnTo>
                      <a:pt x="558" y="1"/>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29" name="Freeform 205">
                <a:extLst>
                  <a:ext uri="{FF2B5EF4-FFF2-40B4-BE49-F238E27FC236}">
                    <a16:creationId xmlns:a16="http://schemas.microsoft.com/office/drawing/2014/main" id="{0612F32D-F0B6-1C8A-C096-8C395F65AB13}"/>
                  </a:ext>
                </a:extLst>
              </p:cNvPr>
              <p:cNvSpPr>
                <a:spLocks/>
              </p:cNvSpPr>
              <p:nvPr/>
            </p:nvSpPr>
            <p:spPr bwMode="auto">
              <a:xfrm>
                <a:off x="3019" y="1951"/>
                <a:ext cx="168" cy="205"/>
              </a:xfrm>
              <a:custGeom>
                <a:avLst/>
                <a:gdLst>
                  <a:gd name="T0" fmla="*/ 11 w 168"/>
                  <a:gd name="T1" fmla="*/ 0 h 205"/>
                  <a:gd name="T2" fmla="*/ 0 w 168"/>
                  <a:gd name="T3" fmla="*/ 9 h 205"/>
                  <a:gd name="T4" fmla="*/ 157 w 168"/>
                  <a:gd name="T5" fmla="*/ 205 h 205"/>
                  <a:gd name="T6" fmla="*/ 168 w 168"/>
                  <a:gd name="T7" fmla="*/ 196 h 205"/>
                  <a:gd name="T8" fmla="*/ 11 w 168"/>
                  <a:gd name="T9" fmla="*/ 0 h 2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205">
                    <a:moveTo>
                      <a:pt x="11" y="0"/>
                    </a:moveTo>
                    <a:lnTo>
                      <a:pt x="0" y="9"/>
                    </a:lnTo>
                    <a:lnTo>
                      <a:pt x="157" y="205"/>
                    </a:lnTo>
                    <a:lnTo>
                      <a:pt x="168" y="196"/>
                    </a:lnTo>
                    <a:lnTo>
                      <a:pt x="11"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0" name="Freeform 206">
                <a:extLst>
                  <a:ext uri="{FF2B5EF4-FFF2-40B4-BE49-F238E27FC236}">
                    <a16:creationId xmlns:a16="http://schemas.microsoft.com/office/drawing/2014/main" id="{22BFFDAD-98E2-19A4-3551-D9B750D1193B}"/>
                  </a:ext>
                </a:extLst>
              </p:cNvPr>
              <p:cNvSpPr>
                <a:spLocks/>
              </p:cNvSpPr>
              <p:nvPr/>
            </p:nvSpPr>
            <p:spPr bwMode="auto">
              <a:xfrm>
                <a:off x="2904" y="2160"/>
                <a:ext cx="154" cy="192"/>
              </a:xfrm>
              <a:custGeom>
                <a:avLst/>
                <a:gdLst>
                  <a:gd name="T0" fmla="*/ 0 w 154"/>
                  <a:gd name="T1" fmla="*/ 183 h 192"/>
                  <a:gd name="T2" fmla="*/ 11 w 154"/>
                  <a:gd name="T3" fmla="*/ 192 h 192"/>
                  <a:gd name="T4" fmla="*/ 154 w 154"/>
                  <a:gd name="T5" fmla="*/ 9 h 192"/>
                  <a:gd name="T6" fmla="*/ 143 w 154"/>
                  <a:gd name="T7" fmla="*/ 0 h 192"/>
                  <a:gd name="T8" fmla="*/ 0 w 154"/>
                  <a:gd name="T9" fmla="*/ 183 h 1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 h="192">
                    <a:moveTo>
                      <a:pt x="0" y="183"/>
                    </a:moveTo>
                    <a:lnTo>
                      <a:pt x="11" y="192"/>
                    </a:lnTo>
                    <a:lnTo>
                      <a:pt x="154" y="9"/>
                    </a:lnTo>
                    <a:lnTo>
                      <a:pt x="143" y="0"/>
                    </a:lnTo>
                    <a:lnTo>
                      <a:pt x="0" y="183"/>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grpSp>
            <p:nvGrpSpPr>
              <p:cNvPr id="90174" name="Group 207">
                <a:extLst>
                  <a:ext uri="{FF2B5EF4-FFF2-40B4-BE49-F238E27FC236}">
                    <a16:creationId xmlns:a16="http://schemas.microsoft.com/office/drawing/2014/main" id="{542F68E6-F958-7EF0-729A-EA1E47BBE9E5}"/>
                  </a:ext>
                </a:extLst>
              </p:cNvPr>
              <p:cNvGrpSpPr>
                <a:grpSpLocks/>
              </p:cNvGrpSpPr>
              <p:nvPr/>
            </p:nvGrpSpPr>
            <p:grpSpPr bwMode="auto">
              <a:xfrm>
                <a:off x="3399" y="2075"/>
                <a:ext cx="193" cy="152"/>
                <a:chOff x="3399" y="2075"/>
                <a:chExt cx="193" cy="152"/>
              </a:xfrm>
            </p:grpSpPr>
            <p:grpSp>
              <p:nvGrpSpPr>
                <p:cNvPr id="90182" name="Group 208">
                  <a:extLst>
                    <a:ext uri="{FF2B5EF4-FFF2-40B4-BE49-F238E27FC236}">
                      <a16:creationId xmlns:a16="http://schemas.microsoft.com/office/drawing/2014/main" id="{884BF627-A246-752F-0B6A-339E8F52799B}"/>
                    </a:ext>
                  </a:extLst>
                </p:cNvPr>
                <p:cNvGrpSpPr>
                  <a:grpSpLocks/>
                </p:cNvGrpSpPr>
                <p:nvPr/>
              </p:nvGrpSpPr>
              <p:grpSpPr bwMode="auto">
                <a:xfrm>
                  <a:off x="3399" y="2075"/>
                  <a:ext cx="193" cy="152"/>
                  <a:chOff x="3399" y="2075"/>
                  <a:chExt cx="193" cy="152"/>
                </a:xfrm>
              </p:grpSpPr>
              <p:grpSp>
                <p:nvGrpSpPr>
                  <p:cNvPr id="90184" name="Group 209">
                    <a:extLst>
                      <a:ext uri="{FF2B5EF4-FFF2-40B4-BE49-F238E27FC236}">
                        <a16:creationId xmlns:a16="http://schemas.microsoft.com/office/drawing/2014/main" id="{CCA86CB7-8458-CB2D-95EE-4C1542F07FC6}"/>
                      </a:ext>
                    </a:extLst>
                  </p:cNvPr>
                  <p:cNvGrpSpPr>
                    <a:grpSpLocks/>
                  </p:cNvGrpSpPr>
                  <p:nvPr/>
                </p:nvGrpSpPr>
                <p:grpSpPr bwMode="auto">
                  <a:xfrm>
                    <a:off x="3399" y="2075"/>
                    <a:ext cx="122" cy="113"/>
                    <a:chOff x="3399" y="2075"/>
                    <a:chExt cx="122" cy="113"/>
                  </a:xfrm>
                </p:grpSpPr>
                <p:pic>
                  <p:nvPicPr>
                    <p:cNvPr id="90194" name="Picture 210">
                      <a:extLst>
                        <a:ext uri="{FF2B5EF4-FFF2-40B4-BE49-F238E27FC236}">
                          <a16:creationId xmlns:a16="http://schemas.microsoft.com/office/drawing/2014/main" id="{0E0679C9-D85D-5F1D-8B19-7B68F13BA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 y="2078"/>
                      <a:ext cx="11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Rectangle 211">
                      <a:extLst>
                        <a:ext uri="{FF2B5EF4-FFF2-40B4-BE49-F238E27FC236}">
                          <a16:creationId xmlns:a16="http://schemas.microsoft.com/office/drawing/2014/main" id="{2B176BAE-EB51-900A-CFFE-04CD743E8E6C}"/>
                        </a:ext>
                      </a:extLst>
                    </p:cNvPr>
                    <p:cNvSpPr>
                      <a:spLocks noChangeArrowheads="1"/>
                    </p:cNvSpPr>
                    <p:nvPr/>
                  </p:nvSpPr>
                  <p:spPr bwMode="auto">
                    <a:xfrm>
                      <a:off x="3399" y="2075"/>
                      <a:ext cx="122" cy="113"/>
                    </a:xfrm>
                    <a:prstGeom prst="rect">
                      <a:avLst/>
                    </a:prstGeom>
                    <a:noFill/>
                    <a:ln w="9525">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grpSp>
              <p:grpSp>
                <p:nvGrpSpPr>
                  <p:cNvPr id="90185" name="Group 212">
                    <a:extLst>
                      <a:ext uri="{FF2B5EF4-FFF2-40B4-BE49-F238E27FC236}">
                        <a16:creationId xmlns:a16="http://schemas.microsoft.com/office/drawing/2014/main" id="{7DAEBDD3-CB20-31F1-5B0B-EDC2D037CB31}"/>
                      </a:ext>
                    </a:extLst>
                  </p:cNvPr>
                  <p:cNvGrpSpPr>
                    <a:grpSpLocks/>
                  </p:cNvGrpSpPr>
                  <p:nvPr/>
                </p:nvGrpSpPr>
                <p:grpSpPr bwMode="auto">
                  <a:xfrm>
                    <a:off x="3514" y="2075"/>
                    <a:ext cx="78" cy="113"/>
                    <a:chOff x="3514" y="2075"/>
                    <a:chExt cx="78" cy="113"/>
                  </a:xfrm>
                </p:grpSpPr>
                <p:pic>
                  <p:nvPicPr>
                    <p:cNvPr id="90192" name="Picture 213">
                      <a:extLst>
                        <a:ext uri="{FF2B5EF4-FFF2-40B4-BE49-F238E27FC236}">
                          <a16:creationId xmlns:a16="http://schemas.microsoft.com/office/drawing/2014/main" id="{E9BEE525-8F66-9C6A-AFDC-91024422B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7500"/>
                    <a:stretch>
                      <a:fillRect/>
                    </a:stretch>
                  </p:blipFill>
                  <p:spPr bwMode="auto">
                    <a:xfrm>
                      <a:off x="3517" y="2078"/>
                      <a:ext cx="7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Rectangle 214">
                      <a:extLst>
                        <a:ext uri="{FF2B5EF4-FFF2-40B4-BE49-F238E27FC236}">
                          <a16:creationId xmlns:a16="http://schemas.microsoft.com/office/drawing/2014/main" id="{C9F4C4CD-07E5-974C-8BF1-A240BF511411}"/>
                        </a:ext>
                      </a:extLst>
                    </p:cNvPr>
                    <p:cNvSpPr>
                      <a:spLocks noChangeArrowheads="1"/>
                    </p:cNvSpPr>
                    <p:nvPr/>
                  </p:nvSpPr>
                  <p:spPr bwMode="auto">
                    <a:xfrm>
                      <a:off x="3514" y="2075"/>
                      <a:ext cx="78" cy="113"/>
                    </a:xfrm>
                    <a:prstGeom prst="rect">
                      <a:avLst/>
                    </a:prstGeom>
                    <a:noFill/>
                    <a:ln w="9525">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grpSp>
              <p:grpSp>
                <p:nvGrpSpPr>
                  <p:cNvPr id="90186" name="Group 215">
                    <a:extLst>
                      <a:ext uri="{FF2B5EF4-FFF2-40B4-BE49-F238E27FC236}">
                        <a16:creationId xmlns:a16="http://schemas.microsoft.com/office/drawing/2014/main" id="{11212FDC-D243-ACB0-BFCD-6493395C8DF9}"/>
                      </a:ext>
                    </a:extLst>
                  </p:cNvPr>
                  <p:cNvGrpSpPr>
                    <a:grpSpLocks/>
                  </p:cNvGrpSpPr>
                  <p:nvPr/>
                </p:nvGrpSpPr>
                <p:grpSpPr bwMode="auto">
                  <a:xfrm>
                    <a:off x="3399" y="2181"/>
                    <a:ext cx="122" cy="46"/>
                    <a:chOff x="3399" y="2181"/>
                    <a:chExt cx="122" cy="46"/>
                  </a:xfrm>
                </p:grpSpPr>
                <p:pic>
                  <p:nvPicPr>
                    <p:cNvPr id="90190" name="Picture 216">
                      <a:extLst>
                        <a:ext uri="{FF2B5EF4-FFF2-40B4-BE49-F238E27FC236}">
                          <a16:creationId xmlns:a16="http://schemas.microsoft.com/office/drawing/2014/main" id="{AB4AF1D6-1799-5353-A92E-D6A503DC2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2500"/>
                    <a:stretch>
                      <a:fillRect/>
                    </a:stretch>
                  </p:blipFill>
                  <p:spPr bwMode="auto">
                    <a:xfrm>
                      <a:off x="3402" y="2184"/>
                      <a:ext cx="115" cy="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Rectangle 217">
                      <a:extLst>
                        <a:ext uri="{FF2B5EF4-FFF2-40B4-BE49-F238E27FC236}">
                          <a16:creationId xmlns:a16="http://schemas.microsoft.com/office/drawing/2014/main" id="{B97D4456-487D-898F-303D-56055DD123C6}"/>
                        </a:ext>
                      </a:extLst>
                    </p:cNvPr>
                    <p:cNvSpPr>
                      <a:spLocks noChangeArrowheads="1"/>
                    </p:cNvSpPr>
                    <p:nvPr/>
                  </p:nvSpPr>
                  <p:spPr bwMode="auto">
                    <a:xfrm>
                      <a:off x="3399" y="2181"/>
                      <a:ext cx="122" cy="46"/>
                    </a:xfrm>
                    <a:prstGeom prst="rect">
                      <a:avLst/>
                    </a:prstGeom>
                    <a:noFill/>
                    <a:ln w="9525">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grpSp>
              <p:grpSp>
                <p:nvGrpSpPr>
                  <p:cNvPr id="90187" name="Group 218">
                    <a:extLst>
                      <a:ext uri="{FF2B5EF4-FFF2-40B4-BE49-F238E27FC236}">
                        <a16:creationId xmlns:a16="http://schemas.microsoft.com/office/drawing/2014/main" id="{272C6092-6CAF-26FF-30BD-409621C93064}"/>
                      </a:ext>
                    </a:extLst>
                  </p:cNvPr>
                  <p:cNvGrpSpPr>
                    <a:grpSpLocks/>
                  </p:cNvGrpSpPr>
                  <p:nvPr/>
                </p:nvGrpSpPr>
                <p:grpSpPr bwMode="auto">
                  <a:xfrm>
                    <a:off x="3514" y="2181"/>
                    <a:ext cx="78" cy="46"/>
                    <a:chOff x="3514" y="2181"/>
                    <a:chExt cx="78" cy="46"/>
                  </a:xfrm>
                </p:grpSpPr>
                <p:pic>
                  <p:nvPicPr>
                    <p:cNvPr id="90188" name="Picture 219">
                      <a:extLst>
                        <a:ext uri="{FF2B5EF4-FFF2-40B4-BE49-F238E27FC236}">
                          <a16:creationId xmlns:a16="http://schemas.microsoft.com/office/drawing/2014/main" id="{C4D8F06A-7E42-3834-63F9-606BBFC90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2500" r="37500"/>
                    <a:stretch>
                      <a:fillRect/>
                    </a:stretch>
                  </p:blipFill>
                  <p:spPr bwMode="auto">
                    <a:xfrm>
                      <a:off x="3517" y="2184"/>
                      <a:ext cx="71" cy="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 name="Rectangle 220">
                      <a:extLst>
                        <a:ext uri="{FF2B5EF4-FFF2-40B4-BE49-F238E27FC236}">
                          <a16:creationId xmlns:a16="http://schemas.microsoft.com/office/drawing/2014/main" id="{85E3F804-5016-8CF0-E466-ABCF77517705}"/>
                        </a:ext>
                      </a:extLst>
                    </p:cNvPr>
                    <p:cNvSpPr>
                      <a:spLocks noChangeArrowheads="1"/>
                    </p:cNvSpPr>
                    <p:nvPr/>
                  </p:nvSpPr>
                  <p:spPr bwMode="auto">
                    <a:xfrm>
                      <a:off x="3514" y="2181"/>
                      <a:ext cx="78" cy="46"/>
                    </a:xfrm>
                    <a:prstGeom prst="rect">
                      <a:avLst/>
                    </a:prstGeom>
                    <a:noFill/>
                    <a:ln w="9525">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grpSp>
            </p:grpSp>
            <p:sp>
              <p:nvSpPr>
                <p:cNvPr id="140" name="Rectangle 221">
                  <a:extLst>
                    <a:ext uri="{FF2B5EF4-FFF2-40B4-BE49-F238E27FC236}">
                      <a16:creationId xmlns:a16="http://schemas.microsoft.com/office/drawing/2014/main" id="{B379E16A-9406-607A-3C02-34BD8D318698}"/>
                    </a:ext>
                  </a:extLst>
                </p:cNvPr>
                <p:cNvSpPr>
                  <a:spLocks noChangeArrowheads="1"/>
                </p:cNvSpPr>
                <p:nvPr/>
              </p:nvSpPr>
              <p:spPr bwMode="auto">
                <a:xfrm>
                  <a:off x="3402" y="2078"/>
                  <a:ext cx="189" cy="148"/>
                </a:xfrm>
                <a:prstGeom prst="rect">
                  <a:avLst/>
                </a:prstGeom>
                <a:solidFill>
                  <a:srgbClr val="FFFF00"/>
                </a:solidFill>
                <a:ln w="22225">
                  <a:solidFill>
                    <a:srgbClr val="FF9900"/>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grpSp>
          <p:sp>
            <p:nvSpPr>
              <p:cNvPr id="132" name="Freeform 222">
                <a:extLst>
                  <a:ext uri="{FF2B5EF4-FFF2-40B4-BE49-F238E27FC236}">
                    <a16:creationId xmlns:a16="http://schemas.microsoft.com/office/drawing/2014/main" id="{777024CF-B18A-5D6C-74B9-3C0964568CE4}"/>
                  </a:ext>
                </a:extLst>
              </p:cNvPr>
              <p:cNvSpPr>
                <a:spLocks/>
              </p:cNvSpPr>
              <p:nvPr/>
            </p:nvSpPr>
            <p:spPr bwMode="auto">
              <a:xfrm>
                <a:off x="3146" y="2160"/>
                <a:ext cx="155" cy="179"/>
              </a:xfrm>
              <a:custGeom>
                <a:avLst/>
                <a:gdLst>
                  <a:gd name="T0" fmla="*/ 0 w 155"/>
                  <a:gd name="T1" fmla="*/ 170 h 179"/>
                  <a:gd name="T2" fmla="*/ 10 w 155"/>
                  <a:gd name="T3" fmla="*/ 179 h 179"/>
                  <a:gd name="T4" fmla="*/ 155 w 155"/>
                  <a:gd name="T5" fmla="*/ 9 h 179"/>
                  <a:gd name="T6" fmla="*/ 145 w 155"/>
                  <a:gd name="T7" fmla="*/ 0 h 179"/>
                  <a:gd name="T8" fmla="*/ 0 w 155"/>
                  <a:gd name="T9" fmla="*/ 170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79">
                    <a:moveTo>
                      <a:pt x="0" y="170"/>
                    </a:moveTo>
                    <a:lnTo>
                      <a:pt x="10" y="179"/>
                    </a:lnTo>
                    <a:lnTo>
                      <a:pt x="155" y="9"/>
                    </a:lnTo>
                    <a:lnTo>
                      <a:pt x="145" y="0"/>
                    </a:lnTo>
                    <a:lnTo>
                      <a:pt x="0" y="17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3" name="Freeform 223">
                <a:extLst>
                  <a:ext uri="{FF2B5EF4-FFF2-40B4-BE49-F238E27FC236}">
                    <a16:creationId xmlns:a16="http://schemas.microsoft.com/office/drawing/2014/main" id="{27DB1EA9-E51F-CFAE-EC64-1E086B471B0F}"/>
                  </a:ext>
                </a:extLst>
              </p:cNvPr>
              <p:cNvSpPr>
                <a:spLocks/>
              </p:cNvSpPr>
              <p:nvPr/>
            </p:nvSpPr>
            <p:spPr bwMode="auto">
              <a:xfrm>
                <a:off x="2886" y="2222"/>
                <a:ext cx="113" cy="15"/>
              </a:xfrm>
              <a:custGeom>
                <a:avLst/>
                <a:gdLst>
                  <a:gd name="T0" fmla="*/ 0 w 113"/>
                  <a:gd name="T1" fmla="*/ 0 h 15"/>
                  <a:gd name="T2" fmla="*/ 0 w 113"/>
                  <a:gd name="T3" fmla="*/ 14 h 15"/>
                  <a:gd name="T4" fmla="*/ 113 w 113"/>
                  <a:gd name="T5" fmla="*/ 15 h 15"/>
                  <a:gd name="T6" fmla="*/ 113 w 113"/>
                  <a:gd name="T7" fmla="*/ 1 h 15"/>
                  <a:gd name="T8" fmla="*/ 0 w 113"/>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5">
                    <a:moveTo>
                      <a:pt x="0" y="0"/>
                    </a:moveTo>
                    <a:lnTo>
                      <a:pt x="0" y="14"/>
                    </a:lnTo>
                    <a:lnTo>
                      <a:pt x="113" y="15"/>
                    </a:lnTo>
                    <a:lnTo>
                      <a:pt x="113" y="1"/>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4" name="Freeform 224">
                <a:extLst>
                  <a:ext uri="{FF2B5EF4-FFF2-40B4-BE49-F238E27FC236}">
                    <a16:creationId xmlns:a16="http://schemas.microsoft.com/office/drawing/2014/main" id="{35499A93-1651-A160-7381-115BC308C4D0}"/>
                  </a:ext>
                </a:extLst>
              </p:cNvPr>
              <p:cNvSpPr>
                <a:spLocks/>
              </p:cNvSpPr>
              <p:nvPr/>
            </p:nvSpPr>
            <p:spPr bwMode="auto">
              <a:xfrm>
                <a:off x="3066" y="2000"/>
                <a:ext cx="128" cy="15"/>
              </a:xfrm>
              <a:custGeom>
                <a:avLst/>
                <a:gdLst>
                  <a:gd name="T0" fmla="*/ 0 w 129"/>
                  <a:gd name="T1" fmla="*/ 0 h 15"/>
                  <a:gd name="T2" fmla="*/ 0 w 129"/>
                  <a:gd name="T3" fmla="*/ 14 h 15"/>
                  <a:gd name="T4" fmla="*/ 129 w 129"/>
                  <a:gd name="T5" fmla="*/ 15 h 15"/>
                  <a:gd name="T6" fmla="*/ 129 w 129"/>
                  <a:gd name="T7" fmla="*/ 1 h 15"/>
                  <a:gd name="T8" fmla="*/ 0 w 129"/>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 h="15">
                    <a:moveTo>
                      <a:pt x="0" y="0"/>
                    </a:moveTo>
                    <a:lnTo>
                      <a:pt x="0" y="14"/>
                    </a:lnTo>
                    <a:lnTo>
                      <a:pt x="129" y="15"/>
                    </a:lnTo>
                    <a:lnTo>
                      <a:pt x="129" y="1"/>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5" name="Freeform 225">
                <a:extLst>
                  <a:ext uri="{FF2B5EF4-FFF2-40B4-BE49-F238E27FC236}">
                    <a16:creationId xmlns:a16="http://schemas.microsoft.com/office/drawing/2014/main" id="{1EA5D748-1034-2314-D1B9-EAAED3CCFF7F}"/>
                  </a:ext>
                </a:extLst>
              </p:cNvPr>
              <p:cNvSpPr>
                <a:spLocks/>
              </p:cNvSpPr>
              <p:nvPr/>
            </p:nvSpPr>
            <p:spPr bwMode="auto">
              <a:xfrm>
                <a:off x="3124" y="2078"/>
                <a:ext cx="114" cy="16"/>
              </a:xfrm>
              <a:custGeom>
                <a:avLst/>
                <a:gdLst>
                  <a:gd name="T0" fmla="*/ 0 w 114"/>
                  <a:gd name="T1" fmla="*/ 0 h 16"/>
                  <a:gd name="T2" fmla="*/ 0 w 114"/>
                  <a:gd name="T3" fmla="*/ 14 h 16"/>
                  <a:gd name="T4" fmla="*/ 114 w 114"/>
                  <a:gd name="T5" fmla="*/ 16 h 16"/>
                  <a:gd name="T6" fmla="*/ 114 w 114"/>
                  <a:gd name="T7" fmla="*/ 2 h 16"/>
                  <a:gd name="T8" fmla="*/ 0 w 114"/>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4" h="16">
                    <a:moveTo>
                      <a:pt x="0" y="0"/>
                    </a:moveTo>
                    <a:lnTo>
                      <a:pt x="0" y="14"/>
                    </a:lnTo>
                    <a:lnTo>
                      <a:pt x="114" y="16"/>
                    </a:lnTo>
                    <a:lnTo>
                      <a:pt x="114" y="2"/>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6" name="Freeform 226">
                <a:extLst>
                  <a:ext uri="{FF2B5EF4-FFF2-40B4-BE49-F238E27FC236}">
                    <a16:creationId xmlns:a16="http://schemas.microsoft.com/office/drawing/2014/main" id="{507A4D8E-BF04-77B1-C20C-FCF6B06B28C9}"/>
                  </a:ext>
                </a:extLst>
              </p:cNvPr>
              <p:cNvSpPr>
                <a:spLocks/>
              </p:cNvSpPr>
              <p:nvPr/>
            </p:nvSpPr>
            <p:spPr bwMode="auto">
              <a:xfrm>
                <a:off x="3109" y="2209"/>
                <a:ext cx="144" cy="15"/>
              </a:xfrm>
              <a:custGeom>
                <a:avLst/>
                <a:gdLst>
                  <a:gd name="T0" fmla="*/ 0 w 144"/>
                  <a:gd name="T1" fmla="*/ 0 h 15"/>
                  <a:gd name="T2" fmla="*/ 0 w 144"/>
                  <a:gd name="T3" fmla="*/ 14 h 15"/>
                  <a:gd name="T4" fmla="*/ 144 w 144"/>
                  <a:gd name="T5" fmla="*/ 15 h 15"/>
                  <a:gd name="T6" fmla="*/ 144 w 144"/>
                  <a:gd name="T7" fmla="*/ 1 h 15"/>
                  <a:gd name="T8" fmla="*/ 0 w 144"/>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5">
                    <a:moveTo>
                      <a:pt x="0" y="0"/>
                    </a:moveTo>
                    <a:lnTo>
                      <a:pt x="0" y="14"/>
                    </a:lnTo>
                    <a:lnTo>
                      <a:pt x="144" y="15"/>
                    </a:lnTo>
                    <a:lnTo>
                      <a:pt x="144" y="1"/>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7" name="Freeform 227">
                <a:extLst>
                  <a:ext uri="{FF2B5EF4-FFF2-40B4-BE49-F238E27FC236}">
                    <a16:creationId xmlns:a16="http://schemas.microsoft.com/office/drawing/2014/main" id="{C3882B48-5FDA-3411-CAD6-5A8363E190F7}"/>
                  </a:ext>
                </a:extLst>
              </p:cNvPr>
              <p:cNvSpPr>
                <a:spLocks/>
              </p:cNvSpPr>
              <p:nvPr/>
            </p:nvSpPr>
            <p:spPr bwMode="auto">
              <a:xfrm>
                <a:off x="3076" y="2274"/>
                <a:ext cx="115" cy="16"/>
              </a:xfrm>
              <a:custGeom>
                <a:avLst/>
                <a:gdLst>
                  <a:gd name="T0" fmla="*/ 0 w 115"/>
                  <a:gd name="T1" fmla="*/ 0 h 16"/>
                  <a:gd name="T2" fmla="*/ 0 w 115"/>
                  <a:gd name="T3" fmla="*/ 14 h 16"/>
                  <a:gd name="T4" fmla="*/ 115 w 115"/>
                  <a:gd name="T5" fmla="*/ 16 h 16"/>
                  <a:gd name="T6" fmla="*/ 115 w 115"/>
                  <a:gd name="T7" fmla="*/ 2 h 16"/>
                  <a:gd name="T8" fmla="*/ 0 w 115"/>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 h="16">
                    <a:moveTo>
                      <a:pt x="0" y="0"/>
                    </a:moveTo>
                    <a:lnTo>
                      <a:pt x="0" y="14"/>
                    </a:lnTo>
                    <a:lnTo>
                      <a:pt x="115" y="16"/>
                    </a:lnTo>
                    <a:lnTo>
                      <a:pt x="115" y="2"/>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38" name="Freeform 228">
                <a:extLst>
                  <a:ext uri="{FF2B5EF4-FFF2-40B4-BE49-F238E27FC236}">
                    <a16:creationId xmlns:a16="http://schemas.microsoft.com/office/drawing/2014/main" id="{971A7F9C-DA31-1E9A-32D8-9221018EDD02}"/>
                  </a:ext>
                </a:extLst>
              </p:cNvPr>
              <p:cNvSpPr>
                <a:spLocks/>
              </p:cNvSpPr>
              <p:nvPr/>
            </p:nvSpPr>
            <p:spPr bwMode="auto">
              <a:xfrm>
                <a:off x="3224" y="2249"/>
                <a:ext cx="115" cy="15"/>
              </a:xfrm>
              <a:custGeom>
                <a:avLst/>
                <a:gdLst>
                  <a:gd name="T0" fmla="*/ 0 w 115"/>
                  <a:gd name="T1" fmla="*/ 0 h 15"/>
                  <a:gd name="T2" fmla="*/ 0 w 115"/>
                  <a:gd name="T3" fmla="*/ 14 h 15"/>
                  <a:gd name="T4" fmla="*/ 115 w 115"/>
                  <a:gd name="T5" fmla="*/ 15 h 15"/>
                  <a:gd name="T6" fmla="*/ 115 w 115"/>
                  <a:gd name="T7" fmla="*/ 1 h 15"/>
                  <a:gd name="T8" fmla="*/ 0 w 115"/>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 h="15">
                    <a:moveTo>
                      <a:pt x="0" y="0"/>
                    </a:moveTo>
                    <a:lnTo>
                      <a:pt x="0" y="14"/>
                    </a:lnTo>
                    <a:lnTo>
                      <a:pt x="115" y="15"/>
                    </a:lnTo>
                    <a:lnTo>
                      <a:pt x="115" y="1"/>
                    </a:lnTo>
                    <a:lnTo>
                      <a:pt x="0" y="0"/>
                    </a:lnTo>
                    <a:close/>
                  </a:path>
                </a:pathLst>
              </a:cu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grpSp>
        <p:sp>
          <p:nvSpPr>
            <p:cNvPr id="120" name="Rectangle 229">
              <a:extLst>
                <a:ext uri="{FF2B5EF4-FFF2-40B4-BE49-F238E27FC236}">
                  <a16:creationId xmlns:a16="http://schemas.microsoft.com/office/drawing/2014/main" id="{E4B9302D-D59E-A50E-4A6E-D2C951FEB846}"/>
                </a:ext>
              </a:extLst>
            </p:cNvPr>
            <p:cNvSpPr>
              <a:spLocks noChangeArrowheads="1"/>
            </p:cNvSpPr>
            <p:nvPr/>
          </p:nvSpPr>
          <p:spPr bwMode="auto">
            <a:xfrm>
              <a:off x="7244581" y="3500437"/>
              <a:ext cx="165100" cy="69850"/>
            </a:xfrm>
            <a:prstGeom prst="rect">
              <a:avLst/>
            </a:prstGeom>
            <a:noFill/>
            <a:ln w="19050">
              <a:solidFill>
                <a:srgbClr val="3333CC"/>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21" name="Rectangle 230">
              <a:extLst>
                <a:ext uri="{FF2B5EF4-FFF2-40B4-BE49-F238E27FC236}">
                  <a16:creationId xmlns:a16="http://schemas.microsoft.com/office/drawing/2014/main" id="{7918E371-0092-4DD4-FACB-E9BB3BCE282B}"/>
                </a:ext>
              </a:extLst>
            </p:cNvPr>
            <p:cNvSpPr>
              <a:spLocks noChangeArrowheads="1"/>
            </p:cNvSpPr>
            <p:nvPr/>
          </p:nvSpPr>
          <p:spPr bwMode="auto">
            <a:xfrm>
              <a:off x="7323956" y="3711575"/>
              <a:ext cx="165100" cy="71437"/>
            </a:xfrm>
            <a:prstGeom prst="rect">
              <a:avLst/>
            </a:prstGeom>
            <a:noFill/>
            <a:ln w="19050">
              <a:solidFill>
                <a:srgbClr val="3333CC"/>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22" name="Rectangle 231">
              <a:extLst>
                <a:ext uri="{FF2B5EF4-FFF2-40B4-BE49-F238E27FC236}">
                  <a16:creationId xmlns:a16="http://schemas.microsoft.com/office/drawing/2014/main" id="{0EDFD2D0-A557-0D07-5DA6-FC56EAC166BD}"/>
                </a:ext>
              </a:extLst>
            </p:cNvPr>
            <p:cNvSpPr>
              <a:spLocks noChangeArrowheads="1"/>
            </p:cNvSpPr>
            <p:nvPr/>
          </p:nvSpPr>
          <p:spPr bwMode="auto">
            <a:xfrm>
              <a:off x="7630344" y="3587750"/>
              <a:ext cx="165100" cy="71437"/>
            </a:xfrm>
            <a:prstGeom prst="rect">
              <a:avLst/>
            </a:prstGeom>
            <a:solidFill>
              <a:srgbClr val="FFFFFF"/>
            </a:solidFill>
            <a:ln w="19050">
              <a:solidFill>
                <a:srgbClr val="3333CC"/>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23" name="Rectangle 232">
              <a:extLst>
                <a:ext uri="{FF2B5EF4-FFF2-40B4-BE49-F238E27FC236}">
                  <a16:creationId xmlns:a16="http://schemas.microsoft.com/office/drawing/2014/main" id="{090615B9-E8F2-E12F-D22D-2295789C279B}"/>
                </a:ext>
              </a:extLst>
            </p:cNvPr>
            <p:cNvSpPr>
              <a:spLocks noChangeArrowheads="1"/>
            </p:cNvSpPr>
            <p:nvPr/>
          </p:nvSpPr>
          <p:spPr bwMode="auto">
            <a:xfrm>
              <a:off x="8146281" y="3549650"/>
              <a:ext cx="165100" cy="71437"/>
            </a:xfrm>
            <a:prstGeom prst="rect">
              <a:avLst/>
            </a:prstGeom>
            <a:solidFill>
              <a:srgbClr val="FFFFFF"/>
            </a:solidFill>
            <a:ln w="19050">
              <a:solidFill>
                <a:srgbClr val="3333CC"/>
              </a:solidFill>
              <a:miter lim="800000"/>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24" name="Oval 233">
              <a:extLst>
                <a:ext uri="{FF2B5EF4-FFF2-40B4-BE49-F238E27FC236}">
                  <a16:creationId xmlns:a16="http://schemas.microsoft.com/office/drawing/2014/main" id="{9D123C58-A590-FEBC-2108-F12A1809AC5D}"/>
                </a:ext>
              </a:extLst>
            </p:cNvPr>
            <p:cNvSpPr>
              <a:spLocks noChangeArrowheads="1"/>
            </p:cNvSpPr>
            <p:nvPr/>
          </p:nvSpPr>
          <p:spPr bwMode="auto">
            <a:xfrm>
              <a:off x="7935144" y="3122612"/>
              <a:ext cx="179387" cy="112713"/>
            </a:xfrm>
            <a:prstGeom prst="ellipse">
              <a:avLst/>
            </a:prstGeom>
            <a:solidFill>
              <a:srgbClr val="FFFFFF"/>
            </a:solidFill>
            <a:ln w="19050">
              <a:solidFill>
                <a:srgbClr val="3333CC"/>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25" name="Oval 234">
              <a:extLst>
                <a:ext uri="{FF2B5EF4-FFF2-40B4-BE49-F238E27FC236}">
                  <a16:creationId xmlns:a16="http://schemas.microsoft.com/office/drawing/2014/main" id="{D9B92292-ED18-776F-245A-1A16C7ADD6FA}"/>
                </a:ext>
              </a:extLst>
            </p:cNvPr>
            <p:cNvSpPr>
              <a:spLocks noChangeArrowheads="1"/>
            </p:cNvSpPr>
            <p:nvPr/>
          </p:nvSpPr>
          <p:spPr bwMode="auto">
            <a:xfrm>
              <a:off x="8012931" y="3263900"/>
              <a:ext cx="177800" cy="112712"/>
            </a:xfrm>
            <a:prstGeom prst="ellipse">
              <a:avLst/>
            </a:prstGeom>
            <a:solidFill>
              <a:srgbClr val="FFFFFF"/>
            </a:solidFill>
            <a:ln w="19050">
              <a:solidFill>
                <a:srgbClr val="3333CC"/>
              </a:solidFill>
              <a:round/>
              <a:headEnd/>
              <a:tailEnd/>
            </a:ln>
          </p:spPr>
          <p:txBody>
            <a:bodyPr/>
            <a:lstStyle/>
            <a:p>
              <a:pPr fontAlgn="auto">
                <a:spcBef>
                  <a:spcPts val="0"/>
                </a:spcBef>
                <a:spcAft>
                  <a:spcPts val="0"/>
                </a:spcAft>
                <a:defRPr/>
              </a:pPr>
              <a:endParaRPr lang="en-US" kern="0">
                <a:solidFill>
                  <a:sysClr val="windowText" lastClr="000000"/>
                </a:solidFill>
              </a:endParaRPr>
            </a:p>
          </p:txBody>
        </p:sp>
        <p:sp>
          <p:nvSpPr>
            <p:cNvPr id="126" name="Rectangle 235">
              <a:extLst>
                <a:ext uri="{FF2B5EF4-FFF2-40B4-BE49-F238E27FC236}">
                  <a16:creationId xmlns:a16="http://schemas.microsoft.com/office/drawing/2014/main" id="{B593DF06-13C0-29EE-7C40-EB0F5FBF19A0}"/>
                </a:ext>
              </a:extLst>
            </p:cNvPr>
            <p:cNvSpPr>
              <a:spLocks noChangeArrowheads="1"/>
            </p:cNvSpPr>
            <p:nvPr/>
          </p:nvSpPr>
          <p:spPr bwMode="auto">
            <a:xfrm>
              <a:off x="7611294" y="3219450"/>
              <a:ext cx="163512" cy="28575"/>
            </a:xfrm>
            <a:prstGeom prst="rect">
              <a:avLst/>
            </a:prstGeom>
            <a:solidFill>
              <a:srgbClr val="FF9900"/>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27" name="Oval 236">
              <a:extLst>
                <a:ext uri="{FF2B5EF4-FFF2-40B4-BE49-F238E27FC236}">
                  <a16:creationId xmlns:a16="http://schemas.microsoft.com/office/drawing/2014/main" id="{15572DF3-CBF5-6F92-BB66-5C37BB479BA8}"/>
                </a:ext>
              </a:extLst>
            </p:cNvPr>
            <p:cNvSpPr>
              <a:spLocks noChangeArrowheads="1"/>
            </p:cNvSpPr>
            <p:nvPr/>
          </p:nvSpPr>
          <p:spPr bwMode="auto">
            <a:xfrm>
              <a:off x="7317606" y="3155950"/>
              <a:ext cx="276225" cy="165100"/>
            </a:xfrm>
            <a:prstGeom prst="ellipse">
              <a:avLst/>
            </a:prstGeom>
            <a:noFill/>
            <a:ln w="28575">
              <a:solidFill>
                <a:srgbClr val="3333CC"/>
              </a:solidFill>
              <a:round/>
              <a:headEnd/>
              <a:tailEnd/>
            </a:ln>
          </p:spPr>
          <p:txBody>
            <a:bodyPr/>
            <a:lstStyle/>
            <a:p>
              <a:pPr fontAlgn="auto">
                <a:spcBef>
                  <a:spcPts val="0"/>
                </a:spcBef>
                <a:spcAft>
                  <a:spcPts val="0"/>
                </a:spcAft>
                <a:defRPr/>
              </a:pPr>
              <a:endParaRPr lang="en-US" kern="0">
                <a:solidFill>
                  <a:sysClr val="windowText" lastClr="000000"/>
                </a:solidFill>
              </a:endParaRPr>
            </a:p>
          </p:txBody>
        </p:sp>
      </p:grpSp>
      <p:sp>
        <p:nvSpPr>
          <p:cNvPr id="153" name="Rectangle 237">
            <a:extLst>
              <a:ext uri="{FF2B5EF4-FFF2-40B4-BE49-F238E27FC236}">
                <a16:creationId xmlns:a16="http://schemas.microsoft.com/office/drawing/2014/main" id="{C3ED54D8-16E8-0B2A-0F0C-F5C25F73A150}"/>
              </a:ext>
            </a:extLst>
          </p:cNvPr>
          <p:cNvSpPr>
            <a:spLocks noChangeArrowheads="1"/>
          </p:cNvSpPr>
          <p:nvPr/>
        </p:nvSpPr>
        <p:spPr bwMode="auto">
          <a:xfrm>
            <a:off x="6523038" y="860425"/>
            <a:ext cx="1384300" cy="368300"/>
          </a:xfrm>
          <a:prstGeom prst="rect">
            <a:avLst/>
          </a:prstGeom>
          <a:noFill/>
          <a:ln>
            <a:noFill/>
          </a:ln>
        </p:spPr>
        <p:txBody>
          <a:bodyPr/>
          <a:lstStyle/>
          <a:p>
            <a:pPr fontAlgn="auto">
              <a:spcBef>
                <a:spcPts val="0"/>
              </a:spcBef>
              <a:spcAft>
                <a:spcPts val="0"/>
              </a:spcAft>
              <a:defRPr/>
            </a:pPr>
            <a:endParaRPr lang="en-US" kern="0">
              <a:solidFill>
                <a:sysClr val="windowText" lastClr="000000"/>
              </a:solidFill>
            </a:endParaRPr>
          </a:p>
        </p:txBody>
      </p:sp>
      <p:sp>
        <p:nvSpPr>
          <p:cNvPr id="90136" name="Rectangle 239">
            <a:extLst>
              <a:ext uri="{FF2B5EF4-FFF2-40B4-BE49-F238E27FC236}">
                <a16:creationId xmlns:a16="http://schemas.microsoft.com/office/drawing/2014/main" id="{881AFACB-4D49-2A94-EEE0-E1AAFE86FEB4}"/>
              </a:ext>
            </a:extLst>
          </p:cNvPr>
          <p:cNvSpPr>
            <a:spLocks noChangeArrowheads="1"/>
          </p:cNvSpPr>
          <p:nvPr/>
        </p:nvSpPr>
        <p:spPr bwMode="auto">
          <a:xfrm>
            <a:off x="4778375" y="930275"/>
            <a:ext cx="28305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a:solidFill>
                  <a:srgbClr val="0000FF"/>
                </a:solidFill>
                <a:latin typeface="微软雅黑" panose="020B0503020204020204" pitchFamily="34" charset="-122"/>
                <a:ea typeface="微软雅黑" panose="020B0503020204020204" pitchFamily="34" charset="-122"/>
              </a:rPr>
              <a:t>找出潜在的根本原因</a:t>
            </a:r>
            <a:endParaRPr lang="en-US" altLang="zh-CN">
              <a:solidFill>
                <a:srgbClr val="0000FF"/>
              </a:solidFill>
              <a:latin typeface="微软雅黑" panose="020B0503020204020204" pitchFamily="34" charset="-122"/>
              <a:ea typeface="微软雅黑" panose="020B0503020204020204" pitchFamily="34" charset="-122"/>
            </a:endParaRPr>
          </a:p>
        </p:txBody>
      </p:sp>
      <p:grpSp>
        <p:nvGrpSpPr>
          <p:cNvPr id="90137" name="Group 394">
            <a:extLst>
              <a:ext uri="{FF2B5EF4-FFF2-40B4-BE49-F238E27FC236}">
                <a16:creationId xmlns:a16="http://schemas.microsoft.com/office/drawing/2014/main" id="{7E96ACF6-D9C3-0CB9-F436-5D0FB77740C5}"/>
              </a:ext>
            </a:extLst>
          </p:cNvPr>
          <p:cNvGrpSpPr>
            <a:grpSpLocks/>
          </p:cNvGrpSpPr>
          <p:nvPr/>
        </p:nvGrpSpPr>
        <p:grpSpPr bwMode="auto">
          <a:xfrm>
            <a:off x="4527550" y="2355850"/>
            <a:ext cx="3254375" cy="771525"/>
            <a:chOff x="4834" y="646"/>
            <a:chExt cx="955" cy="486"/>
          </a:xfrm>
        </p:grpSpPr>
        <p:sp>
          <p:nvSpPr>
            <p:cNvPr id="156" name="Rectangle 395">
              <a:extLst>
                <a:ext uri="{FF2B5EF4-FFF2-40B4-BE49-F238E27FC236}">
                  <a16:creationId xmlns:a16="http://schemas.microsoft.com/office/drawing/2014/main" id="{CDB6D14C-7086-D89A-CBDE-FB5C82FA4E71}"/>
                </a:ext>
              </a:extLst>
            </p:cNvPr>
            <p:cNvSpPr>
              <a:spLocks noChangeArrowheads="1"/>
            </p:cNvSpPr>
            <p:nvPr/>
          </p:nvSpPr>
          <p:spPr bwMode="auto">
            <a:xfrm>
              <a:off x="4834" y="662"/>
              <a:ext cx="955" cy="441"/>
            </a:xfrm>
            <a:prstGeom prst="rect">
              <a:avLst/>
            </a:prstGeom>
            <a:noFill/>
            <a:ln>
              <a:noFill/>
            </a:ln>
          </p:spPr>
          <p:txBody>
            <a:bodyPr/>
            <a:lstStyle/>
            <a:p>
              <a:pPr fontAlgn="auto">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157" name="Rectangle 396">
              <a:extLst>
                <a:ext uri="{FF2B5EF4-FFF2-40B4-BE49-F238E27FC236}">
                  <a16:creationId xmlns:a16="http://schemas.microsoft.com/office/drawing/2014/main" id="{251B5F55-903A-40CE-9B12-5D263E93DF01}"/>
                </a:ext>
              </a:extLst>
            </p:cNvPr>
            <p:cNvSpPr>
              <a:spLocks noChangeArrowheads="1"/>
            </p:cNvSpPr>
            <p:nvPr/>
          </p:nvSpPr>
          <p:spPr bwMode="auto">
            <a:xfrm>
              <a:off x="4886" y="675"/>
              <a:ext cx="875" cy="447"/>
            </a:xfrm>
            <a:prstGeom prst="rect">
              <a:avLst/>
            </a:prstGeom>
            <a:noFill/>
            <a:ln>
              <a:noFill/>
            </a:ln>
          </p:spPr>
          <p:txBody>
            <a:bodyPr lIns="0" tIns="0" rIns="0" bIns="0"/>
            <a:lstStyle/>
            <a:p>
              <a:pPr fontAlgn="auto">
                <a:spcBef>
                  <a:spcPts val="0"/>
                </a:spcBef>
                <a:spcAft>
                  <a:spcPts val="0"/>
                </a:spcAft>
                <a:defRPr/>
              </a:pPr>
              <a:r>
                <a:rPr lang="zh-CN" altLang="en-US" sz="1400" kern="0" dirty="0">
                  <a:solidFill>
                    <a:sysClr val="windowText" lastClr="000000"/>
                  </a:solidFill>
                  <a:latin typeface="微软雅黑" panose="020B0503020204020204" pitchFamily="34" charset="-122"/>
                  <a:ea typeface="微软雅黑" panose="020B0503020204020204" pitchFamily="34" charset="-122"/>
                </a:rPr>
                <a:t>用头脑风暴和鱼骨的方法对于识别出的重要变量进行分析找出潜在的根本原因，并可用</a:t>
              </a:r>
              <a:r>
                <a:rPr lang="en-US" altLang="zh-CN" sz="1400" kern="0" dirty="0">
                  <a:solidFill>
                    <a:sysClr val="windowText" lastClr="000000"/>
                  </a:solidFill>
                  <a:latin typeface="微软雅黑" panose="020B0503020204020204" pitchFamily="34" charset="-122"/>
                  <a:ea typeface="微软雅黑" panose="020B0503020204020204" pitchFamily="34" charset="-122"/>
                </a:rPr>
                <a:t>FMEA</a:t>
              </a:r>
              <a:r>
                <a:rPr lang="zh-CN" altLang="en-US" sz="1400" kern="0" dirty="0">
                  <a:solidFill>
                    <a:sysClr val="windowText" lastClr="000000"/>
                  </a:solidFill>
                  <a:latin typeface="微软雅黑" panose="020B0503020204020204" pitchFamily="34" charset="-122"/>
                  <a:ea typeface="微软雅黑" panose="020B0503020204020204" pitchFamily="34" charset="-122"/>
                </a:rPr>
                <a:t> </a:t>
              </a:r>
              <a:r>
                <a:rPr lang="en-US" altLang="zh-CN" sz="1400" kern="0" dirty="0">
                  <a:solidFill>
                    <a:sysClr val="windowText" lastClr="000000"/>
                  </a:solidFill>
                  <a:latin typeface="微软雅黑" panose="020B0503020204020204" pitchFamily="34" charset="-122"/>
                  <a:ea typeface="微软雅黑" panose="020B0503020204020204" pitchFamily="34" charset="-122"/>
                </a:rPr>
                <a:t>&amp; CE</a:t>
              </a:r>
              <a:r>
                <a:rPr lang="zh-CN" altLang="en-US" sz="1400" kern="0" dirty="0">
                  <a:solidFill>
                    <a:sysClr val="windowText" lastClr="000000"/>
                  </a:solidFill>
                  <a:latin typeface="微软雅黑" panose="020B0503020204020204" pitchFamily="34" charset="-122"/>
                  <a:ea typeface="微软雅黑" panose="020B0503020204020204" pitchFamily="34" charset="-122"/>
                </a:rPr>
                <a:t>矩阵做排序</a:t>
              </a:r>
              <a:endParaRPr lang="en-US" sz="1400" i="1" kern="0" dirty="0">
                <a:solidFill>
                  <a:sysClr val="windowText" lastClr="000000"/>
                </a:solidFill>
                <a:latin typeface="微软雅黑" panose="020B0503020204020204" pitchFamily="34" charset="-122"/>
                <a:ea typeface="微软雅黑" panose="020B0503020204020204" pitchFamily="34" charset="-122"/>
              </a:endParaRPr>
            </a:p>
          </p:txBody>
        </p:sp>
        <p:sp>
          <p:nvSpPr>
            <p:cNvPr id="158" name="Rectangle 400">
              <a:extLst>
                <a:ext uri="{FF2B5EF4-FFF2-40B4-BE49-F238E27FC236}">
                  <a16:creationId xmlns:a16="http://schemas.microsoft.com/office/drawing/2014/main" id="{FBBFABD3-48F2-73E3-2CA7-EA904B067222}"/>
                </a:ext>
              </a:extLst>
            </p:cNvPr>
            <p:cNvSpPr>
              <a:spLocks noChangeArrowheads="1"/>
            </p:cNvSpPr>
            <p:nvPr/>
          </p:nvSpPr>
          <p:spPr bwMode="auto">
            <a:xfrm>
              <a:off x="4901" y="1114"/>
              <a:ext cx="820" cy="18"/>
            </a:xfrm>
            <a:prstGeom prst="rect">
              <a:avLst/>
            </a:prstGeom>
            <a:solidFill>
              <a:srgbClr val="CCCCFF"/>
            </a:solidFill>
            <a:ln>
              <a:noFill/>
            </a:ln>
          </p:spPr>
          <p:txBody>
            <a:bodyPr/>
            <a:lstStyle/>
            <a:p>
              <a:pPr fontAlgn="auto">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159" name="Rectangle 401">
              <a:extLst>
                <a:ext uri="{FF2B5EF4-FFF2-40B4-BE49-F238E27FC236}">
                  <a16:creationId xmlns:a16="http://schemas.microsoft.com/office/drawing/2014/main" id="{8563F472-FF62-27E7-F2D7-DB24DADC6E14}"/>
                </a:ext>
              </a:extLst>
            </p:cNvPr>
            <p:cNvSpPr>
              <a:spLocks noChangeArrowheads="1"/>
            </p:cNvSpPr>
            <p:nvPr/>
          </p:nvSpPr>
          <p:spPr bwMode="auto">
            <a:xfrm>
              <a:off x="4901" y="646"/>
              <a:ext cx="820" cy="18"/>
            </a:xfrm>
            <a:prstGeom prst="rect">
              <a:avLst/>
            </a:prstGeom>
            <a:solidFill>
              <a:srgbClr val="CCCCFF"/>
            </a:solidFill>
            <a:ln>
              <a:noFill/>
            </a:ln>
          </p:spPr>
          <p:txBody>
            <a:bodyPr/>
            <a:lstStyle/>
            <a:p>
              <a:pPr fontAlgn="auto">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grpSp>
      <p:pic>
        <p:nvPicPr>
          <p:cNvPr id="90138" name="Picture 4">
            <a:extLst>
              <a:ext uri="{FF2B5EF4-FFF2-40B4-BE49-F238E27FC236}">
                <a16:creationId xmlns:a16="http://schemas.microsoft.com/office/drawing/2014/main" id="{029F41A3-C709-A2B1-2020-977CF151DE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6738" y="1319213"/>
            <a:ext cx="1260475" cy="83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0139" name="Group 197">
            <a:extLst>
              <a:ext uri="{FF2B5EF4-FFF2-40B4-BE49-F238E27FC236}">
                <a16:creationId xmlns:a16="http://schemas.microsoft.com/office/drawing/2014/main" id="{D5508C74-96A1-72F3-B868-84BCA002437A}"/>
              </a:ext>
            </a:extLst>
          </p:cNvPr>
          <p:cNvGrpSpPr>
            <a:grpSpLocks/>
          </p:cNvGrpSpPr>
          <p:nvPr/>
        </p:nvGrpSpPr>
        <p:grpSpPr bwMode="auto">
          <a:xfrm rot="-5400000">
            <a:off x="7207250" y="1504950"/>
            <a:ext cx="498475" cy="523875"/>
            <a:chOff x="4988" y="1440"/>
            <a:chExt cx="314" cy="330"/>
          </a:xfrm>
        </p:grpSpPr>
        <p:sp>
          <p:nvSpPr>
            <p:cNvPr id="162" name="Freeform 198">
              <a:extLst>
                <a:ext uri="{FF2B5EF4-FFF2-40B4-BE49-F238E27FC236}">
                  <a16:creationId xmlns:a16="http://schemas.microsoft.com/office/drawing/2014/main" id="{3339BC25-299E-EB98-E670-FEEA0A071DA9}"/>
                </a:ext>
              </a:extLst>
            </p:cNvPr>
            <p:cNvSpPr>
              <a:spLocks/>
            </p:cNvSpPr>
            <p:nvPr/>
          </p:nvSpPr>
          <p:spPr bwMode="auto">
            <a:xfrm>
              <a:off x="4988" y="1499"/>
              <a:ext cx="314" cy="271"/>
            </a:xfrm>
            <a:custGeom>
              <a:avLst/>
              <a:gdLst>
                <a:gd name="T0" fmla="*/ 0 w 290"/>
                <a:gd name="T1" fmla="*/ 11 h 271"/>
                <a:gd name="T2" fmla="*/ 314 w 290"/>
                <a:gd name="T3" fmla="*/ 0 h 271"/>
                <a:gd name="T4" fmla="*/ 139 w 290"/>
                <a:gd name="T5" fmla="*/ 271 h 271"/>
                <a:gd name="T6" fmla="*/ 0 w 290"/>
                <a:gd name="T7" fmla="*/ 11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 h="271">
                  <a:moveTo>
                    <a:pt x="0" y="11"/>
                  </a:moveTo>
                  <a:lnTo>
                    <a:pt x="290" y="0"/>
                  </a:lnTo>
                  <a:lnTo>
                    <a:pt x="128" y="271"/>
                  </a:lnTo>
                  <a:lnTo>
                    <a:pt x="0" y="11"/>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63" name="Freeform 199">
              <a:extLst>
                <a:ext uri="{FF2B5EF4-FFF2-40B4-BE49-F238E27FC236}">
                  <a16:creationId xmlns:a16="http://schemas.microsoft.com/office/drawing/2014/main" id="{3D0675CE-597A-5B53-A201-4B38942AEA56}"/>
                </a:ext>
              </a:extLst>
            </p:cNvPr>
            <p:cNvSpPr>
              <a:spLocks/>
            </p:cNvSpPr>
            <p:nvPr/>
          </p:nvSpPr>
          <p:spPr bwMode="auto">
            <a:xfrm>
              <a:off x="4988" y="1472"/>
              <a:ext cx="314" cy="271"/>
            </a:xfrm>
            <a:custGeom>
              <a:avLst/>
              <a:gdLst>
                <a:gd name="T0" fmla="*/ 0 w 290"/>
                <a:gd name="T1" fmla="*/ 11 h 271"/>
                <a:gd name="T2" fmla="*/ 314 w 290"/>
                <a:gd name="T3" fmla="*/ 0 h 271"/>
                <a:gd name="T4" fmla="*/ 139 w 290"/>
                <a:gd name="T5" fmla="*/ 271 h 271"/>
                <a:gd name="T6" fmla="*/ 0 w 290"/>
                <a:gd name="T7" fmla="*/ 11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 h="271">
                  <a:moveTo>
                    <a:pt x="0" y="11"/>
                  </a:moveTo>
                  <a:lnTo>
                    <a:pt x="290" y="0"/>
                  </a:lnTo>
                  <a:lnTo>
                    <a:pt x="128" y="271"/>
                  </a:lnTo>
                  <a:lnTo>
                    <a:pt x="0" y="11"/>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grpSp>
          <p:nvGrpSpPr>
            <p:cNvPr id="90154" name="Group 200">
              <a:extLst>
                <a:ext uri="{FF2B5EF4-FFF2-40B4-BE49-F238E27FC236}">
                  <a16:creationId xmlns:a16="http://schemas.microsoft.com/office/drawing/2014/main" id="{BE5A914B-2C4A-D9A8-2C95-D4881458028D}"/>
                </a:ext>
              </a:extLst>
            </p:cNvPr>
            <p:cNvGrpSpPr>
              <a:grpSpLocks/>
            </p:cNvGrpSpPr>
            <p:nvPr/>
          </p:nvGrpSpPr>
          <p:grpSpPr bwMode="auto">
            <a:xfrm>
              <a:off x="5040" y="1440"/>
              <a:ext cx="181" cy="283"/>
              <a:chOff x="2837" y="1405"/>
              <a:chExt cx="167" cy="283"/>
            </a:xfrm>
          </p:grpSpPr>
          <p:sp>
            <p:nvSpPr>
              <p:cNvPr id="165" name="Rectangle 201">
                <a:extLst>
                  <a:ext uri="{FF2B5EF4-FFF2-40B4-BE49-F238E27FC236}">
                    <a16:creationId xmlns:a16="http://schemas.microsoft.com/office/drawing/2014/main" id="{6C15193B-FA7D-D716-78C7-1E77CB96E494}"/>
                  </a:ext>
                </a:extLst>
              </p:cNvPr>
              <p:cNvSpPr>
                <a:spLocks noChangeArrowheads="1"/>
              </p:cNvSpPr>
              <p:nvPr/>
            </p:nvSpPr>
            <p:spPr bwMode="auto">
              <a:xfrm>
                <a:off x="2897" y="1405"/>
                <a:ext cx="48" cy="118"/>
              </a:xfrm>
              <a:prstGeom prst="rect">
                <a:avLst/>
              </a:pr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66" name="Freeform 202">
                <a:extLst>
                  <a:ext uri="{FF2B5EF4-FFF2-40B4-BE49-F238E27FC236}">
                    <a16:creationId xmlns:a16="http://schemas.microsoft.com/office/drawing/2014/main" id="{AA7300C9-7122-889B-197A-2C87E872EDA1}"/>
                  </a:ext>
                </a:extLst>
              </p:cNvPr>
              <p:cNvSpPr>
                <a:spLocks/>
              </p:cNvSpPr>
              <p:nvPr/>
            </p:nvSpPr>
            <p:spPr bwMode="auto">
              <a:xfrm>
                <a:off x="2841" y="1521"/>
                <a:ext cx="167" cy="167"/>
              </a:xfrm>
              <a:custGeom>
                <a:avLst/>
                <a:gdLst>
                  <a:gd name="T0" fmla="*/ 0 w 167"/>
                  <a:gd name="T1" fmla="*/ 0 h 167"/>
                  <a:gd name="T2" fmla="*/ 84 w 167"/>
                  <a:gd name="T3" fmla="*/ 167 h 167"/>
                  <a:gd name="T4" fmla="*/ 167 w 167"/>
                  <a:gd name="T5" fmla="*/ 0 h 167"/>
                  <a:gd name="T6" fmla="*/ 0 w 167"/>
                  <a:gd name="T7" fmla="*/ 0 h 1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 h="167">
                    <a:moveTo>
                      <a:pt x="0" y="0"/>
                    </a:moveTo>
                    <a:lnTo>
                      <a:pt x="84" y="167"/>
                    </a:lnTo>
                    <a:lnTo>
                      <a:pt x="167" y="0"/>
                    </a:lnTo>
                    <a:lnTo>
                      <a:pt x="0" y="0"/>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grpSp>
        <p:nvGrpSpPr>
          <p:cNvPr id="90140" name="Group 197">
            <a:extLst>
              <a:ext uri="{FF2B5EF4-FFF2-40B4-BE49-F238E27FC236}">
                <a16:creationId xmlns:a16="http://schemas.microsoft.com/office/drawing/2014/main" id="{2D69C5B8-0929-C930-3372-F5958570E98A}"/>
              </a:ext>
            </a:extLst>
          </p:cNvPr>
          <p:cNvGrpSpPr>
            <a:grpSpLocks/>
          </p:cNvGrpSpPr>
          <p:nvPr/>
        </p:nvGrpSpPr>
        <p:grpSpPr bwMode="auto">
          <a:xfrm rot="-5400000">
            <a:off x="4645025" y="1524000"/>
            <a:ext cx="498475" cy="523875"/>
            <a:chOff x="4988" y="1440"/>
            <a:chExt cx="314" cy="330"/>
          </a:xfrm>
        </p:grpSpPr>
        <p:sp>
          <p:nvSpPr>
            <p:cNvPr id="168" name="Freeform 198">
              <a:extLst>
                <a:ext uri="{FF2B5EF4-FFF2-40B4-BE49-F238E27FC236}">
                  <a16:creationId xmlns:a16="http://schemas.microsoft.com/office/drawing/2014/main" id="{7FBC1743-9E80-6FB5-6773-C945661FF362}"/>
                </a:ext>
              </a:extLst>
            </p:cNvPr>
            <p:cNvSpPr>
              <a:spLocks/>
            </p:cNvSpPr>
            <p:nvPr/>
          </p:nvSpPr>
          <p:spPr bwMode="auto">
            <a:xfrm>
              <a:off x="4988" y="1499"/>
              <a:ext cx="314" cy="271"/>
            </a:xfrm>
            <a:custGeom>
              <a:avLst/>
              <a:gdLst>
                <a:gd name="T0" fmla="*/ 0 w 290"/>
                <a:gd name="T1" fmla="*/ 11 h 271"/>
                <a:gd name="T2" fmla="*/ 314 w 290"/>
                <a:gd name="T3" fmla="*/ 0 h 271"/>
                <a:gd name="T4" fmla="*/ 139 w 290"/>
                <a:gd name="T5" fmla="*/ 271 h 271"/>
                <a:gd name="T6" fmla="*/ 0 w 290"/>
                <a:gd name="T7" fmla="*/ 11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 h="271">
                  <a:moveTo>
                    <a:pt x="0" y="11"/>
                  </a:moveTo>
                  <a:lnTo>
                    <a:pt x="290" y="0"/>
                  </a:lnTo>
                  <a:lnTo>
                    <a:pt x="128" y="271"/>
                  </a:lnTo>
                  <a:lnTo>
                    <a:pt x="0" y="11"/>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69" name="Freeform 199">
              <a:extLst>
                <a:ext uri="{FF2B5EF4-FFF2-40B4-BE49-F238E27FC236}">
                  <a16:creationId xmlns:a16="http://schemas.microsoft.com/office/drawing/2014/main" id="{0C15502F-C991-6BF8-C017-51065E85EA33}"/>
                </a:ext>
              </a:extLst>
            </p:cNvPr>
            <p:cNvSpPr>
              <a:spLocks/>
            </p:cNvSpPr>
            <p:nvPr/>
          </p:nvSpPr>
          <p:spPr bwMode="auto">
            <a:xfrm>
              <a:off x="4988" y="1472"/>
              <a:ext cx="314" cy="271"/>
            </a:xfrm>
            <a:custGeom>
              <a:avLst/>
              <a:gdLst>
                <a:gd name="T0" fmla="*/ 0 w 290"/>
                <a:gd name="T1" fmla="*/ 11 h 271"/>
                <a:gd name="T2" fmla="*/ 314 w 290"/>
                <a:gd name="T3" fmla="*/ 0 h 271"/>
                <a:gd name="T4" fmla="*/ 139 w 290"/>
                <a:gd name="T5" fmla="*/ 271 h 271"/>
                <a:gd name="T6" fmla="*/ 0 w 290"/>
                <a:gd name="T7" fmla="*/ 11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 h="271">
                  <a:moveTo>
                    <a:pt x="0" y="11"/>
                  </a:moveTo>
                  <a:lnTo>
                    <a:pt x="290" y="0"/>
                  </a:lnTo>
                  <a:lnTo>
                    <a:pt x="128" y="271"/>
                  </a:lnTo>
                  <a:lnTo>
                    <a:pt x="0" y="11"/>
                  </a:lnTo>
                  <a:close/>
                </a:path>
              </a:pathLst>
            </a:custGeom>
            <a:solidFill>
              <a:srgbClr val="CCCCFF"/>
            </a:solidFill>
            <a:ln>
              <a:noFill/>
            </a:ln>
          </p:spPr>
          <p:txBody>
            <a:bodyPr/>
            <a:lstStyle/>
            <a:p>
              <a:pPr fontAlgn="auto">
                <a:spcBef>
                  <a:spcPts val="0"/>
                </a:spcBef>
                <a:spcAft>
                  <a:spcPts val="0"/>
                </a:spcAft>
                <a:defRPr/>
              </a:pPr>
              <a:endParaRPr lang="en-US" kern="0">
                <a:solidFill>
                  <a:sysClr val="windowText" lastClr="000000"/>
                </a:solidFill>
              </a:endParaRPr>
            </a:p>
          </p:txBody>
        </p:sp>
        <p:grpSp>
          <p:nvGrpSpPr>
            <p:cNvPr id="90149" name="Group 200">
              <a:extLst>
                <a:ext uri="{FF2B5EF4-FFF2-40B4-BE49-F238E27FC236}">
                  <a16:creationId xmlns:a16="http://schemas.microsoft.com/office/drawing/2014/main" id="{774A1584-31FB-49B2-5129-2873154839C7}"/>
                </a:ext>
              </a:extLst>
            </p:cNvPr>
            <p:cNvGrpSpPr>
              <a:grpSpLocks/>
            </p:cNvGrpSpPr>
            <p:nvPr/>
          </p:nvGrpSpPr>
          <p:grpSpPr bwMode="auto">
            <a:xfrm>
              <a:off x="5040" y="1440"/>
              <a:ext cx="181" cy="283"/>
              <a:chOff x="2837" y="1405"/>
              <a:chExt cx="167" cy="283"/>
            </a:xfrm>
          </p:grpSpPr>
          <p:sp>
            <p:nvSpPr>
              <p:cNvPr id="171" name="Rectangle 201">
                <a:extLst>
                  <a:ext uri="{FF2B5EF4-FFF2-40B4-BE49-F238E27FC236}">
                    <a16:creationId xmlns:a16="http://schemas.microsoft.com/office/drawing/2014/main" id="{36563BD8-A43F-31A8-130D-11AF2717A15F}"/>
                  </a:ext>
                </a:extLst>
              </p:cNvPr>
              <p:cNvSpPr>
                <a:spLocks noChangeArrowheads="1"/>
              </p:cNvSpPr>
              <p:nvPr/>
            </p:nvSpPr>
            <p:spPr bwMode="auto">
              <a:xfrm>
                <a:off x="2897" y="1405"/>
                <a:ext cx="48" cy="118"/>
              </a:xfrm>
              <a:prstGeom prst="rect">
                <a:avLst/>
              </a:pr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sp>
            <p:nvSpPr>
              <p:cNvPr id="172" name="Freeform 202">
                <a:extLst>
                  <a:ext uri="{FF2B5EF4-FFF2-40B4-BE49-F238E27FC236}">
                    <a16:creationId xmlns:a16="http://schemas.microsoft.com/office/drawing/2014/main" id="{35308F77-1E7C-F8D9-0CF6-07FD31E3711C}"/>
                  </a:ext>
                </a:extLst>
              </p:cNvPr>
              <p:cNvSpPr>
                <a:spLocks/>
              </p:cNvSpPr>
              <p:nvPr/>
            </p:nvSpPr>
            <p:spPr bwMode="auto">
              <a:xfrm>
                <a:off x="2841" y="1521"/>
                <a:ext cx="167" cy="167"/>
              </a:xfrm>
              <a:custGeom>
                <a:avLst/>
                <a:gdLst>
                  <a:gd name="T0" fmla="*/ 0 w 167"/>
                  <a:gd name="T1" fmla="*/ 0 h 167"/>
                  <a:gd name="T2" fmla="*/ 84 w 167"/>
                  <a:gd name="T3" fmla="*/ 167 h 167"/>
                  <a:gd name="T4" fmla="*/ 167 w 167"/>
                  <a:gd name="T5" fmla="*/ 0 h 167"/>
                  <a:gd name="T6" fmla="*/ 0 w 167"/>
                  <a:gd name="T7" fmla="*/ 0 h 1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 h="167">
                    <a:moveTo>
                      <a:pt x="0" y="0"/>
                    </a:moveTo>
                    <a:lnTo>
                      <a:pt x="84" y="167"/>
                    </a:lnTo>
                    <a:lnTo>
                      <a:pt x="167" y="0"/>
                    </a:lnTo>
                    <a:lnTo>
                      <a:pt x="0" y="0"/>
                    </a:lnTo>
                    <a:close/>
                  </a:path>
                </a:pathLst>
              </a:custGeom>
              <a:solidFill>
                <a:srgbClr val="6060FF"/>
              </a:solidFill>
              <a:ln>
                <a:noFill/>
              </a:ln>
            </p:spPr>
            <p:txBody>
              <a:bodyPr/>
              <a:lstStyle/>
              <a:p>
                <a:pPr fontAlgn="auto">
                  <a:spcBef>
                    <a:spcPts val="0"/>
                  </a:spcBef>
                  <a:spcAft>
                    <a:spcPts val="0"/>
                  </a:spcAft>
                  <a:defRPr/>
                </a:pPr>
                <a:endParaRPr lang="en-US" kern="0">
                  <a:solidFill>
                    <a:sysClr val="windowText" lastClr="000000"/>
                  </a:solidFill>
                </a:endParaRPr>
              </a:p>
            </p:txBody>
          </p:sp>
        </p:grpSp>
      </p:grpSp>
      <p:sp>
        <p:nvSpPr>
          <p:cNvPr id="173" name="Rectangle 4">
            <a:extLst>
              <a:ext uri="{FF2B5EF4-FFF2-40B4-BE49-F238E27FC236}">
                <a16:creationId xmlns:a16="http://schemas.microsoft.com/office/drawing/2014/main" id="{72F8247B-0E4A-0658-2512-1C3A3CED7C7A}"/>
              </a:ext>
            </a:extLst>
          </p:cNvPr>
          <p:cNvSpPr/>
          <p:nvPr/>
        </p:nvSpPr>
        <p:spPr>
          <a:xfrm>
            <a:off x="2533650" y="5918200"/>
            <a:ext cx="1779588" cy="523875"/>
          </a:xfrm>
          <a:prstGeom prst="rect">
            <a:avLst/>
          </a:prstGeom>
        </p:spPr>
        <p:txBody>
          <a:bodyPr>
            <a:spAutoFit/>
          </a:bodyPr>
          <a:lstStyle/>
          <a:p>
            <a:pPr fontAlgn="auto">
              <a:spcBef>
                <a:spcPts val="0"/>
              </a:spcBef>
              <a:spcAft>
                <a:spcPts val="0"/>
              </a:spcAft>
              <a:defRPr/>
            </a:pPr>
            <a:r>
              <a:rPr lang="zh-CN" altLang="en-US" sz="1400" kern="0" dirty="0">
                <a:solidFill>
                  <a:sysClr val="windowText" lastClr="000000"/>
                </a:solidFill>
                <a:latin typeface="微软雅黑" panose="020B0503020204020204" pitchFamily="34" charset="-122"/>
                <a:ea typeface="微软雅黑" panose="020B0503020204020204" pitchFamily="34" charset="-122"/>
              </a:rPr>
              <a:t>用假设检验的方法来验证根本原因</a:t>
            </a:r>
            <a:endParaRPr lang="en-US" sz="1400" i="1" kern="0" dirty="0">
              <a:solidFill>
                <a:sysClr val="windowText" lastClr="000000"/>
              </a:solidFill>
              <a:latin typeface="微软雅黑" panose="020B0503020204020204" pitchFamily="34" charset="-122"/>
              <a:ea typeface="微软雅黑" panose="020B0503020204020204" pitchFamily="34" charset="-122"/>
            </a:endParaRPr>
          </a:p>
        </p:txBody>
      </p:sp>
      <p:sp>
        <p:nvSpPr>
          <p:cNvPr id="174" name="Rectangle 425">
            <a:extLst>
              <a:ext uri="{FF2B5EF4-FFF2-40B4-BE49-F238E27FC236}">
                <a16:creationId xmlns:a16="http://schemas.microsoft.com/office/drawing/2014/main" id="{A4F2B0EE-06DC-582F-A8B9-F2EF00D5008B}"/>
              </a:ext>
            </a:extLst>
          </p:cNvPr>
          <p:cNvSpPr/>
          <p:nvPr/>
        </p:nvSpPr>
        <p:spPr>
          <a:xfrm>
            <a:off x="6207125" y="5503863"/>
            <a:ext cx="1579563" cy="738187"/>
          </a:xfrm>
          <a:prstGeom prst="rect">
            <a:avLst/>
          </a:prstGeom>
        </p:spPr>
        <p:txBody>
          <a:bodyPr>
            <a:spAutoFit/>
          </a:bodyPr>
          <a:lstStyle/>
          <a:p>
            <a:pPr fontAlgn="auto">
              <a:spcBef>
                <a:spcPts val="0"/>
              </a:spcBef>
              <a:spcAft>
                <a:spcPts val="0"/>
              </a:spcAft>
              <a:defRPr/>
            </a:pPr>
            <a:r>
              <a:rPr lang="zh-CN" altLang="en-US" sz="1400" kern="0" dirty="0">
                <a:solidFill>
                  <a:sysClr val="windowText" lastClr="000000"/>
                </a:solidFill>
                <a:latin typeface="微软雅黑" panose="020B0503020204020204" pitchFamily="34" charset="-122"/>
                <a:ea typeface="微软雅黑" panose="020B0503020204020204" pitchFamily="34" charset="-122"/>
              </a:rPr>
              <a:t>用回归的方法来验证输出和根本原因相关性</a:t>
            </a:r>
            <a:endParaRPr lang="en-US" sz="1400" i="1" kern="0" dirty="0">
              <a:solidFill>
                <a:sysClr val="windowText" lastClr="000000"/>
              </a:solidFill>
              <a:latin typeface="微软雅黑" panose="020B0503020204020204" pitchFamily="34" charset="-122"/>
              <a:ea typeface="微软雅黑" panose="020B0503020204020204" pitchFamily="34" charset="-122"/>
            </a:endParaRPr>
          </a:p>
        </p:txBody>
      </p:sp>
      <p:pic>
        <p:nvPicPr>
          <p:cNvPr id="90143" name="Picture 11" descr="j0234752">
            <a:extLst>
              <a:ext uri="{FF2B5EF4-FFF2-40B4-BE49-F238E27FC236}">
                <a16:creationId xmlns:a16="http://schemas.microsoft.com/office/drawing/2014/main" id="{BCB53510-6DF3-4EA2-485B-9CD353EA3FF0}"/>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8850313" y="4194175"/>
            <a:ext cx="17399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44" name="Rectangle 42">
            <a:extLst>
              <a:ext uri="{FF2B5EF4-FFF2-40B4-BE49-F238E27FC236}">
                <a16:creationId xmlns:a16="http://schemas.microsoft.com/office/drawing/2014/main" id="{C7733DBD-D495-7AE6-7410-64BD02018D47}"/>
              </a:ext>
            </a:extLst>
          </p:cNvPr>
          <p:cNvSpPr>
            <a:spLocks noChangeArrowheads="1"/>
          </p:cNvSpPr>
          <p:nvPr/>
        </p:nvSpPr>
        <p:spPr bwMode="auto">
          <a:xfrm>
            <a:off x="3384550" y="21923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6060FF"/>
                </a:solidFill>
                <a:latin typeface="微软雅黑" panose="020B0503020204020204" pitchFamily="34" charset="-122"/>
                <a:ea typeface="微软雅黑" panose="020B0503020204020204" pitchFamily="34" charset="-122"/>
              </a:rPr>
              <a:t>头脑风暴</a:t>
            </a:r>
            <a:endParaRPr lang="en-US" altLang="zh-CN" sz="2400" i="1">
              <a:solidFill>
                <a:srgbClr val="FFFFFF"/>
              </a:solidFill>
              <a:latin typeface="微软雅黑" panose="020B0503020204020204" pitchFamily="34" charset="-122"/>
              <a:ea typeface="微软雅黑" panose="020B0503020204020204" pitchFamily="34" charset="-122"/>
            </a:endParaRPr>
          </a:p>
        </p:txBody>
      </p:sp>
      <p:sp>
        <p:nvSpPr>
          <p:cNvPr id="90145" name="Rectangle 42">
            <a:extLst>
              <a:ext uri="{FF2B5EF4-FFF2-40B4-BE49-F238E27FC236}">
                <a16:creationId xmlns:a16="http://schemas.microsoft.com/office/drawing/2014/main" id="{3AC1EEE3-C956-E453-F656-1AB28EDD5E28}"/>
              </a:ext>
            </a:extLst>
          </p:cNvPr>
          <p:cNvSpPr>
            <a:spLocks noChangeArrowheads="1"/>
          </p:cNvSpPr>
          <p:nvPr/>
        </p:nvSpPr>
        <p:spPr bwMode="auto">
          <a:xfrm>
            <a:off x="8078788" y="2159000"/>
            <a:ext cx="654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a:solidFill>
                  <a:srgbClr val="6060FF"/>
                </a:solidFill>
                <a:latin typeface="微软雅黑" panose="020B0503020204020204" pitchFamily="34" charset="-122"/>
                <a:ea typeface="微软雅黑" panose="020B0503020204020204" pitchFamily="34" charset="-122"/>
              </a:rPr>
              <a:t>FMEA</a:t>
            </a:r>
            <a:endParaRPr lang="en-US" altLang="zh-CN" sz="2400" i="1">
              <a:solidFill>
                <a:srgbClr val="FFFFFF"/>
              </a:solidFill>
              <a:latin typeface="微软雅黑" panose="020B0503020204020204" pitchFamily="34" charset="-122"/>
              <a:ea typeface="微软雅黑" panose="020B0503020204020204" pitchFamily="34" charset="-122"/>
            </a:endParaRPr>
          </a:p>
        </p:txBody>
      </p:sp>
      <p:sp>
        <p:nvSpPr>
          <p:cNvPr id="90146" name="Rectangle 239">
            <a:extLst>
              <a:ext uri="{FF2B5EF4-FFF2-40B4-BE49-F238E27FC236}">
                <a16:creationId xmlns:a16="http://schemas.microsoft.com/office/drawing/2014/main" id="{32DDA022-0800-714C-5CCE-2EEB3169FDF1}"/>
              </a:ext>
            </a:extLst>
          </p:cNvPr>
          <p:cNvSpPr>
            <a:spLocks noChangeArrowheads="1"/>
          </p:cNvSpPr>
          <p:nvPr/>
        </p:nvSpPr>
        <p:spPr bwMode="auto">
          <a:xfrm>
            <a:off x="4046538" y="3898900"/>
            <a:ext cx="28305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a:solidFill>
                  <a:srgbClr val="0000FF"/>
                </a:solidFill>
                <a:latin typeface="微软雅黑" panose="020B0503020204020204" pitchFamily="34" charset="-122"/>
                <a:ea typeface="微软雅黑" panose="020B0503020204020204" pitchFamily="34" charset="-122"/>
              </a:rPr>
              <a:t>验证根本原因</a:t>
            </a:r>
            <a:endParaRPr lang="en-US" altLang="zh-CN">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619386A2-E6D4-4B61-3D73-8C375EDA202E}"/>
              </a:ext>
            </a:extLst>
          </p:cNvPr>
          <p:cNvSpPr>
            <a:spLocks noGrp="1" noChangeArrowheads="1"/>
          </p:cNvSpPr>
          <p:nvPr>
            <p:ph type="title"/>
          </p:nvPr>
        </p:nvSpPr>
        <p:spPr>
          <a:xfrm>
            <a:off x="623888" y="244475"/>
            <a:ext cx="9312275" cy="647700"/>
          </a:xfrm>
        </p:spPr>
        <p:txBody>
          <a:bodyPr/>
          <a:lstStyle/>
          <a:p>
            <a:r>
              <a:rPr lang="zh-CN" altLang="en-US"/>
              <a:t>用数据说话</a:t>
            </a:r>
          </a:p>
        </p:txBody>
      </p:sp>
      <p:sp>
        <p:nvSpPr>
          <p:cNvPr id="91139" name="页脚占位符 3">
            <a:extLst>
              <a:ext uri="{FF2B5EF4-FFF2-40B4-BE49-F238E27FC236}">
                <a16:creationId xmlns:a16="http://schemas.microsoft.com/office/drawing/2014/main" id="{7F87E283-8B56-FC13-375E-F35217127CC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91140" name="灯片编号占位符 4">
            <a:extLst>
              <a:ext uri="{FF2B5EF4-FFF2-40B4-BE49-F238E27FC236}">
                <a16:creationId xmlns:a16="http://schemas.microsoft.com/office/drawing/2014/main" id="{A7396690-0A8A-BF42-F956-6B662ED38E8E}"/>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79E9C75-9966-43E2-BAB1-48813E6792FC}" type="slidenum">
              <a:rPr lang="de-DE" altLang="zh-CN" smtClean="0"/>
              <a:pPr/>
              <a:t>58</a:t>
            </a:fld>
            <a:endParaRPr lang="de-DE" altLang="zh-CN"/>
          </a:p>
        </p:txBody>
      </p:sp>
      <p:sp>
        <p:nvSpPr>
          <p:cNvPr id="91141" name="Content Placeholder 2">
            <a:extLst>
              <a:ext uri="{FF2B5EF4-FFF2-40B4-BE49-F238E27FC236}">
                <a16:creationId xmlns:a16="http://schemas.microsoft.com/office/drawing/2014/main" id="{924957F9-588D-909C-BFB5-2B26C1754207}"/>
              </a:ext>
            </a:extLst>
          </p:cNvPr>
          <p:cNvSpPr>
            <a:spLocks noGrp="1" noChangeArrowheads="1"/>
          </p:cNvSpPr>
          <p:nvPr>
            <p:ph idx="1"/>
          </p:nvPr>
        </p:nvSpPr>
        <p:spPr>
          <a:xfrm>
            <a:off x="1512888" y="1168400"/>
            <a:ext cx="8299450" cy="4919663"/>
          </a:xfrm>
        </p:spPr>
        <p:txBody>
          <a:bodyPr/>
          <a:lstStyle/>
          <a:p>
            <a:r>
              <a:rPr lang="zh-CN" altLang="en-US"/>
              <a:t>（</a:t>
            </a:r>
            <a:r>
              <a:rPr lang="zh-CN" altLang="en-US" sz="2400"/>
              <a:t>数据收集</a:t>
            </a:r>
            <a:r>
              <a:rPr lang="en-US" altLang="zh-CN" sz="2400">
                <a:sym typeface="Wingdings" panose="05000000000000000000" pitchFamily="2" charset="2"/>
              </a:rPr>
              <a:t> </a:t>
            </a:r>
            <a:r>
              <a:rPr lang="zh-CN" altLang="en-US" sz="2400">
                <a:sym typeface="Wingdings" panose="05000000000000000000" pitchFamily="2" charset="2"/>
              </a:rPr>
              <a:t>数据分层</a:t>
            </a:r>
            <a:r>
              <a:rPr lang="en-US" altLang="zh-CN" sz="2400">
                <a:sym typeface="Wingdings" panose="05000000000000000000" pitchFamily="2" charset="2"/>
              </a:rPr>
              <a:t> </a:t>
            </a:r>
            <a:r>
              <a:rPr lang="zh-CN" altLang="en-US" sz="2400" b="1">
                <a:sym typeface="Wingdings" panose="05000000000000000000" pitchFamily="2" charset="2"/>
              </a:rPr>
              <a:t>确定关键 </a:t>
            </a:r>
            <a:r>
              <a:rPr lang="en-US" altLang="zh-CN" sz="2400" b="1">
                <a:sym typeface="Wingdings" panose="05000000000000000000" pitchFamily="2" charset="2"/>
              </a:rPr>
              <a:t>Xs</a:t>
            </a:r>
            <a:r>
              <a:rPr lang="en-US" altLang="zh-CN" sz="2400">
                <a:sym typeface="Wingdings" panose="05000000000000000000" pitchFamily="2" charset="2"/>
              </a:rPr>
              <a:t>)</a:t>
            </a:r>
          </a:p>
          <a:p>
            <a:pPr lvl="1" indent="-342900"/>
            <a:endParaRPr lang="en-US" altLang="zh-CN"/>
          </a:p>
        </p:txBody>
      </p:sp>
      <p:graphicFrame>
        <p:nvGraphicFramePr>
          <p:cNvPr id="7" name="Group 4">
            <a:extLst>
              <a:ext uri="{FF2B5EF4-FFF2-40B4-BE49-F238E27FC236}">
                <a16:creationId xmlns:a16="http://schemas.microsoft.com/office/drawing/2014/main" id="{C891D322-AA70-9416-98CB-AEFE11A653DD}"/>
              </a:ext>
            </a:extLst>
          </p:cNvPr>
          <p:cNvGraphicFramePr>
            <a:graphicFrameLocks noGrp="1"/>
          </p:cNvGraphicFramePr>
          <p:nvPr/>
        </p:nvGraphicFramePr>
        <p:xfrm>
          <a:off x="1235075" y="2713038"/>
          <a:ext cx="4608512" cy="3273424"/>
        </p:xfrm>
        <a:graphic>
          <a:graphicData uri="http://schemas.openxmlformats.org/drawingml/2006/table">
            <a:tbl>
              <a:tblPr/>
              <a:tblGrid>
                <a:gridCol w="908056">
                  <a:extLst>
                    <a:ext uri="{9D8B030D-6E8A-4147-A177-3AD203B41FA5}">
                      <a16:colId xmlns:a16="http://schemas.microsoft.com/office/drawing/2014/main" val="20000"/>
                    </a:ext>
                  </a:extLst>
                </a:gridCol>
                <a:gridCol w="1397705">
                  <a:extLst>
                    <a:ext uri="{9D8B030D-6E8A-4147-A177-3AD203B41FA5}">
                      <a16:colId xmlns:a16="http://schemas.microsoft.com/office/drawing/2014/main" val="20001"/>
                    </a:ext>
                  </a:extLst>
                </a:gridCol>
                <a:gridCol w="1149871">
                  <a:extLst>
                    <a:ext uri="{9D8B030D-6E8A-4147-A177-3AD203B41FA5}">
                      <a16:colId xmlns:a16="http://schemas.microsoft.com/office/drawing/2014/main" val="20002"/>
                    </a:ext>
                  </a:extLst>
                </a:gridCol>
                <a:gridCol w="1152880">
                  <a:extLst>
                    <a:ext uri="{9D8B030D-6E8A-4147-A177-3AD203B41FA5}">
                      <a16:colId xmlns:a16="http://schemas.microsoft.com/office/drawing/2014/main" val="20003"/>
                    </a:ext>
                  </a:extLst>
                </a:gridCol>
              </a:tblGrid>
              <a:tr h="60767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dirty="0">
                        <a:ln>
                          <a:noFill/>
                        </a:ln>
                        <a:solidFill>
                          <a:schemeClr val="tx1"/>
                        </a:solidFill>
                        <a:effectLst/>
                        <a:latin typeface="+mn-ea"/>
                        <a:ea typeface="+mn-ea"/>
                      </a:endParaRPr>
                    </a:p>
                  </a:txBody>
                  <a:tcPr marT="45728" marB="45728" horzOverflow="overflow">
                    <a:lnL cap="flat">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a:ln>
                          <a:noFill/>
                        </a:ln>
                        <a:solidFill>
                          <a:schemeClr val="tx1"/>
                        </a:solidFill>
                        <a:effectLst/>
                        <a:latin typeface="+mn-ea"/>
                        <a:ea typeface="+mn-ea"/>
                      </a:endParaRPr>
                    </a:p>
                  </a:txBody>
                  <a:tcPr marT="45728" marB="45728" horzOverflow="overflow">
                    <a:lnL>
                      <a:noFill/>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bg1"/>
                          </a:solidFill>
                          <a:effectLst/>
                          <a:latin typeface="+mn-ea"/>
                          <a:ea typeface="+mn-ea"/>
                        </a:rPr>
                        <a:t>输入变量</a:t>
                      </a:r>
                      <a:r>
                        <a:rPr kumimoji="0" lang="en-US" altLang="zh-CN" sz="1800" b="0" i="0" u="none" strike="noStrike" cap="none" normalizeH="0" baseline="0" dirty="0">
                          <a:ln>
                            <a:noFill/>
                          </a:ln>
                          <a:solidFill>
                            <a:schemeClr val="bg1"/>
                          </a:solidFill>
                          <a:effectLst/>
                          <a:latin typeface="+mn-ea"/>
                          <a:ea typeface="+mn-ea"/>
                        </a:rPr>
                        <a:t>(X)</a:t>
                      </a:r>
                    </a:p>
                  </a:txBody>
                  <a:tcPr marT="45728" marB="4572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0000"/>
                    </a:solidFill>
                  </a:tcPr>
                </a:tc>
                <a:tc hMerge="1">
                  <a:txBody>
                    <a:bodyPr/>
                    <a:lstStyle/>
                    <a:p>
                      <a:endParaRPr lang="en-US"/>
                    </a:p>
                  </a:txBody>
                  <a:tcPr/>
                </a:tc>
                <a:extLst>
                  <a:ext uri="{0D108BD9-81ED-4DB2-BD59-A6C34878D82A}">
                    <a16:rowId xmlns:a16="http://schemas.microsoft.com/office/drawing/2014/main" val="10000"/>
                  </a:ext>
                </a:extLst>
              </a:tr>
              <a:tr h="64018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a:ln>
                          <a:noFill/>
                        </a:ln>
                        <a:solidFill>
                          <a:schemeClr val="tx1"/>
                        </a:solidFill>
                        <a:effectLst/>
                        <a:latin typeface="+mn-ea"/>
                        <a:ea typeface="+mn-ea"/>
                      </a:endParaRPr>
                    </a:p>
                  </a:txBody>
                  <a:tcPr marT="45728" marB="45728"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a:ln>
                          <a:noFill/>
                        </a:ln>
                        <a:solidFill>
                          <a:schemeClr val="tx1"/>
                        </a:solidFill>
                        <a:effectLst/>
                        <a:latin typeface="+mn-ea"/>
                        <a:ea typeface="+mn-ea"/>
                      </a:endParaRPr>
                    </a:p>
                  </a:txBody>
                  <a:tcPr marT="45728" marB="45728"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accent2"/>
                          </a:solidFill>
                          <a:effectLst/>
                          <a:latin typeface="+mn-ea"/>
                          <a:ea typeface="+mn-ea"/>
                        </a:rPr>
                        <a:t>连续性数据</a:t>
                      </a:r>
                      <a:endParaRPr kumimoji="0" lang="en-US" altLang="zh-CN" sz="1800" b="0" i="0" u="none" strike="noStrike" cap="none" normalizeH="0" baseline="0" dirty="0">
                        <a:ln>
                          <a:noFill/>
                        </a:ln>
                        <a:solidFill>
                          <a:schemeClr val="accent2"/>
                        </a:solidFill>
                        <a:effectLst/>
                        <a:latin typeface="+mn-ea"/>
                        <a:ea typeface="+mn-ea"/>
                      </a:endParaRPr>
                    </a:p>
                  </a:txBody>
                  <a:tcPr marT="45728" marB="4572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accent2"/>
                          </a:solidFill>
                          <a:effectLst/>
                          <a:latin typeface="+mn-ea"/>
                          <a:ea typeface="+mn-ea"/>
                        </a:rPr>
                        <a:t>离散性数据</a:t>
                      </a:r>
                      <a:endParaRPr kumimoji="0" lang="en-US" altLang="zh-CN" sz="1800" b="0" i="0" u="none" strike="noStrike" cap="none" normalizeH="0" baseline="0" dirty="0">
                        <a:ln>
                          <a:noFill/>
                        </a:ln>
                        <a:solidFill>
                          <a:schemeClr val="accent2"/>
                        </a:solidFill>
                        <a:effectLst/>
                        <a:latin typeface="+mn-ea"/>
                        <a:ea typeface="+mn-ea"/>
                      </a:endParaRPr>
                    </a:p>
                  </a:txBody>
                  <a:tcPr marT="45728" marB="4572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2783">
                <a:tc row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bg1"/>
                        </a:solidFill>
                        <a:effectLst/>
                        <a:latin typeface="+mn-ea"/>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br>
                        <a:rPr kumimoji="0" lang="zh-CN" altLang="en-US" sz="1800" b="0" i="0" u="none" strike="noStrike" cap="none" normalizeH="0" baseline="0" dirty="0">
                          <a:ln>
                            <a:noFill/>
                          </a:ln>
                          <a:solidFill>
                            <a:schemeClr val="bg1"/>
                          </a:solidFill>
                          <a:effectLst/>
                          <a:latin typeface="+mn-ea"/>
                          <a:ea typeface="+mn-ea"/>
                        </a:rPr>
                      </a:br>
                      <a:r>
                        <a:rPr kumimoji="0" lang="zh-CN" altLang="en-US" sz="1800" b="0" i="0" u="none" strike="noStrike" cap="none" normalizeH="0" baseline="0" dirty="0">
                          <a:ln>
                            <a:noFill/>
                          </a:ln>
                          <a:solidFill>
                            <a:schemeClr val="bg1"/>
                          </a:solidFill>
                          <a:effectLst/>
                          <a:latin typeface="+mn-ea"/>
                          <a:ea typeface="+mn-ea"/>
                        </a:rPr>
                        <a:t>输出</a:t>
                      </a:r>
                      <a:r>
                        <a:rPr kumimoji="0" lang="en-US" altLang="zh-CN" sz="1800" b="0" i="0" u="none" strike="noStrike" cap="none" normalizeH="0" baseline="0" dirty="0">
                          <a:ln>
                            <a:noFill/>
                          </a:ln>
                          <a:solidFill>
                            <a:schemeClr val="bg1"/>
                          </a:solidFill>
                          <a:effectLst/>
                          <a:latin typeface="+mn-ea"/>
                          <a:ea typeface="+mn-ea"/>
                        </a:rPr>
                        <a:t> (Y)</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bg1"/>
                        </a:solidFill>
                        <a:effectLst/>
                        <a:latin typeface="+mn-ea"/>
                        <a:ea typeface="+mn-ea"/>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accent2"/>
                        </a:solidFill>
                        <a:effectLst/>
                        <a:latin typeface="+mn-ea"/>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accent2"/>
                          </a:solidFill>
                          <a:effectLst/>
                          <a:latin typeface="+mn-ea"/>
                          <a:ea typeface="+mn-ea"/>
                        </a:rPr>
                        <a:t>连续性数据</a:t>
                      </a:r>
                      <a:endParaRPr kumimoji="0" lang="en-US" altLang="zh-CN" sz="1800" b="0" i="0" u="none" strike="noStrike" cap="none" normalizeH="0" baseline="0" dirty="0">
                        <a:ln>
                          <a:noFill/>
                        </a:ln>
                        <a:solidFill>
                          <a:schemeClr val="accent2"/>
                        </a:solidFill>
                        <a:effectLst/>
                        <a:latin typeface="+mn-ea"/>
                        <a:ea typeface="+mn-ea"/>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mn-ea"/>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mn-ea"/>
                          <a:ea typeface="+mn-ea"/>
                        </a:rPr>
                        <a:t>散布图</a:t>
                      </a:r>
                      <a:endParaRPr kumimoji="0" lang="en-US" altLang="zh-CN" sz="1800" b="0" i="0" u="none" strike="noStrike" cap="none" normalizeH="0" baseline="0" dirty="0">
                        <a:ln>
                          <a:noFill/>
                        </a:ln>
                        <a:solidFill>
                          <a:schemeClr val="tx1"/>
                        </a:solidFill>
                        <a:effectLst/>
                        <a:latin typeface="+mn-ea"/>
                        <a:ea typeface="+mn-ea"/>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mn-ea"/>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mn-ea"/>
                          <a:ea typeface="+mn-ea"/>
                        </a:rPr>
                        <a:t>直方图分层</a:t>
                      </a:r>
                      <a:endParaRPr kumimoji="0" lang="en-US" altLang="zh-CN" sz="1800" b="0" i="0" u="none" strike="noStrike" cap="none" normalizeH="0" baseline="0" dirty="0">
                        <a:ln>
                          <a:noFill/>
                        </a:ln>
                        <a:solidFill>
                          <a:schemeClr val="tx1"/>
                        </a:solidFill>
                        <a:effectLst/>
                        <a:latin typeface="+mn-ea"/>
                        <a:ea typeface="+mn-ea"/>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2783">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accent2"/>
                        </a:solidFill>
                        <a:effectLst/>
                        <a:latin typeface="+mn-ea"/>
                        <a:ea typeface="+mn-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accent2"/>
                          </a:solidFill>
                          <a:effectLst/>
                          <a:latin typeface="+mn-ea"/>
                          <a:ea typeface="+mn-ea"/>
                        </a:rPr>
                        <a:t>离散性数据</a:t>
                      </a:r>
                      <a:endParaRPr kumimoji="0" lang="en-US" altLang="zh-CN" sz="1800" b="0" i="0" u="none" strike="noStrike" cap="none" normalizeH="0" baseline="0" dirty="0">
                        <a:ln>
                          <a:noFill/>
                        </a:ln>
                        <a:solidFill>
                          <a:schemeClr val="accent2"/>
                        </a:solidFill>
                        <a:effectLst/>
                        <a:latin typeface="+mn-ea"/>
                        <a:ea typeface="+mn-ea"/>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mn-ea"/>
                          <a:ea typeface="+mn-ea"/>
                        </a:rPr>
                        <a:t>直方图分层</a:t>
                      </a:r>
                    </a:p>
                  </a:txBody>
                  <a:tcPr marT="45728" marB="4572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mn-ea"/>
                          <a:ea typeface="+mn-ea"/>
                        </a:rPr>
                        <a:t>柏拉图</a:t>
                      </a:r>
                    </a:p>
                  </a:txBody>
                  <a:tcPr marT="45728" marB="4572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1167" name="TextBox 4">
            <a:extLst>
              <a:ext uri="{FF2B5EF4-FFF2-40B4-BE49-F238E27FC236}">
                <a16:creationId xmlns:a16="http://schemas.microsoft.com/office/drawing/2014/main" id="{F50831C4-DF4F-8AF5-CA86-C64DD3EDE0A5}"/>
              </a:ext>
            </a:extLst>
          </p:cNvPr>
          <p:cNvSpPr txBox="1">
            <a:spLocks noChangeArrowheads="1"/>
          </p:cNvSpPr>
          <p:nvPr/>
        </p:nvSpPr>
        <p:spPr bwMode="auto">
          <a:xfrm>
            <a:off x="1235075" y="2857500"/>
            <a:ext cx="21748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微软雅黑" panose="020B0503020204020204" pitchFamily="34" charset="-122"/>
                <a:ea typeface="微软雅黑" panose="020B0503020204020204" pitchFamily="34" charset="-122"/>
              </a:rPr>
              <a:t>不同数据类型的分层技术</a:t>
            </a:r>
            <a:endParaRPr lang="en-US" altLang="zh-CN" sz="2400">
              <a:latin typeface="微软雅黑" panose="020B0503020204020204" pitchFamily="34" charset="-122"/>
              <a:ea typeface="微软雅黑" panose="020B0503020204020204" pitchFamily="34" charset="-122"/>
            </a:endParaRPr>
          </a:p>
        </p:txBody>
      </p:sp>
      <p:pic>
        <p:nvPicPr>
          <p:cNvPr id="91168" name="Picture 2">
            <a:extLst>
              <a:ext uri="{FF2B5EF4-FFF2-40B4-BE49-F238E27FC236}">
                <a16:creationId xmlns:a16="http://schemas.microsoft.com/office/drawing/2014/main" id="{81C918A6-F100-2711-825D-9FEC02E92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2513" y="3487738"/>
            <a:ext cx="3887787" cy="245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69" name="TextBox 5">
            <a:extLst>
              <a:ext uri="{FF2B5EF4-FFF2-40B4-BE49-F238E27FC236}">
                <a16:creationId xmlns:a16="http://schemas.microsoft.com/office/drawing/2014/main" id="{6D538377-4C9D-3BBF-A97B-1C9258F3A21A}"/>
              </a:ext>
            </a:extLst>
          </p:cNvPr>
          <p:cNvSpPr txBox="1">
            <a:spLocks noChangeArrowheads="1"/>
          </p:cNvSpPr>
          <p:nvPr/>
        </p:nvSpPr>
        <p:spPr bwMode="auto">
          <a:xfrm>
            <a:off x="7194550" y="2852738"/>
            <a:ext cx="1601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微软雅黑" panose="020B0503020204020204" pitchFamily="34" charset="-122"/>
                <a:ea typeface="微软雅黑" panose="020B0503020204020204" pitchFamily="34" charset="-122"/>
              </a:rPr>
              <a:t>柏拉图</a:t>
            </a:r>
            <a:endParaRPr lang="en-US" altLang="zh-CN" sz="2400">
              <a:latin typeface="微软雅黑" panose="020B0503020204020204" pitchFamily="34" charset="-122"/>
              <a:ea typeface="微软雅黑" panose="020B0503020204020204" pitchFamily="34" charset="-122"/>
            </a:endParaRPr>
          </a:p>
        </p:txBody>
      </p:sp>
      <p:sp>
        <p:nvSpPr>
          <p:cNvPr id="11" name="Oval 6">
            <a:extLst>
              <a:ext uri="{FF2B5EF4-FFF2-40B4-BE49-F238E27FC236}">
                <a16:creationId xmlns:a16="http://schemas.microsoft.com/office/drawing/2014/main" id="{41CB99B8-E0B2-5C97-4208-25FD68C95204}"/>
              </a:ext>
            </a:extLst>
          </p:cNvPr>
          <p:cNvSpPr/>
          <p:nvPr/>
        </p:nvSpPr>
        <p:spPr>
          <a:xfrm rot="20757772">
            <a:off x="6592888" y="3811588"/>
            <a:ext cx="1277937" cy="2159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微软雅黑" panose="020B0503020204020204" pitchFamily="34" charset="-122"/>
            </a:endParaRP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a:extLst>
              <a:ext uri="{FF2B5EF4-FFF2-40B4-BE49-F238E27FC236}">
                <a16:creationId xmlns:a16="http://schemas.microsoft.com/office/drawing/2014/main" id="{3E16615B-0EAC-61E6-37DA-F29E557FD21E}"/>
              </a:ext>
            </a:extLst>
          </p:cNvPr>
          <p:cNvSpPr>
            <a:spLocks noGrp="1" noChangeArrowheads="1"/>
          </p:cNvSpPr>
          <p:nvPr>
            <p:ph type="title"/>
          </p:nvPr>
        </p:nvSpPr>
        <p:spPr>
          <a:xfrm>
            <a:off x="623888" y="244475"/>
            <a:ext cx="9312275" cy="647700"/>
          </a:xfrm>
        </p:spPr>
        <p:txBody>
          <a:bodyPr/>
          <a:lstStyle/>
          <a:p>
            <a:endParaRPr lang="zh-CN" altLang="en-US"/>
          </a:p>
        </p:txBody>
      </p:sp>
      <p:sp>
        <p:nvSpPr>
          <p:cNvPr id="92163" name="页脚占位符 3">
            <a:extLst>
              <a:ext uri="{FF2B5EF4-FFF2-40B4-BE49-F238E27FC236}">
                <a16:creationId xmlns:a16="http://schemas.microsoft.com/office/drawing/2014/main" id="{1E4A06F3-CBCD-B828-F2BE-BE0EB67598D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92164" name="灯片编号占位符 4">
            <a:extLst>
              <a:ext uri="{FF2B5EF4-FFF2-40B4-BE49-F238E27FC236}">
                <a16:creationId xmlns:a16="http://schemas.microsoft.com/office/drawing/2014/main" id="{A520DF12-AFEE-2931-5658-A256561C97C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FF47871-6022-48BF-8AA2-0920F743A43D}" type="slidenum">
              <a:rPr lang="de-DE" altLang="zh-CN" smtClean="0"/>
              <a:pPr/>
              <a:t>59</a:t>
            </a:fld>
            <a:endParaRPr lang="de-DE" altLang="zh-CN"/>
          </a:p>
        </p:txBody>
      </p:sp>
      <p:grpSp>
        <p:nvGrpSpPr>
          <p:cNvPr id="6" name="Group 4">
            <a:extLst>
              <a:ext uri="{FF2B5EF4-FFF2-40B4-BE49-F238E27FC236}">
                <a16:creationId xmlns:a16="http://schemas.microsoft.com/office/drawing/2014/main" id="{DBA457E0-7910-DEE7-D93B-D5C7B0C815DA}"/>
              </a:ext>
            </a:extLst>
          </p:cNvPr>
          <p:cNvGrpSpPr>
            <a:grpSpLocks/>
          </p:cNvGrpSpPr>
          <p:nvPr/>
        </p:nvGrpSpPr>
        <p:grpSpPr bwMode="auto">
          <a:xfrm>
            <a:off x="3900488" y="1508125"/>
            <a:ext cx="2465387" cy="2790825"/>
            <a:chOff x="2044" y="1390"/>
            <a:chExt cx="1553" cy="906"/>
          </a:xfrm>
        </p:grpSpPr>
        <p:grpSp>
          <p:nvGrpSpPr>
            <p:cNvPr id="92176" name="Group 5">
              <a:extLst>
                <a:ext uri="{FF2B5EF4-FFF2-40B4-BE49-F238E27FC236}">
                  <a16:creationId xmlns:a16="http://schemas.microsoft.com/office/drawing/2014/main" id="{0FEE1E6A-E679-E8B2-6240-BFF01B7A04D7}"/>
                </a:ext>
              </a:extLst>
            </p:cNvPr>
            <p:cNvGrpSpPr>
              <a:grpSpLocks/>
            </p:cNvGrpSpPr>
            <p:nvPr/>
          </p:nvGrpSpPr>
          <p:grpSpPr bwMode="auto">
            <a:xfrm>
              <a:off x="2044" y="1390"/>
              <a:ext cx="1553" cy="369"/>
              <a:chOff x="1364" y="2068"/>
              <a:chExt cx="1268" cy="315"/>
            </a:xfrm>
          </p:grpSpPr>
          <p:sp>
            <p:nvSpPr>
              <p:cNvPr id="9" name="Freeform 6">
                <a:extLst>
                  <a:ext uri="{FF2B5EF4-FFF2-40B4-BE49-F238E27FC236}">
                    <a16:creationId xmlns:a16="http://schemas.microsoft.com/office/drawing/2014/main" id="{834B1AD9-4E5F-CDA3-E066-22569629734F}"/>
                  </a:ext>
                </a:extLst>
              </p:cNvPr>
              <p:cNvSpPr>
                <a:spLocks/>
              </p:cNvSpPr>
              <p:nvPr/>
            </p:nvSpPr>
            <p:spPr bwMode="auto">
              <a:xfrm>
                <a:off x="1364" y="2069"/>
                <a:ext cx="1268" cy="314"/>
              </a:xfrm>
              <a:custGeom>
                <a:avLst/>
                <a:gdLst>
                  <a:gd name="T0" fmla="*/ 1085 w 1268"/>
                  <a:gd name="T1" fmla="*/ 0 h 425"/>
                  <a:gd name="T2" fmla="*/ 0 w 1268"/>
                  <a:gd name="T3" fmla="*/ 0 h 425"/>
                  <a:gd name="T4" fmla="*/ 182 w 1268"/>
                  <a:gd name="T5" fmla="*/ 212 h 425"/>
                  <a:gd name="T6" fmla="*/ 0 w 1268"/>
                  <a:gd name="T7" fmla="*/ 424 h 425"/>
                  <a:gd name="T8" fmla="*/ 1085 w 1268"/>
                  <a:gd name="T9" fmla="*/ 424 h 425"/>
                  <a:gd name="T10" fmla="*/ 1267 w 1268"/>
                  <a:gd name="T11" fmla="*/ 212 h 425"/>
                  <a:gd name="T12" fmla="*/ 1085 w 1268"/>
                  <a:gd name="T13" fmla="*/ 0 h 4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8" h="425">
                    <a:moveTo>
                      <a:pt x="1085" y="0"/>
                    </a:moveTo>
                    <a:lnTo>
                      <a:pt x="0" y="0"/>
                    </a:lnTo>
                    <a:lnTo>
                      <a:pt x="182" y="212"/>
                    </a:lnTo>
                    <a:lnTo>
                      <a:pt x="0" y="424"/>
                    </a:lnTo>
                    <a:lnTo>
                      <a:pt x="1085" y="424"/>
                    </a:lnTo>
                    <a:lnTo>
                      <a:pt x="1267" y="212"/>
                    </a:lnTo>
                    <a:lnTo>
                      <a:pt x="1085" y="0"/>
                    </a:lnTo>
                  </a:path>
                </a:pathLst>
              </a:custGeom>
              <a:solidFill>
                <a:srgbClr val="FFCC99"/>
              </a:solidFill>
              <a:ln w="12700" cap="rnd" cmpd="sng">
                <a:noFill/>
                <a:prstDash val="solid"/>
                <a:round/>
                <a:headEnd/>
                <a:tailEnd/>
              </a:ln>
              <a:effectLst>
                <a:outerShdw blurRad="63500" dist="63500" dir="7200000" algn="r" rotWithShape="0">
                  <a:prstClr val="black">
                    <a:alpha val="40000"/>
                  </a:prstClr>
                </a:outerShdw>
              </a:effectLst>
            </p:spPr>
            <p:txBody>
              <a:bodyPr/>
              <a:lstStyle/>
              <a:p>
                <a:pPr eaLnBrk="1" fontAlgn="auto" hangingPunct="1">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10" name="Rectangle 7">
                <a:extLst>
                  <a:ext uri="{FF2B5EF4-FFF2-40B4-BE49-F238E27FC236}">
                    <a16:creationId xmlns:a16="http://schemas.microsoft.com/office/drawing/2014/main" id="{B6D1D318-D30F-F2EC-3F6B-EC8647249C3D}"/>
                  </a:ext>
                </a:extLst>
              </p:cNvPr>
              <p:cNvSpPr>
                <a:spLocks noChangeArrowheads="1"/>
              </p:cNvSpPr>
              <p:nvPr/>
            </p:nvSpPr>
            <p:spPr bwMode="auto">
              <a:xfrm>
                <a:off x="1669" y="2068"/>
                <a:ext cx="954" cy="313"/>
              </a:xfrm>
              <a:prstGeom prst="rect">
                <a:avLst/>
              </a:prstGeom>
              <a:noFill/>
              <a:ln>
                <a:noFill/>
              </a:ln>
              <a:effectLst/>
            </p:spPr>
            <p:txBody>
              <a:bodyPr wrap="none" lIns="0" tIns="0" rIns="0" bIns="0" anchor="ctr"/>
              <a:lstStyle/>
              <a:p>
                <a:pPr eaLnBrk="1" fontAlgn="auto" hangingPunct="1">
                  <a:spcBef>
                    <a:spcPts val="0"/>
                  </a:spcBef>
                  <a:spcAft>
                    <a:spcPts val="0"/>
                  </a:spcAft>
                  <a:defRPr/>
                </a:pPr>
                <a:r>
                  <a:rPr lang="zh-CN" altLang="en-US"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筛选和排序</a:t>
                </a:r>
                <a:endParaRPr lang="en-US" altLang="zh-CN"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fontAlgn="auto" hangingPunct="1">
                  <a:spcBef>
                    <a:spcPts val="0"/>
                  </a:spcBef>
                  <a:spcAft>
                    <a:spcPts val="0"/>
                  </a:spcAft>
                  <a:defRPr/>
                </a:pPr>
                <a:r>
                  <a:rPr lang="zh-CN" altLang="en-US"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潜在根本原因</a:t>
                </a:r>
                <a:r>
                  <a:rPr lang="zh-CN" altLang="en-US" kern="0" dirty="0">
                    <a:solidFill>
                      <a:sysClr val="windowText" lastClr="000000"/>
                    </a:solidFill>
                    <a:latin typeface="微软雅黑" panose="020B0503020204020204" pitchFamily="34" charset="-122"/>
                    <a:ea typeface="微软雅黑" panose="020B0503020204020204" pitchFamily="34" charset="-122"/>
                  </a:rPr>
                  <a:t> </a:t>
                </a:r>
              </a:p>
            </p:txBody>
          </p:sp>
        </p:grpSp>
        <p:sp>
          <p:nvSpPr>
            <p:cNvPr id="8" name="Rectangle 8">
              <a:extLst>
                <a:ext uri="{FF2B5EF4-FFF2-40B4-BE49-F238E27FC236}">
                  <a16:creationId xmlns:a16="http://schemas.microsoft.com/office/drawing/2014/main" id="{93649D79-7ED6-9098-53F4-7064D82F2DB2}"/>
                </a:ext>
              </a:extLst>
            </p:cNvPr>
            <p:cNvSpPr>
              <a:spLocks noChangeArrowheads="1"/>
            </p:cNvSpPr>
            <p:nvPr/>
          </p:nvSpPr>
          <p:spPr bwMode="auto">
            <a:xfrm>
              <a:off x="2044" y="1866"/>
              <a:ext cx="1244" cy="430"/>
            </a:xfrm>
            <a:prstGeom prst="rect">
              <a:avLst/>
            </a:prstGeom>
            <a:noFill/>
            <a:ln>
              <a:noFill/>
            </a:ln>
            <a:effectLst/>
          </p:spPr>
          <p:txBody>
            <a:bodyPr lIns="92075" tIns="46038" rIns="92075" bIns="46038">
              <a:spAutoFit/>
            </a:bodyPr>
            <a:lstStyle/>
            <a:p>
              <a:pPr marL="342900" indent="-342900" eaLnBrk="1" fontAlgn="auto" hangingPunct="1">
                <a:spcBef>
                  <a:spcPct val="50000"/>
                </a:spcBef>
                <a:spcAft>
                  <a:spcPts val="0"/>
                </a:spcAft>
                <a:buFont typeface="Arial" pitchFamily="34" charset="0"/>
                <a:buChar char="•"/>
                <a:defRPr/>
              </a:pPr>
              <a:r>
                <a:rPr lang="en-US" altLang="zh-CN" sz="2000" kern="0" dirty="0">
                  <a:solidFill>
                    <a:srgbClr val="000000"/>
                  </a:solidFill>
                  <a:latin typeface="微软雅黑" panose="020B0503020204020204" pitchFamily="34" charset="-122"/>
                  <a:ea typeface="微软雅黑" panose="020B0503020204020204" pitchFamily="34" charset="-122"/>
                </a:rPr>
                <a:t>CE</a:t>
              </a:r>
              <a:r>
                <a:rPr lang="zh-CN" altLang="en-US" sz="2000" kern="0" dirty="0">
                  <a:solidFill>
                    <a:srgbClr val="000000"/>
                  </a:solidFill>
                  <a:latin typeface="微软雅黑" panose="020B0503020204020204" pitchFamily="34" charset="-122"/>
                  <a:ea typeface="微软雅黑" panose="020B0503020204020204" pitchFamily="34" charset="-122"/>
                </a:rPr>
                <a:t>矩阵或</a:t>
              </a:r>
              <a:r>
                <a:rPr lang="en-US" altLang="zh-CN" sz="2000" kern="0" dirty="0">
                  <a:solidFill>
                    <a:srgbClr val="000000"/>
                  </a:solidFill>
                  <a:latin typeface="微软雅黑" panose="020B0503020204020204" pitchFamily="34" charset="-122"/>
                  <a:ea typeface="微软雅黑" panose="020B0503020204020204" pitchFamily="34" charset="-122"/>
                </a:rPr>
                <a:t>FMEA</a:t>
              </a:r>
              <a:r>
                <a:rPr lang="zh-CN" altLang="en-US" sz="2000" kern="0" dirty="0">
                  <a:solidFill>
                    <a:srgbClr val="000000"/>
                  </a:solidFill>
                  <a:latin typeface="微软雅黑" panose="020B0503020204020204" pitchFamily="34" charset="-122"/>
                  <a:ea typeface="微软雅黑" panose="020B0503020204020204" pitchFamily="34" charset="-122"/>
                </a:rPr>
                <a:t>风险优先数字排序</a:t>
              </a:r>
            </a:p>
          </p:txBody>
        </p:sp>
      </p:grpSp>
      <p:grpSp>
        <p:nvGrpSpPr>
          <p:cNvPr id="11" name="Group 9">
            <a:extLst>
              <a:ext uri="{FF2B5EF4-FFF2-40B4-BE49-F238E27FC236}">
                <a16:creationId xmlns:a16="http://schemas.microsoft.com/office/drawing/2014/main" id="{F375A259-BB4C-AAE4-E1EE-C53DB7928E10}"/>
              </a:ext>
            </a:extLst>
          </p:cNvPr>
          <p:cNvGrpSpPr>
            <a:grpSpLocks/>
          </p:cNvGrpSpPr>
          <p:nvPr/>
        </p:nvGrpSpPr>
        <p:grpSpPr bwMode="auto">
          <a:xfrm>
            <a:off x="6162675" y="1538288"/>
            <a:ext cx="3055938" cy="2603500"/>
            <a:chOff x="3419" y="1401"/>
            <a:chExt cx="1687" cy="1033"/>
          </a:xfrm>
        </p:grpSpPr>
        <p:grpSp>
          <p:nvGrpSpPr>
            <p:cNvPr id="92172" name="Group 10">
              <a:extLst>
                <a:ext uri="{FF2B5EF4-FFF2-40B4-BE49-F238E27FC236}">
                  <a16:creationId xmlns:a16="http://schemas.microsoft.com/office/drawing/2014/main" id="{4A9A7FCB-6377-3A7E-A714-9C3B8D706E80}"/>
                </a:ext>
              </a:extLst>
            </p:cNvPr>
            <p:cNvGrpSpPr>
              <a:grpSpLocks/>
            </p:cNvGrpSpPr>
            <p:nvPr/>
          </p:nvGrpSpPr>
          <p:grpSpPr bwMode="auto">
            <a:xfrm>
              <a:off x="3419" y="1401"/>
              <a:ext cx="1543" cy="460"/>
              <a:chOff x="3853" y="2069"/>
              <a:chExt cx="1259" cy="391"/>
            </a:xfrm>
          </p:grpSpPr>
          <p:sp>
            <p:nvSpPr>
              <p:cNvPr id="14" name="Freeform 11">
                <a:extLst>
                  <a:ext uri="{FF2B5EF4-FFF2-40B4-BE49-F238E27FC236}">
                    <a16:creationId xmlns:a16="http://schemas.microsoft.com/office/drawing/2014/main" id="{723842AC-1546-6457-1C44-F718DA328921}"/>
                  </a:ext>
                </a:extLst>
              </p:cNvPr>
              <p:cNvSpPr>
                <a:spLocks/>
              </p:cNvSpPr>
              <p:nvPr/>
            </p:nvSpPr>
            <p:spPr bwMode="auto">
              <a:xfrm>
                <a:off x="3853" y="2069"/>
                <a:ext cx="1202" cy="382"/>
              </a:xfrm>
              <a:custGeom>
                <a:avLst/>
                <a:gdLst>
                  <a:gd name="T0" fmla="*/ 1085 w 1267"/>
                  <a:gd name="T1" fmla="*/ 0 h 425"/>
                  <a:gd name="T2" fmla="*/ 0 w 1267"/>
                  <a:gd name="T3" fmla="*/ 0 h 425"/>
                  <a:gd name="T4" fmla="*/ 181 w 1267"/>
                  <a:gd name="T5" fmla="*/ 212 h 425"/>
                  <a:gd name="T6" fmla="*/ 0 w 1267"/>
                  <a:gd name="T7" fmla="*/ 424 h 425"/>
                  <a:gd name="T8" fmla="*/ 1085 w 1267"/>
                  <a:gd name="T9" fmla="*/ 424 h 425"/>
                  <a:gd name="T10" fmla="*/ 1266 w 1267"/>
                  <a:gd name="T11" fmla="*/ 212 h 425"/>
                  <a:gd name="T12" fmla="*/ 1085 w 1267"/>
                  <a:gd name="T13" fmla="*/ 0 h 4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7" h="425">
                    <a:moveTo>
                      <a:pt x="1085" y="0"/>
                    </a:moveTo>
                    <a:lnTo>
                      <a:pt x="0" y="0"/>
                    </a:lnTo>
                    <a:lnTo>
                      <a:pt x="181" y="212"/>
                    </a:lnTo>
                    <a:lnTo>
                      <a:pt x="0" y="424"/>
                    </a:lnTo>
                    <a:lnTo>
                      <a:pt x="1085" y="424"/>
                    </a:lnTo>
                    <a:lnTo>
                      <a:pt x="1266" y="212"/>
                    </a:lnTo>
                    <a:lnTo>
                      <a:pt x="1085" y="0"/>
                    </a:lnTo>
                  </a:path>
                </a:pathLst>
              </a:custGeom>
              <a:solidFill>
                <a:srgbClr val="FF9900"/>
              </a:solidFill>
              <a:ln w="12700" cap="rnd" cmpd="sng">
                <a:noFill/>
                <a:prstDash val="solid"/>
                <a:round/>
                <a:headEnd/>
                <a:tailEnd/>
              </a:ln>
              <a:effectLst>
                <a:outerShdw blurRad="63500" dist="63500" dir="7200000" algn="r" rotWithShape="0">
                  <a:prstClr val="black">
                    <a:alpha val="40000"/>
                  </a:prstClr>
                </a:outerShdw>
              </a:effectLst>
            </p:spPr>
            <p:txBody>
              <a:bodyPr/>
              <a:lstStyle/>
              <a:p>
                <a:pPr eaLnBrk="1" fontAlgn="auto" hangingPunct="1">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15" name="Rectangle 12">
                <a:extLst>
                  <a:ext uri="{FF2B5EF4-FFF2-40B4-BE49-F238E27FC236}">
                    <a16:creationId xmlns:a16="http://schemas.microsoft.com/office/drawing/2014/main" id="{9F7AA000-1D87-7BA6-B768-5423E972C4D5}"/>
                  </a:ext>
                </a:extLst>
              </p:cNvPr>
              <p:cNvSpPr>
                <a:spLocks noChangeArrowheads="1"/>
              </p:cNvSpPr>
              <p:nvPr/>
            </p:nvSpPr>
            <p:spPr bwMode="auto">
              <a:xfrm>
                <a:off x="4050" y="2073"/>
                <a:ext cx="1062" cy="387"/>
              </a:xfrm>
              <a:prstGeom prst="rect">
                <a:avLst/>
              </a:prstGeom>
              <a:noFill/>
              <a:ln>
                <a:noFill/>
              </a:ln>
              <a:effectLst/>
            </p:spPr>
            <p:txBody>
              <a:bodyPr wrap="none" lIns="0" tIns="0" rIns="0" bIns="0" anchor="ctr"/>
              <a:lstStyle/>
              <a:p>
                <a:pPr eaLnBrk="1" fontAlgn="auto" hangingPunct="1">
                  <a:spcBef>
                    <a:spcPts val="0"/>
                  </a:spcBef>
                  <a:spcAft>
                    <a:spcPts val="0"/>
                  </a:spcAft>
                  <a:defRPr/>
                </a:pPr>
                <a:r>
                  <a:rPr lang="zh-CN" altLang="en-US"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验证和量化</a:t>
                </a:r>
              </a:p>
              <a:p>
                <a:pPr eaLnBrk="1" fontAlgn="auto" hangingPunct="1">
                  <a:spcBef>
                    <a:spcPts val="0"/>
                  </a:spcBef>
                  <a:spcAft>
                    <a:spcPts val="0"/>
                  </a:spcAft>
                  <a:defRPr/>
                </a:pPr>
                <a:r>
                  <a:rPr lang="zh-CN" altLang="en-US"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根本原因</a:t>
                </a:r>
              </a:p>
            </p:txBody>
          </p:sp>
        </p:grpSp>
        <p:sp>
          <p:nvSpPr>
            <p:cNvPr id="13" name="Rectangle 13">
              <a:extLst>
                <a:ext uri="{FF2B5EF4-FFF2-40B4-BE49-F238E27FC236}">
                  <a16:creationId xmlns:a16="http://schemas.microsoft.com/office/drawing/2014/main" id="{A3A85ABB-D6BC-A4E7-4C35-F4F0C285954D}"/>
                </a:ext>
              </a:extLst>
            </p:cNvPr>
            <p:cNvSpPr>
              <a:spLocks noChangeArrowheads="1"/>
            </p:cNvSpPr>
            <p:nvPr/>
          </p:nvSpPr>
          <p:spPr bwMode="auto">
            <a:xfrm>
              <a:off x="3440" y="1964"/>
              <a:ext cx="1666" cy="470"/>
            </a:xfrm>
            <a:prstGeom prst="rect">
              <a:avLst/>
            </a:prstGeom>
            <a:noFill/>
            <a:ln>
              <a:noFill/>
            </a:ln>
            <a:effectLst/>
          </p:spPr>
          <p:txBody>
            <a:bodyPr lIns="92075" tIns="46038" rIns="92075" bIns="46038">
              <a:spAutoFit/>
            </a:bodyPr>
            <a:lstStyle/>
            <a:p>
              <a:pPr marL="285750" indent="-285750" eaLnBrk="1" fontAlgn="auto" hangingPunct="1">
                <a:spcBef>
                  <a:spcPct val="50000"/>
                </a:spcBef>
                <a:spcAft>
                  <a:spcPts val="0"/>
                </a:spcAft>
                <a:buFont typeface="Arial" pitchFamily="34" charset="0"/>
                <a:buChar char="•"/>
                <a:defRPr/>
              </a:pPr>
              <a:r>
                <a:rPr lang="zh-CN" altLang="en-US" sz="2000" kern="0" dirty="0">
                  <a:solidFill>
                    <a:srgbClr val="000000"/>
                  </a:solidFill>
                  <a:latin typeface="微软雅黑" panose="020B0503020204020204" pitchFamily="34" charset="-122"/>
                  <a:ea typeface="微软雅黑" panose="020B0503020204020204" pitchFamily="34" charset="-122"/>
                </a:rPr>
                <a:t>假设检验</a:t>
              </a:r>
              <a:endParaRPr lang="en-US" altLang="zh-CN" sz="2000" kern="0" dirty="0">
                <a:solidFill>
                  <a:srgbClr val="000000"/>
                </a:solidFill>
                <a:latin typeface="微软雅黑" panose="020B0503020204020204" pitchFamily="34" charset="-122"/>
                <a:ea typeface="微软雅黑" panose="020B0503020204020204" pitchFamily="34" charset="-122"/>
              </a:endParaRPr>
            </a:p>
            <a:p>
              <a:pPr marL="742950" lvl="1" indent="-285750" fontAlgn="auto">
                <a:spcBef>
                  <a:spcPct val="50000"/>
                </a:spcBef>
                <a:spcAft>
                  <a:spcPts val="0"/>
                </a:spcAft>
                <a:buFontTx/>
                <a:buChar char="-"/>
                <a:defRPr/>
              </a:pPr>
              <a:r>
                <a:rPr lang="zh-CN" altLang="en-US" kern="0" dirty="0">
                  <a:solidFill>
                    <a:srgbClr val="000000"/>
                  </a:solidFill>
                  <a:latin typeface="微软雅黑" panose="020B0503020204020204" pitchFamily="34" charset="-122"/>
                  <a:ea typeface="微软雅黑" panose="020B0503020204020204" pitchFamily="34" charset="-122"/>
                </a:rPr>
                <a:t>回归和相关性分析</a:t>
              </a:r>
            </a:p>
            <a:p>
              <a:pPr eaLnBrk="1" fontAlgn="auto" hangingPunct="1">
                <a:spcBef>
                  <a:spcPct val="50000"/>
                </a:spcBef>
                <a:spcAft>
                  <a:spcPts val="0"/>
                </a:spcAft>
                <a:defRPr/>
              </a:pPr>
              <a:endParaRPr lang="zh-CN" altLang="en-US" sz="1600" kern="0" dirty="0">
                <a:solidFill>
                  <a:srgbClr val="000000"/>
                </a:solidFill>
                <a:latin typeface="微软雅黑" panose="020B0503020204020204" pitchFamily="34" charset="-122"/>
                <a:ea typeface="微软雅黑" panose="020B0503020204020204" pitchFamily="34" charset="-122"/>
              </a:endParaRPr>
            </a:p>
          </p:txBody>
        </p:sp>
      </p:grpSp>
      <p:grpSp>
        <p:nvGrpSpPr>
          <p:cNvPr id="16" name="Group 14">
            <a:extLst>
              <a:ext uri="{FF2B5EF4-FFF2-40B4-BE49-F238E27FC236}">
                <a16:creationId xmlns:a16="http://schemas.microsoft.com/office/drawing/2014/main" id="{AC310B5A-D502-C4F7-49E1-6D8676850C56}"/>
              </a:ext>
            </a:extLst>
          </p:cNvPr>
          <p:cNvGrpSpPr>
            <a:grpSpLocks/>
          </p:cNvGrpSpPr>
          <p:nvPr/>
        </p:nvGrpSpPr>
        <p:grpSpPr bwMode="auto">
          <a:xfrm>
            <a:off x="1627188" y="1509713"/>
            <a:ext cx="2754312" cy="2327275"/>
            <a:chOff x="612" y="1391"/>
            <a:chExt cx="1735" cy="511"/>
          </a:xfrm>
        </p:grpSpPr>
        <p:grpSp>
          <p:nvGrpSpPr>
            <p:cNvPr id="92168" name="Group 15">
              <a:extLst>
                <a:ext uri="{FF2B5EF4-FFF2-40B4-BE49-F238E27FC236}">
                  <a16:creationId xmlns:a16="http://schemas.microsoft.com/office/drawing/2014/main" id="{6B476559-D70C-100F-F006-83F4E12EC4B9}"/>
                </a:ext>
              </a:extLst>
            </p:cNvPr>
            <p:cNvGrpSpPr>
              <a:grpSpLocks/>
            </p:cNvGrpSpPr>
            <p:nvPr/>
          </p:nvGrpSpPr>
          <p:grpSpPr bwMode="auto">
            <a:xfrm>
              <a:off x="612" y="1391"/>
              <a:ext cx="1735" cy="256"/>
              <a:chOff x="132" y="2065"/>
              <a:chExt cx="1417" cy="218"/>
            </a:xfrm>
          </p:grpSpPr>
          <p:sp>
            <p:nvSpPr>
              <p:cNvPr id="19" name="Freeform 16">
                <a:extLst>
                  <a:ext uri="{FF2B5EF4-FFF2-40B4-BE49-F238E27FC236}">
                    <a16:creationId xmlns:a16="http://schemas.microsoft.com/office/drawing/2014/main" id="{96AAA0D7-C845-EDDA-315E-368E676725C8}"/>
                  </a:ext>
                </a:extLst>
              </p:cNvPr>
              <p:cNvSpPr>
                <a:spLocks/>
              </p:cNvSpPr>
              <p:nvPr/>
            </p:nvSpPr>
            <p:spPr bwMode="auto">
              <a:xfrm>
                <a:off x="132" y="2069"/>
                <a:ext cx="1268" cy="214"/>
              </a:xfrm>
              <a:custGeom>
                <a:avLst/>
                <a:gdLst>
                  <a:gd name="T0" fmla="*/ 1085 w 1268"/>
                  <a:gd name="T1" fmla="*/ 0 h 425"/>
                  <a:gd name="T2" fmla="*/ 0 w 1268"/>
                  <a:gd name="T3" fmla="*/ 0 h 425"/>
                  <a:gd name="T4" fmla="*/ 182 w 1268"/>
                  <a:gd name="T5" fmla="*/ 212 h 425"/>
                  <a:gd name="T6" fmla="*/ 0 w 1268"/>
                  <a:gd name="T7" fmla="*/ 424 h 425"/>
                  <a:gd name="T8" fmla="*/ 1085 w 1268"/>
                  <a:gd name="T9" fmla="*/ 424 h 425"/>
                  <a:gd name="T10" fmla="*/ 1267 w 1268"/>
                  <a:gd name="T11" fmla="*/ 212 h 425"/>
                  <a:gd name="T12" fmla="*/ 1085 w 1268"/>
                  <a:gd name="T13" fmla="*/ 0 h 4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8" h="425">
                    <a:moveTo>
                      <a:pt x="1085" y="0"/>
                    </a:moveTo>
                    <a:lnTo>
                      <a:pt x="0" y="0"/>
                    </a:lnTo>
                    <a:lnTo>
                      <a:pt x="182" y="212"/>
                    </a:lnTo>
                    <a:lnTo>
                      <a:pt x="0" y="424"/>
                    </a:lnTo>
                    <a:lnTo>
                      <a:pt x="1085" y="424"/>
                    </a:lnTo>
                    <a:lnTo>
                      <a:pt x="1267" y="212"/>
                    </a:lnTo>
                    <a:lnTo>
                      <a:pt x="1085" y="0"/>
                    </a:lnTo>
                  </a:path>
                </a:pathLst>
              </a:custGeom>
              <a:solidFill>
                <a:srgbClr val="FFFF99"/>
              </a:solidFill>
              <a:ln w="12700" cap="rnd" cmpd="sng">
                <a:noFill/>
                <a:prstDash val="solid"/>
                <a:round/>
                <a:headEnd/>
                <a:tailEnd/>
              </a:ln>
              <a:effectLst>
                <a:outerShdw blurRad="63500" dist="63500" dir="7200000" algn="r" rotWithShape="0">
                  <a:prstClr val="black">
                    <a:alpha val="40000"/>
                  </a:prstClr>
                </a:outerShdw>
              </a:effectLst>
            </p:spPr>
            <p:txBody>
              <a:bodyPr/>
              <a:lstStyle/>
              <a:p>
                <a:pPr eaLnBrk="1" fontAlgn="auto" hangingPunct="1">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20" name="Rectangle 17">
                <a:extLst>
                  <a:ext uri="{FF2B5EF4-FFF2-40B4-BE49-F238E27FC236}">
                    <a16:creationId xmlns:a16="http://schemas.microsoft.com/office/drawing/2014/main" id="{C849B590-2DFA-6834-BEF9-F1AA44FA679A}"/>
                  </a:ext>
                </a:extLst>
              </p:cNvPr>
              <p:cNvSpPr>
                <a:spLocks noChangeArrowheads="1"/>
              </p:cNvSpPr>
              <p:nvPr/>
            </p:nvSpPr>
            <p:spPr bwMode="auto">
              <a:xfrm>
                <a:off x="487" y="2065"/>
                <a:ext cx="1062" cy="212"/>
              </a:xfrm>
              <a:prstGeom prst="rect">
                <a:avLst/>
              </a:prstGeom>
              <a:noFill/>
              <a:ln>
                <a:noFill/>
              </a:ln>
              <a:effectLst/>
            </p:spPr>
            <p:txBody>
              <a:bodyPr wrap="none" lIns="0" tIns="0" rIns="0" bIns="0" anchor="ctr"/>
              <a:lstStyle/>
              <a:p>
                <a:pPr eaLnBrk="1" fontAlgn="auto" hangingPunct="1">
                  <a:spcBef>
                    <a:spcPts val="0"/>
                  </a:spcBef>
                  <a:spcAft>
                    <a:spcPts val="0"/>
                  </a:spcAft>
                  <a:defRPr/>
                </a:pPr>
                <a:r>
                  <a:rPr lang="zh-CN" altLang="en-US"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挖掘潜在</a:t>
                </a:r>
              </a:p>
              <a:p>
                <a:pPr eaLnBrk="1" fontAlgn="auto" hangingPunct="1">
                  <a:spcBef>
                    <a:spcPts val="0"/>
                  </a:spcBef>
                  <a:spcAft>
                    <a:spcPts val="0"/>
                  </a:spcAft>
                  <a:defRPr/>
                </a:pPr>
                <a:r>
                  <a:rPr lang="zh-CN" altLang="en-US" kern="0" dirty="0">
                    <a:solidFill>
                      <a:sysClr val="windowText" lastClr="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根本原因</a:t>
                </a:r>
              </a:p>
            </p:txBody>
          </p:sp>
        </p:grpSp>
        <p:sp>
          <p:nvSpPr>
            <p:cNvPr id="18" name="Rectangle 18">
              <a:extLst>
                <a:ext uri="{FF2B5EF4-FFF2-40B4-BE49-F238E27FC236}">
                  <a16:creationId xmlns:a16="http://schemas.microsoft.com/office/drawing/2014/main" id="{87056F42-9579-C262-551B-7DF8F43C6D15}"/>
                </a:ext>
              </a:extLst>
            </p:cNvPr>
            <p:cNvSpPr>
              <a:spLocks noChangeArrowheads="1"/>
            </p:cNvSpPr>
            <p:nvPr/>
          </p:nvSpPr>
          <p:spPr bwMode="auto">
            <a:xfrm>
              <a:off x="612" y="1713"/>
              <a:ext cx="1315" cy="189"/>
            </a:xfrm>
            <a:prstGeom prst="rect">
              <a:avLst/>
            </a:prstGeom>
            <a:noFill/>
            <a:ln>
              <a:noFill/>
            </a:ln>
            <a:effectLst/>
          </p:spPr>
          <p:txBody>
            <a:bodyPr lIns="92075" tIns="46038" rIns="92075" bIns="46038">
              <a:spAutoFit/>
            </a:bodyPr>
            <a:lstStyle/>
            <a:p>
              <a:pPr marL="177800" indent="-177800" eaLnBrk="1" fontAlgn="auto" hangingPunct="1">
                <a:spcBef>
                  <a:spcPct val="50000"/>
                </a:spcBef>
                <a:spcAft>
                  <a:spcPts val="0"/>
                </a:spcAft>
                <a:buFontTx/>
                <a:buChar char="•"/>
                <a:defRPr/>
              </a:pPr>
              <a:r>
                <a:rPr lang="zh-CN" altLang="en-US" sz="2000" kern="0" dirty="0">
                  <a:solidFill>
                    <a:srgbClr val="000000"/>
                  </a:solidFill>
                  <a:latin typeface="微软雅黑" panose="020B0503020204020204" pitchFamily="34" charset="-122"/>
                  <a:ea typeface="微软雅黑" panose="020B0503020204020204" pitchFamily="34" charset="-122"/>
                </a:rPr>
                <a:t>头脑风暴</a:t>
              </a:r>
            </a:p>
            <a:p>
              <a:pPr marL="177800" indent="-177800" eaLnBrk="1" fontAlgn="auto" hangingPunct="1">
                <a:spcBef>
                  <a:spcPct val="50000"/>
                </a:spcBef>
                <a:spcAft>
                  <a:spcPts val="0"/>
                </a:spcAft>
                <a:buFontTx/>
                <a:buChar char="•"/>
                <a:defRPr/>
              </a:pPr>
              <a:r>
                <a:rPr lang="zh-CN" altLang="en-US" sz="2000" kern="0" dirty="0">
                  <a:solidFill>
                    <a:srgbClr val="000000"/>
                  </a:solidFill>
                  <a:latin typeface="微软雅黑" panose="020B0503020204020204" pitchFamily="34" charset="-122"/>
                  <a:ea typeface="微软雅黑" panose="020B0503020204020204" pitchFamily="34" charset="-122"/>
                </a:rPr>
                <a:t>鱼骨图</a:t>
              </a:r>
              <a:endParaRPr lang="en-US" altLang="zh-CN" sz="2000" kern="0" dirty="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F9DE766D-4437-2489-9954-0E43E79E8648}"/>
              </a:ext>
            </a:extLst>
          </p:cNvPr>
          <p:cNvSpPr>
            <a:spLocks noGrp="1" noChangeArrowheads="1"/>
          </p:cNvSpPr>
          <p:nvPr>
            <p:ph type="title"/>
          </p:nvPr>
        </p:nvSpPr>
        <p:spPr/>
        <p:txBody>
          <a:bodyPr/>
          <a:lstStyle/>
          <a:p>
            <a:r>
              <a:rPr lang="zh-CN" altLang="en-US"/>
              <a:t>不要漏掉可能的原因</a:t>
            </a:r>
          </a:p>
        </p:txBody>
      </p:sp>
      <p:sp>
        <p:nvSpPr>
          <p:cNvPr id="93187" name="内容占位符 2">
            <a:extLst>
              <a:ext uri="{FF2B5EF4-FFF2-40B4-BE49-F238E27FC236}">
                <a16:creationId xmlns:a16="http://schemas.microsoft.com/office/drawing/2014/main" id="{3DC9A61D-DA49-A473-0B5B-273B0671FF2C}"/>
              </a:ext>
            </a:extLst>
          </p:cNvPr>
          <p:cNvSpPr>
            <a:spLocks noGrp="1" noChangeArrowheads="1"/>
          </p:cNvSpPr>
          <p:nvPr>
            <p:ph idx="1"/>
          </p:nvPr>
        </p:nvSpPr>
        <p:spPr/>
        <p:txBody>
          <a:bodyPr/>
          <a:lstStyle/>
          <a:p>
            <a:r>
              <a:rPr lang="zh-CN" altLang="en-US"/>
              <a:t>很多人在思考问题时常犯的错误，就是遗漏某一个可能解释现象的原因</a:t>
            </a:r>
          </a:p>
        </p:txBody>
      </p:sp>
      <p:sp>
        <p:nvSpPr>
          <p:cNvPr id="4" name="页脚占位符 3">
            <a:extLst>
              <a:ext uri="{FF2B5EF4-FFF2-40B4-BE49-F238E27FC236}">
                <a16:creationId xmlns:a16="http://schemas.microsoft.com/office/drawing/2014/main" id="{48352428-304B-5F98-4ED8-C2F562C665B5}"/>
              </a:ext>
            </a:extLst>
          </p:cNvPr>
          <p:cNvSpPr>
            <a:spLocks noGrp="1"/>
          </p:cNvSpPr>
          <p:nvPr>
            <p:ph type="ftr" sz="quarter" idx="10"/>
          </p:nvPr>
        </p:nvSpPr>
        <p:spPr/>
        <p:txBody>
          <a:bodyPr/>
          <a:lstStyle/>
          <a:p>
            <a:pPr>
              <a:defRPr/>
            </a:pPr>
            <a:r>
              <a:rPr lang="de-DE"/>
              <a:t>Leo Huang</a:t>
            </a:r>
          </a:p>
        </p:txBody>
      </p:sp>
      <p:sp>
        <p:nvSpPr>
          <p:cNvPr id="93189" name="灯片编号占位符 4">
            <a:extLst>
              <a:ext uri="{FF2B5EF4-FFF2-40B4-BE49-F238E27FC236}">
                <a16:creationId xmlns:a16="http://schemas.microsoft.com/office/drawing/2014/main" id="{8A9261BF-4913-0E34-68B9-E8F82DC5F27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49711F0-C6D6-4A3E-8B78-BFB8AEB25217}" type="slidenum">
              <a:rPr lang="de-DE" altLang="zh-CN" smtClean="0"/>
              <a:pPr/>
              <a:t>60</a:t>
            </a:fld>
            <a:endParaRPr lang="de-DE" altLang="zh-CN"/>
          </a:p>
        </p:txBody>
      </p:sp>
      <p:sp>
        <p:nvSpPr>
          <p:cNvPr id="93190" name="文本框 6">
            <a:extLst>
              <a:ext uri="{FF2B5EF4-FFF2-40B4-BE49-F238E27FC236}">
                <a16:creationId xmlns:a16="http://schemas.microsoft.com/office/drawing/2014/main" id="{578B9AAE-FECE-015A-1A5B-EF8627468AC9}"/>
              </a:ext>
            </a:extLst>
          </p:cNvPr>
          <p:cNvSpPr txBox="1">
            <a:spLocks noChangeArrowheads="1"/>
          </p:cNvSpPr>
          <p:nvPr/>
        </p:nvSpPr>
        <p:spPr bwMode="auto">
          <a:xfrm>
            <a:off x="1450975" y="2878138"/>
            <a:ext cx="8389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i="1">
                <a:latin typeface="微软雅黑" panose="020B0503020204020204" pitchFamily="34" charset="-122"/>
                <a:ea typeface="微软雅黑" panose="020B0503020204020204" pitchFamily="34" charset="-122"/>
              </a:rPr>
              <a:t>晋惠帝时期，大臣汇报饥荒，晋惠帝不解，说：“百姓无粟米充饥，何不食肉糜？”</a:t>
            </a: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a:extLst>
              <a:ext uri="{FF2B5EF4-FFF2-40B4-BE49-F238E27FC236}">
                <a16:creationId xmlns:a16="http://schemas.microsoft.com/office/drawing/2014/main" id="{9861B2F9-DBB4-DF6E-D2E4-F42E03DD5302}"/>
              </a:ext>
            </a:extLst>
          </p:cNvPr>
          <p:cNvSpPr>
            <a:spLocks noGrp="1" noChangeArrowheads="1"/>
          </p:cNvSpPr>
          <p:nvPr>
            <p:ph type="title"/>
          </p:nvPr>
        </p:nvSpPr>
        <p:spPr>
          <a:xfrm>
            <a:off x="623888" y="244475"/>
            <a:ext cx="9312275" cy="647700"/>
          </a:xfrm>
        </p:spPr>
        <p:txBody>
          <a:bodyPr/>
          <a:lstStyle/>
          <a:p>
            <a:r>
              <a:rPr lang="zh-CN" altLang="en-US"/>
              <a:t>鱼骨图 </a:t>
            </a:r>
            <a:r>
              <a:rPr lang="en-US" altLang="zh-CN"/>
              <a:t>( Fishbone Diagram )</a:t>
            </a:r>
            <a:endParaRPr lang="zh-CN" altLang="en-US"/>
          </a:p>
        </p:txBody>
      </p:sp>
      <p:sp>
        <p:nvSpPr>
          <p:cNvPr id="95235" name="页脚占位符 3">
            <a:extLst>
              <a:ext uri="{FF2B5EF4-FFF2-40B4-BE49-F238E27FC236}">
                <a16:creationId xmlns:a16="http://schemas.microsoft.com/office/drawing/2014/main" id="{910F07B4-939C-6CAC-DA38-D170BAA3C92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95236" name="灯片编号占位符 4">
            <a:extLst>
              <a:ext uri="{FF2B5EF4-FFF2-40B4-BE49-F238E27FC236}">
                <a16:creationId xmlns:a16="http://schemas.microsoft.com/office/drawing/2014/main" id="{AB80312C-5CD6-277B-2A51-F3C48EECEB1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5F97AE4-6B44-498E-8A05-1B575734EA47}" type="slidenum">
              <a:rPr lang="de-DE" altLang="zh-CN" smtClean="0"/>
              <a:pPr/>
              <a:t>61</a:t>
            </a:fld>
            <a:endParaRPr lang="de-DE" altLang="zh-CN"/>
          </a:p>
        </p:txBody>
      </p:sp>
      <p:sp>
        <p:nvSpPr>
          <p:cNvPr id="6" name="Content Placeholder 2">
            <a:extLst>
              <a:ext uri="{FF2B5EF4-FFF2-40B4-BE49-F238E27FC236}">
                <a16:creationId xmlns:a16="http://schemas.microsoft.com/office/drawing/2014/main" id="{6EB31CF8-F7E5-0015-B70F-1266AF88DDDB}"/>
              </a:ext>
            </a:extLst>
          </p:cNvPr>
          <p:cNvSpPr>
            <a:spLocks noGrp="1"/>
          </p:cNvSpPr>
          <p:nvPr>
            <p:ph idx="1"/>
          </p:nvPr>
        </p:nvSpPr>
        <p:spPr>
          <a:xfrm>
            <a:off x="874713" y="1125538"/>
            <a:ext cx="8858250" cy="4918075"/>
          </a:xfrm>
        </p:spPr>
        <p:txBody>
          <a:bodyPr/>
          <a:lstStyle/>
          <a:p>
            <a:pPr lvl="1">
              <a:spcBef>
                <a:spcPts val="200"/>
              </a:spcBef>
              <a:spcAft>
                <a:spcPts val="200"/>
              </a:spcAft>
              <a:buFont typeface="Wingdings" panose="05000000000000000000" pitchFamily="2" charset="2"/>
              <a:buChar char="Ø"/>
              <a:defRPr/>
            </a:pPr>
            <a:r>
              <a:rPr lang="zh-CN" altLang="en-US" dirty="0"/>
              <a:t>是团队工具，由项目小组和关心项目流程的人员完成</a:t>
            </a:r>
            <a:endParaRPr lang="en-US" altLang="zh-CN" dirty="0"/>
          </a:p>
          <a:p>
            <a:pPr lvl="1">
              <a:spcBef>
                <a:spcPts val="200"/>
              </a:spcBef>
              <a:spcAft>
                <a:spcPts val="200"/>
              </a:spcAft>
              <a:buFont typeface="Wingdings" panose="05000000000000000000" pitchFamily="2" charset="2"/>
              <a:buChar char="Ø"/>
              <a:defRPr/>
            </a:pPr>
            <a:r>
              <a:rPr lang="zh-CN" altLang="en-US" dirty="0"/>
              <a:t>形象地描述问题和潜在原因之间的关系</a:t>
            </a:r>
            <a:endParaRPr lang="en-US" altLang="zh-CN" dirty="0"/>
          </a:p>
          <a:p>
            <a:pPr lvl="1">
              <a:spcBef>
                <a:spcPts val="200"/>
              </a:spcBef>
              <a:spcAft>
                <a:spcPts val="200"/>
              </a:spcAft>
              <a:buFont typeface="Wingdings" panose="05000000000000000000" pitchFamily="2" charset="2"/>
              <a:buChar char="Ø"/>
              <a:defRPr/>
            </a:pPr>
            <a:r>
              <a:rPr lang="zh-CN" altLang="en-US" dirty="0"/>
              <a:t>可以结合头脑风暴产生更具平衡和全面的潜在原因 </a:t>
            </a:r>
            <a:r>
              <a:rPr lang="en-US" altLang="zh-CN" dirty="0"/>
              <a:t>( </a:t>
            </a:r>
            <a:r>
              <a:rPr lang="zh-CN" altLang="en-US" dirty="0"/>
              <a:t>人、机、料、法、环、测量 ）</a:t>
            </a:r>
            <a:endParaRPr lang="en-US" altLang="zh-CN" dirty="0"/>
          </a:p>
          <a:p>
            <a:pPr lvl="1">
              <a:spcBef>
                <a:spcPts val="200"/>
              </a:spcBef>
              <a:spcAft>
                <a:spcPts val="200"/>
              </a:spcAft>
              <a:buFont typeface="Wingdings" panose="05000000000000000000" pitchFamily="2" charset="2"/>
              <a:buChar char="Ø"/>
              <a:defRPr/>
            </a:pPr>
            <a:r>
              <a:rPr lang="zh-CN" altLang="en-US" dirty="0"/>
              <a:t>利用“</a:t>
            </a:r>
            <a:r>
              <a:rPr lang="en-US" altLang="zh-CN" dirty="0"/>
              <a:t>5 Why</a:t>
            </a:r>
            <a:r>
              <a:rPr lang="zh-CN" altLang="en-US" dirty="0"/>
              <a:t>”的方法，继续挖掘，直至找到潜在的根本原因</a:t>
            </a:r>
            <a:endParaRPr lang="en-US" altLang="zh-CN" dirty="0"/>
          </a:p>
          <a:p>
            <a:pPr lvl="3" indent="-285750">
              <a:spcBef>
                <a:spcPts val="200"/>
              </a:spcBef>
              <a:spcAft>
                <a:spcPts val="200"/>
              </a:spcAft>
              <a:buFont typeface="Arial" panose="020B0604020202020204" pitchFamily="34" charset="0"/>
              <a:buChar char="•"/>
              <a:defRPr/>
            </a:pPr>
            <a:r>
              <a:rPr lang="zh-CN" altLang="en-US" dirty="0">
                <a:solidFill>
                  <a:schemeClr val="tx1"/>
                </a:solidFill>
              </a:rPr>
              <a:t>可验证</a:t>
            </a:r>
            <a:endParaRPr lang="en-US" altLang="zh-CN" dirty="0">
              <a:solidFill>
                <a:schemeClr val="tx1"/>
              </a:solidFill>
            </a:endParaRPr>
          </a:p>
          <a:p>
            <a:pPr lvl="3" indent="-285750">
              <a:spcBef>
                <a:spcPts val="200"/>
              </a:spcBef>
              <a:spcAft>
                <a:spcPts val="200"/>
              </a:spcAft>
              <a:buFont typeface="Arial" panose="020B0604020202020204" pitchFamily="34" charset="0"/>
              <a:buChar char="•"/>
              <a:defRPr/>
            </a:pPr>
            <a:r>
              <a:rPr lang="zh-CN" altLang="en-US" dirty="0">
                <a:solidFill>
                  <a:schemeClr val="tx1"/>
                </a:solidFill>
              </a:rPr>
              <a:t>特定</a:t>
            </a:r>
            <a:endParaRPr lang="en-US" altLang="zh-CN" dirty="0">
              <a:solidFill>
                <a:schemeClr val="tx1"/>
              </a:solidFill>
            </a:endParaRPr>
          </a:p>
          <a:p>
            <a:pPr lvl="3" indent="-285750">
              <a:spcBef>
                <a:spcPts val="200"/>
              </a:spcBef>
              <a:spcAft>
                <a:spcPts val="200"/>
              </a:spcAft>
              <a:buFont typeface="Arial" panose="020B0604020202020204" pitchFamily="34" charset="0"/>
              <a:buChar char="•"/>
              <a:defRPr/>
            </a:pPr>
            <a:r>
              <a:rPr lang="zh-CN" altLang="en-US" dirty="0">
                <a:solidFill>
                  <a:schemeClr val="tx1"/>
                </a:solidFill>
              </a:rPr>
              <a:t>可采取行动</a:t>
            </a:r>
            <a:endParaRPr lang="en-US" altLang="zh-CN" dirty="0">
              <a:solidFill>
                <a:schemeClr val="tx1"/>
              </a:solidFill>
            </a:endParaRPr>
          </a:p>
          <a:p>
            <a:pPr lvl="1">
              <a:spcBef>
                <a:spcPts val="200"/>
              </a:spcBef>
              <a:spcAft>
                <a:spcPts val="200"/>
              </a:spcAft>
              <a:buFont typeface="Wingdings" panose="05000000000000000000" pitchFamily="2" charset="2"/>
              <a:buChar char="Ø"/>
              <a:defRPr/>
            </a:pPr>
            <a:r>
              <a:rPr lang="zh-CN" altLang="en-US" dirty="0"/>
              <a:t>避免以下原因作为根本原因</a:t>
            </a:r>
            <a:endParaRPr lang="en-US" altLang="zh-CN" dirty="0"/>
          </a:p>
          <a:p>
            <a:pPr lvl="3">
              <a:spcBef>
                <a:spcPts val="200"/>
              </a:spcBef>
              <a:spcAft>
                <a:spcPts val="200"/>
              </a:spcAft>
              <a:buFont typeface="Arial" panose="020B0604020202020204" pitchFamily="34" charset="0"/>
              <a:buChar char="•"/>
              <a:defRPr/>
            </a:pPr>
            <a:r>
              <a:rPr lang="zh-CN" altLang="en-US" dirty="0">
                <a:solidFill>
                  <a:schemeClr val="tx1"/>
                </a:solidFill>
              </a:rPr>
              <a:t>缺乏培训</a:t>
            </a:r>
            <a:endParaRPr lang="en-US" altLang="zh-CN" dirty="0">
              <a:solidFill>
                <a:schemeClr val="tx1"/>
              </a:solidFill>
            </a:endParaRPr>
          </a:p>
          <a:p>
            <a:pPr lvl="3">
              <a:spcBef>
                <a:spcPts val="200"/>
              </a:spcBef>
              <a:spcAft>
                <a:spcPts val="200"/>
              </a:spcAft>
              <a:buFont typeface="Arial" panose="020B0604020202020204" pitchFamily="34" charset="0"/>
              <a:buChar char="•"/>
              <a:defRPr/>
            </a:pPr>
            <a:r>
              <a:rPr lang="zh-CN" altLang="en-US" dirty="0">
                <a:solidFill>
                  <a:schemeClr val="tx1"/>
                </a:solidFill>
              </a:rPr>
              <a:t>沟通缺陷</a:t>
            </a:r>
            <a:endParaRPr lang="en-US" altLang="zh-CN" dirty="0">
              <a:solidFill>
                <a:schemeClr val="tx1"/>
              </a:solidFill>
            </a:endParaRPr>
          </a:p>
          <a:p>
            <a:pPr lvl="3">
              <a:spcBef>
                <a:spcPts val="200"/>
              </a:spcBef>
              <a:spcAft>
                <a:spcPts val="200"/>
              </a:spcAft>
              <a:buFont typeface="Arial" panose="020B0604020202020204" pitchFamily="34" charset="0"/>
              <a:buChar char="•"/>
              <a:defRPr/>
            </a:pPr>
            <a:r>
              <a:rPr lang="zh-CN" altLang="en-US" dirty="0">
                <a:solidFill>
                  <a:schemeClr val="tx1"/>
                </a:solidFill>
              </a:rPr>
              <a:t>紧急</a:t>
            </a:r>
            <a:endParaRPr lang="en-US" altLang="zh-CN" dirty="0">
              <a:solidFill>
                <a:schemeClr val="tx1"/>
              </a:solidFill>
            </a:endParaRPr>
          </a:p>
          <a:p>
            <a:pPr lvl="3">
              <a:spcBef>
                <a:spcPts val="200"/>
              </a:spcBef>
              <a:spcAft>
                <a:spcPts val="200"/>
              </a:spcAft>
              <a:buFont typeface="Arial" panose="020B0604020202020204" pitchFamily="34" charset="0"/>
              <a:buChar char="•"/>
              <a:defRPr/>
            </a:pPr>
            <a:r>
              <a:rPr lang="zh-CN" altLang="en-US" dirty="0">
                <a:solidFill>
                  <a:schemeClr val="tx1"/>
                </a:solidFill>
              </a:rPr>
              <a:t>新员工</a:t>
            </a:r>
            <a:endParaRPr lang="en-US" altLang="zh-CN" dirty="0">
              <a:solidFill>
                <a:schemeClr val="tx1"/>
              </a:solidFill>
            </a:endParaRPr>
          </a:p>
          <a:p>
            <a:pPr lvl="3">
              <a:spcBef>
                <a:spcPts val="200"/>
              </a:spcBef>
              <a:spcAft>
                <a:spcPts val="200"/>
              </a:spcAft>
              <a:buFont typeface="Arial" panose="020B0604020202020204" pitchFamily="34" charset="0"/>
              <a:buChar char="•"/>
              <a:defRPr/>
            </a:pPr>
            <a:endParaRPr lang="en-US" altLang="zh-CN" dirty="0">
              <a:solidFill>
                <a:schemeClr val="tx1"/>
              </a:solidFill>
            </a:endParaRPr>
          </a:p>
          <a:p>
            <a:pPr lvl="1">
              <a:defRPr/>
            </a:pPr>
            <a:endParaRPr lang="en-US" altLang="zh-CN" dirty="0"/>
          </a:p>
          <a:p>
            <a:pPr>
              <a:defRPr/>
            </a:pPr>
            <a:endParaRPr lang="en-US" altLang="zh-CN" dirty="0"/>
          </a:p>
          <a:p>
            <a:pPr>
              <a:defRPr/>
            </a:pPr>
            <a:endParaRPr lang="en-US" dirty="0"/>
          </a:p>
        </p:txBody>
      </p:sp>
      <p:pic>
        <p:nvPicPr>
          <p:cNvPr id="95238" name="Picture 2">
            <a:extLst>
              <a:ext uri="{FF2B5EF4-FFF2-40B4-BE49-F238E27FC236}">
                <a16:creationId xmlns:a16="http://schemas.microsoft.com/office/drawing/2014/main" id="{8EAA12FB-7293-F0B0-0C02-7DB44F778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700" y="2924175"/>
            <a:ext cx="4105275" cy="295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BE3A7DCE-2F31-26F7-CB38-D6E7FB816504}"/>
                  </a:ext>
                </a:extLst>
              </p14:cNvPr>
              <p14:cNvContentPartPr/>
              <p14:nvPr/>
            </p14:nvContentPartPr>
            <p14:xfrm>
              <a:off x="458720" y="3674030"/>
              <a:ext cx="3586680" cy="2072880"/>
            </p14:xfrm>
          </p:contentPart>
        </mc:Choice>
        <mc:Fallback xmlns="">
          <p:pic>
            <p:nvPicPr>
              <p:cNvPr id="2" name="墨迹 1">
                <a:extLst>
                  <a:ext uri="{FF2B5EF4-FFF2-40B4-BE49-F238E27FC236}">
                    <a16:creationId xmlns:a16="http://schemas.microsoft.com/office/drawing/2014/main" id="{BE3A7DCE-2F31-26F7-CB38-D6E7FB816504}"/>
                  </a:ext>
                </a:extLst>
              </p:cNvPr>
              <p:cNvPicPr/>
              <p:nvPr/>
            </p:nvPicPr>
            <p:blipFill>
              <a:blip r:embed="rId5"/>
              <a:stretch>
                <a:fillRect/>
              </a:stretch>
            </p:blipFill>
            <p:spPr>
              <a:xfrm>
                <a:off x="449720" y="3665390"/>
                <a:ext cx="3604320" cy="2090520"/>
              </a:xfrm>
              <a:prstGeom prst="rect">
                <a:avLst/>
              </a:prstGeom>
            </p:spPr>
          </p:pic>
        </mc:Fallback>
      </mc:AlternateContent>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0168D654-FD66-C57C-79A6-3A8125AB83A7}"/>
              </a:ext>
            </a:extLst>
          </p:cNvPr>
          <p:cNvSpPr>
            <a:spLocks noGrp="1" noChangeArrowheads="1"/>
          </p:cNvSpPr>
          <p:nvPr>
            <p:ph type="title"/>
          </p:nvPr>
        </p:nvSpPr>
        <p:spPr/>
        <p:txBody>
          <a:bodyPr/>
          <a:lstStyle/>
          <a:p>
            <a:r>
              <a:rPr lang="zh-CN" altLang="en-US"/>
              <a:t>案例</a:t>
            </a:r>
          </a:p>
        </p:txBody>
      </p:sp>
      <p:sp>
        <p:nvSpPr>
          <p:cNvPr id="4" name="页脚占位符 3">
            <a:extLst>
              <a:ext uri="{FF2B5EF4-FFF2-40B4-BE49-F238E27FC236}">
                <a16:creationId xmlns:a16="http://schemas.microsoft.com/office/drawing/2014/main" id="{70413192-94BA-3381-4592-3B0012886410}"/>
              </a:ext>
            </a:extLst>
          </p:cNvPr>
          <p:cNvSpPr>
            <a:spLocks noGrp="1"/>
          </p:cNvSpPr>
          <p:nvPr>
            <p:ph type="ftr" sz="quarter" idx="10"/>
          </p:nvPr>
        </p:nvSpPr>
        <p:spPr/>
        <p:txBody>
          <a:bodyPr/>
          <a:lstStyle/>
          <a:p>
            <a:pPr>
              <a:defRPr/>
            </a:pPr>
            <a:r>
              <a:rPr lang="de-DE"/>
              <a:t>Leo Huang</a:t>
            </a:r>
          </a:p>
        </p:txBody>
      </p:sp>
      <p:sp>
        <p:nvSpPr>
          <p:cNvPr id="97284" name="灯片编号占位符 4">
            <a:extLst>
              <a:ext uri="{FF2B5EF4-FFF2-40B4-BE49-F238E27FC236}">
                <a16:creationId xmlns:a16="http://schemas.microsoft.com/office/drawing/2014/main" id="{B7540FEE-6A13-4FE2-8DA9-0911737272F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ACA25EF-CF4D-42BF-B527-22F59FE10BA4}" type="slidenum">
              <a:rPr lang="de-DE" altLang="zh-CN" smtClean="0"/>
              <a:pPr/>
              <a:t>62</a:t>
            </a:fld>
            <a:endParaRPr lang="de-DE" altLang="zh-CN"/>
          </a:p>
        </p:txBody>
      </p:sp>
      <p:sp>
        <p:nvSpPr>
          <p:cNvPr id="6" name="Rectangle 3">
            <a:extLst>
              <a:ext uri="{FF2B5EF4-FFF2-40B4-BE49-F238E27FC236}">
                <a16:creationId xmlns:a16="http://schemas.microsoft.com/office/drawing/2014/main" id="{DF3E8F1D-9098-74A5-6844-CB66C5662A17}"/>
              </a:ext>
            </a:extLst>
          </p:cNvPr>
          <p:cNvSpPr txBox="1">
            <a:spLocks noChangeArrowheads="1"/>
          </p:cNvSpPr>
          <p:nvPr/>
        </p:nvSpPr>
        <p:spPr bwMode="auto">
          <a:xfrm>
            <a:off x="550863" y="1344613"/>
            <a:ext cx="11480800" cy="5143500"/>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eaLnBrk="1" hangingPunct="1">
              <a:defRPr/>
            </a:pPr>
            <a:r>
              <a:rPr lang="zh-CN" altLang="en-US" sz="2400" kern="0" dirty="0"/>
              <a:t>在烤制面包的过程中，发现烤制出来的面包太硬，请尝试利用鱼骨图挖掘造成面包硬的根本原因。</a:t>
            </a:r>
            <a:endParaRPr lang="en-US" altLang="en-US" sz="2400" kern="0" dirty="0"/>
          </a:p>
          <a:p>
            <a:pPr eaLnBrk="1" hangingPunct="1">
              <a:defRPr/>
            </a:pPr>
            <a:endParaRPr lang="en-US" altLang="en-US" b="1" kern="0" dirty="0"/>
          </a:p>
        </p:txBody>
      </p:sp>
      <p:pic>
        <p:nvPicPr>
          <p:cNvPr id="97286" name="Picture 5">
            <a:extLst>
              <a:ext uri="{FF2B5EF4-FFF2-40B4-BE49-F238E27FC236}">
                <a16:creationId xmlns:a16="http://schemas.microsoft.com/office/drawing/2014/main" id="{414AEAA5-DDE9-2FF5-713D-FC95E6F6B8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250" y="2601913"/>
            <a:ext cx="3441700" cy="309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DEC3F961-018A-068F-1064-39F433DF2239}"/>
              </a:ext>
            </a:extLst>
          </p:cNvPr>
          <p:cNvSpPr>
            <a:spLocks noGrp="1" noChangeArrowheads="1"/>
          </p:cNvSpPr>
          <p:nvPr>
            <p:ph type="title"/>
          </p:nvPr>
        </p:nvSpPr>
        <p:spPr>
          <a:xfrm>
            <a:off x="623888" y="244475"/>
            <a:ext cx="9312275" cy="647700"/>
          </a:xfrm>
        </p:spPr>
        <p:txBody>
          <a:bodyPr/>
          <a:lstStyle/>
          <a:p>
            <a:r>
              <a:rPr lang="zh-CN" altLang="en-US"/>
              <a:t>构建鱼骨图的步骤</a:t>
            </a:r>
            <a:r>
              <a:rPr lang="en-US" altLang="zh-CN"/>
              <a:t>-</a:t>
            </a:r>
            <a:r>
              <a:rPr lang="zh-CN" altLang="en-US"/>
              <a:t>案例分析</a:t>
            </a:r>
          </a:p>
        </p:txBody>
      </p:sp>
      <p:sp>
        <p:nvSpPr>
          <p:cNvPr id="98307" name="页脚占位符 3">
            <a:extLst>
              <a:ext uri="{FF2B5EF4-FFF2-40B4-BE49-F238E27FC236}">
                <a16:creationId xmlns:a16="http://schemas.microsoft.com/office/drawing/2014/main" id="{1E1310FE-4D33-6FEE-6272-A364545446E4}"/>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98308" name="灯片编号占位符 4">
            <a:extLst>
              <a:ext uri="{FF2B5EF4-FFF2-40B4-BE49-F238E27FC236}">
                <a16:creationId xmlns:a16="http://schemas.microsoft.com/office/drawing/2014/main" id="{012B4AB3-ACDC-2FE1-9DF2-FA0B2E84E7A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EA74000-1AFE-4DAE-9A24-C988FC3919E2}" type="slidenum">
              <a:rPr lang="de-DE" altLang="zh-CN" smtClean="0"/>
              <a:pPr/>
              <a:t>63</a:t>
            </a:fld>
            <a:endParaRPr lang="de-DE" altLang="zh-CN"/>
          </a:p>
        </p:txBody>
      </p:sp>
      <p:sp>
        <p:nvSpPr>
          <p:cNvPr id="6" name="Rectangle 3">
            <a:extLst>
              <a:ext uri="{FF2B5EF4-FFF2-40B4-BE49-F238E27FC236}">
                <a16:creationId xmlns:a16="http://schemas.microsoft.com/office/drawing/2014/main" id="{51DD9035-F9D8-A0F7-E274-A2752330343F}"/>
              </a:ext>
            </a:extLst>
          </p:cNvPr>
          <p:cNvSpPr txBox="1">
            <a:spLocks noChangeArrowheads="1"/>
          </p:cNvSpPr>
          <p:nvPr/>
        </p:nvSpPr>
        <p:spPr bwMode="auto">
          <a:xfrm>
            <a:off x="911225" y="1238250"/>
            <a:ext cx="7772400" cy="4608513"/>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marL="609600" indent="-609600" eaLnBrk="1" hangingPunct="1">
              <a:lnSpc>
                <a:spcPct val="90000"/>
              </a:lnSpc>
              <a:buFont typeface="Wingdings" panose="05000000000000000000" pitchFamily="2" charset="2"/>
              <a:buAutoNum type="arabicPeriod"/>
              <a:defRPr/>
            </a:pPr>
            <a:r>
              <a:rPr lang="zh-CN" altLang="en-US" sz="1800" b="1" kern="0" dirty="0"/>
              <a:t>把</a:t>
            </a:r>
            <a:r>
              <a:rPr lang="zh-CN" altLang="en-US" sz="1800" b="1" kern="0" dirty="0">
                <a:sym typeface="Arial" panose="020B0604020202020204" pitchFamily="34" charset="0"/>
              </a:rPr>
              <a:t>“</a:t>
            </a:r>
            <a:r>
              <a:rPr lang="zh-CN" altLang="en-US" sz="1800" b="1" kern="0" dirty="0"/>
              <a:t>问题</a:t>
            </a:r>
            <a:r>
              <a:rPr lang="en-US" altLang="en-US" sz="1800" b="1" kern="0" dirty="0"/>
              <a:t>(</a:t>
            </a:r>
            <a:r>
              <a:rPr lang="zh-CN" altLang="en-US" sz="1800" b="1" kern="0" dirty="0"/>
              <a:t>测量阶段发现的问题所在</a:t>
            </a:r>
            <a:r>
              <a:rPr lang="en-US" altLang="en-US" sz="1800" b="1" kern="0" dirty="0"/>
              <a:t>)</a:t>
            </a:r>
            <a:r>
              <a:rPr lang="en-US" altLang="en-US" sz="1800" b="1" kern="0" dirty="0">
                <a:sym typeface="Arial" panose="020B0604020202020204" pitchFamily="34" charset="0"/>
              </a:rPr>
              <a:t>”</a:t>
            </a:r>
            <a:r>
              <a:rPr lang="zh-CN" altLang="en-US" sz="1800" b="1" kern="0" dirty="0"/>
              <a:t>作为鱼头</a:t>
            </a:r>
            <a:endParaRPr lang="en-US" altLang="en-US" kern="0" dirty="0"/>
          </a:p>
        </p:txBody>
      </p:sp>
      <p:sp>
        <p:nvSpPr>
          <p:cNvPr id="98310" name="Text Box 4">
            <a:extLst>
              <a:ext uri="{FF2B5EF4-FFF2-40B4-BE49-F238E27FC236}">
                <a16:creationId xmlns:a16="http://schemas.microsoft.com/office/drawing/2014/main" id="{FCA0EC0B-6FC2-B71C-2E7F-13C4C9AEA5FE}"/>
              </a:ext>
            </a:extLst>
          </p:cNvPr>
          <p:cNvSpPr>
            <a:spLocks noChangeArrowheads="1"/>
          </p:cNvSpPr>
          <p:nvPr/>
        </p:nvSpPr>
        <p:spPr bwMode="auto">
          <a:xfrm>
            <a:off x="8151813" y="2644775"/>
            <a:ext cx="503237"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b="1">
                <a:sym typeface="Times New Roman" panose="02020603050405020304" pitchFamily="18" charset="0"/>
              </a:rPr>
              <a:t>面包硬</a:t>
            </a:r>
            <a:endParaRPr lang="en-US" altLang="en-US" sz="1800">
              <a:sym typeface="宋体" panose="02010600030101010101" pitchFamily="2" charset="-122"/>
            </a:endParaRPr>
          </a:p>
        </p:txBody>
      </p:sp>
      <p:sp>
        <p:nvSpPr>
          <p:cNvPr id="98311" name="Line 5">
            <a:extLst>
              <a:ext uri="{FF2B5EF4-FFF2-40B4-BE49-F238E27FC236}">
                <a16:creationId xmlns:a16="http://schemas.microsoft.com/office/drawing/2014/main" id="{5BEEEEB0-1867-8060-E85F-F9FAF9C8EE54}"/>
              </a:ext>
            </a:extLst>
          </p:cNvPr>
          <p:cNvSpPr>
            <a:spLocks noChangeShapeType="1"/>
          </p:cNvSpPr>
          <p:nvPr/>
        </p:nvSpPr>
        <p:spPr bwMode="auto">
          <a:xfrm>
            <a:off x="1814513" y="3292475"/>
            <a:ext cx="63373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2" name="Rectangle 6">
            <a:extLst>
              <a:ext uri="{FF2B5EF4-FFF2-40B4-BE49-F238E27FC236}">
                <a16:creationId xmlns:a16="http://schemas.microsoft.com/office/drawing/2014/main" id="{342A5610-C220-7A66-4BFA-C545DF30F81B}"/>
              </a:ext>
            </a:extLst>
          </p:cNvPr>
          <p:cNvSpPr>
            <a:spLocks noChangeArrowheads="1"/>
          </p:cNvSpPr>
          <p:nvPr/>
        </p:nvSpPr>
        <p:spPr bwMode="auto">
          <a:xfrm>
            <a:off x="1273175" y="4541838"/>
            <a:ext cx="68786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20000"/>
              </a:spcBef>
              <a:buClr>
                <a:schemeClr val="folHlink"/>
              </a:buClr>
              <a:buFontTx/>
              <a:buNone/>
            </a:pPr>
            <a:r>
              <a:rPr lang="zh-CN" altLang="en-US" sz="2000">
                <a:sym typeface="Tahoma" panose="020B0604030504040204" pitchFamily="34" charset="0"/>
              </a:rPr>
              <a:t>案例：</a:t>
            </a:r>
            <a:endParaRPr lang="en-US" altLang="en-US" sz="2000">
              <a:sym typeface="Tahoma" panose="020B0604030504040204" pitchFamily="34" charset="0"/>
            </a:endParaRPr>
          </a:p>
          <a:p>
            <a:pPr eaLnBrk="1" hangingPunct="1">
              <a:lnSpc>
                <a:spcPct val="100000"/>
              </a:lnSpc>
              <a:spcBef>
                <a:spcPct val="20000"/>
              </a:spcBef>
              <a:buClr>
                <a:schemeClr val="folHlink"/>
              </a:buClr>
              <a:buFontTx/>
              <a:buNone/>
            </a:pPr>
            <a:r>
              <a:rPr lang="zh-CN" altLang="en-US" sz="2000">
                <a:sym typeface="Tahoma" panose="020B0604030504040204" pitchFamily="34" charset="0"/>
              </a:rPr>
              <a:t>在烤制面包的过程中，发现烤制出来的面包太硬，我们将利用鱼骨图挖掘造成面包硬的根本原因。</a:t>
            </a:r>
            <a:endParaRPr lang="en-US" altLang="en-US" sz="1600">
              <a:sym typeface="宋体" panose="02010600030101010101" pitchFamily="2" charset="-122"/>
            </a:endParaRPr>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EE782F89-47B3-A7A8-1F62-D09B208E09C0}"/>
              </a:ext>
            </a:extLst>
          </p:cNvPr>
          <p:cNvSpPr>
            <a:spLocks noGrp="1" noChangeArrowheads="1"/>
          </p:cNvSpPr>
          <p:nvPr>
            <p:ph type="title"/>
          </p:nvPr>
        </p:nvSpPr>
        <p:spPr/>
        <p:txBody>
          <a:bodyPr/>
          <a:lstStyle/>
          <a:p>
            <a:r>
              <a:rPr lang="zh-CN" altLang="en-US"/>
              <a:t>构建鱼骨图的步骤</a:t>
            </a:r>
            <a:r>
              <a:rPr lang="en-US" altLang="zh-CN"/>
              <a:t>-</a:t>
            </a:r>
            <a:r>
              <a:rPr lang="zh-CN" altLang="en-US"/>
              <a:t>案例分析</a:t>
            </a:r>
          </a:p>
        </p:txBody>
      </p:sp>
      <p:sp>
        <p:nvSpPr>
          <p:cNvPr id="4" name="页脚占位符 3">
            <a:extLst>
              <a:ext uri="{FF2B5EF4-FFF2-40B4-BE49-F238E27FC236}">
                <a16:creationId xmlns:a16="http://schemas.microsoft.com/office/drawing/2014/main" id="{23F347B7-9D74-F044-4426-A91F5D340D73}"/>
              </a:ext>
            </a:extLst>
          </p:cNvPr>
          <p:cNvSpPr>
            <a:spLocks noGrp="1"/>
          </p:cNvSpPr>
          <p:nvPr>
            <p:ph type="ftr" sz="quarter" idx="10"/>
          </p:nvPr>
        </p:nvSpPr>
        <p:spPr/>
        <p:txBody>
          <a:bodyPr/>
          <a:lstStyle/>
          <a:p>
            <a:pPr>
              <a:defRPr/>
            </a:pPr>
            <a:r>
              <a:rPr lang="de-DE"/>
              <a:t>Leo Huang</a:t>
            </a:r>
          </a:p>
        </p:txBody>
      </p:sp>
      <p:sp>
        <p:nvSpPr>
          <p:cNvPr id="99332" name="灯片编号占位符 4">
            <a:extLst>
              <a:ext uri="{FF2B5EF4-FFF2-40B4-BE49-F238E27FC236}">
                <a16:creationId xmlns:a16="http://schemas.microsoft.com/office/drawing/2014/main" id="{BA178CC0-6146-4045-567B-DF996AB464C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93BED3B-3CAF-45EF-99F6-8D3DABAD8D91}" type="slidenum">
              <a:rPr lang="de-DE" altLang="zh-CN" smtClean="0"/>
              <a:pPr/>
              <a:t>64</a:t>
            </a:fld>
            <a:endParaRPr lang="de-DE" altLang="zh-CN"/>
          </a:p>
        </p:txBody>
      </p:sp>
      <p:sp>
        <p:nvSpPr>
          <p:cNvPr id="6" name="Rectangle 3">
            <a:extLst>
              <a:ext uri="{FF2B5EF4-FFF2-40B4-BE49-F238E27FC236}">
                <a16:creationId xmlns:a16="http://schemas.microsoft.com/office/drawing/2014/main" id="{DCA964F6-6F85-F474-D0BD-C15AAC182A3F}"/>
              </a:ext>
            </a:extLst>
          </p:cNvPr>
          <p:cNvSpPr txBox="1">
            <a:spLocks noChangeArrowheads="1"/>
          </p:cNvSpPr>
          <p:nvPr/>
        </p:nvSpPr>
        <p:spPr bwMode="auto">
          <a:xfrm>
            <a:off x="573088" y="1014413"/>
            <a:ext cx="3494087" cy="5438775"/>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marL="609600" indent="-609600" eaLnBrk="1" hangingPunct="1">
              <a:lnSpc>
                <a:spcPct val="120000"/>
              </a:lnSpc>
              <a:defRPr/>
            </a:pPr>
            <a:r>
              <a:rPr lang="en-US" altLang="en-US" sz="1800" b="1" kern="0" dirty="0"/>
              <a:t>2.	</a:t>
            </a:r>
            <a:r>
              <a:rPr lang="zh-CN" altLang="en-US" sz="1800" b="1" kern="0" dirty="0"/>
              <a:t>选择主分支</a:t>
            </a:r>
            <a:endParaRPr lang="en-US" altLang="en-US" sz="1800" b="1" kern="0" dirty="0"/>
          </a:p>
          <a:p>
            <a:pPr marL="990600" lvl="1" indent="-533400" eaLnBrk="1" hangingPunct="1">
              <a:lnSpc>
                <a:spcPct val="120000"/>
              </a:lnSpc>
              <a:buFont typeface="Wingdings" panose="05000000000000000000" pitchFamily="2" charset="2"/>
              <a:buAutoNum type="alphaUcPeriod"/>
              <a:defRPr/>
            </a:pPr>
            <a:r>
              <a:rPr lang="zh-CN" altLang="en-US" b="1" kern="0" dirty="0"/>
              <a:t>使用主要的流程步骤</a:t>
            </a:r>
            <a:endParaRPr lang="en-US" altLang="en-US" b="1" kern="0" dirty="0"/>
          </a:p>
          <a:p>
            <a:pPr marL="990600" lvl="1" indent="-533400" eaLnBrk="1" hangingPunct="1">
              <a:lnSpc>
                <a:spcPct val="120000"/>
              </a:lnSpc>
              <a:buFont typeface="Wingdings" panose="05000000000000000000" pitchFamily="2" charset="2"/>
              <a:buAutoNum type="alphaUcPeriod"/>
              <a:defRPr/>
            </a:pPr>
            <a:r>
              <a:rPr lang="zh-CN" altLang="en-US" b="1" kern="0" dirty="0"/>
              <a:t>传统上的主分支</a:t>
            </a:r>
            <a:endParaRPr lang="en-US" altLang="en-US" b="1" kern="0" dirty="0"/>
          </a:p>
          <a:p>
            <a:pPr marL="1371600" lvl="2" indent="-457200" eaLnBrk="1" hangingPunct="1">
              <a:lnSpc>
                <a:spcPct val="120000"/>
              </a:lnSpc>
              <a:buFont typeface="Wingdings" panose="05000000000000000000" pitchFamily="2" charset="2"/>
              <a:buAutoNum type="alphaLcPeriod"/>
              <a:defRPr/>
            </a:pPr>
            <a:r>
              <a:rPr lang="zh-CN" altLang="en-US" b="1" kern="0" dirty="0"/>
              <a:t>人员</a:t>
            </a:r>
            <a:r>
              <a:rPr lang="en-US" altLang="en-US" b="1" kern="0" dirty="0"/>
              <a:t>/Manpower</a:t>
            </a:r>
          </a:p>
          <a:p>
            <a:pPr marL="1371600" lvl="2" indent="-457200" eaLnBrk="1" hangingPunct="1">
              <a:lnSpc>
                <a:spcPct val="120000"/>
              </a:lnSpc>
              <a:buFont typeface="Wingdings" panose="05000000000000000000" pitchFamily="2" charset="2"/>
              <a:buAutoNum type="alphaLcPeriod"/>
              <a:defRPr/>
            </a:pPr>
            <a:r>
              <a:rPr lang="zh-CN" altLang="en-US" b="1" kern="0" dirty="0"/>
              <a:t>机器</a:t>
            </a:r>
            <a:r>
              <a:rPr lang="en-US" altLang="en-US" b="1" kern="0" dirty="0"/>
              <a:t>/Machine</a:t>
            </a:r>
          </a:p>
          <a:p>
            <a:pPr marL="1371600" lvl="2" indent="-457200" eaLnBrk="1" hangingPunct="1">
              <a:lnSpc>
                <a:spcPct val="120000"/>
              </a:lnSpc>
              <a:buFont typeface="Wingdings" panose="05000000000000000000" pitchFamily="2" charset="2"/>
              <a:buAutoNum type="alphaLcPeriod"/>
              <a:defRPr/>
            </a:pPr>
            <a:r>
              <a:rPr lang="zh-CN" altLang="en-US" b="1" kern="0" dirty="0"/>
              <a:t>方法</a:t>
            </a:r>
            <a:r>
              <a:rPr lang="en-US" altLang="en-US" b="1" kern="0" dirty="0"/>
              <a:t>/Method</a:t>
            </a:r>
          </a:p>
          <a:p>
            <a:pPr marL="1371600" lvl="2" indent="-457200" eaLnBrk="1" hangingPunct="1">
              <a:lnSpc>
                <a:spcPct val="120000"/>
              </a:lnSpc>
              <a:buFont typeface="Wingdings" panose="05000000000000000000" pitchFamily="2" charset="2"/>
              <a:buAutoNum type="alphaLcPeriod"/>
              <a:defRPr/>
            </a:pPr>
            <a:r>
              <a:rPr lang="zh-CN" altLang="en-US" b="1" kern="0" dirty="0"/>
              <a:t>物料</a:t>
            </a:r>
            <a:r>
              <a:rPr lang="en-US" altLang="en-US" b="1" kern="0" dirty="0"/>
              <a:t>/Materials</a:t>
            </a:r>
          </a:p>
          <a:p>
            <a:pPr marL="1371600" lvl="2" indent="-457200" eaLnBrk="1" hangingPunct="1">
              <a:lnSpc>
                <a:spcPct val="120000"/>
              </a:lnSpc>
              <a:buFont typeface="Wingdings" panose="05000000000000000000" pitchFamily="2" charset="2"/>
              <a:buAutoNum type="alphaLcPeriod"/>
              <a:defRPr/>
            </a:pPr>
            <a:r>
              <a:rPr lang="zh-CN" altLang="en-US" b="1" kern="0" dirty="0"/>
              <a:t>环境</a:t>
            </a:r>
            <a:r>
              <a:rPr lang="en-US" altLang="en-US" b="1" kern="0" dirty="0"/>
              <a:t>/Environment</a:t>
            </a:r>
          </a:p>
          <a:p>
            <a:pPr marL="1371600" lvl="2" indent="-457200" eaLnBrk="1" hangingPunct="1">
              <a:lnSpc>
                <a:spcPct val="120000"/>
              </a:lnSpc>
              <a:buFont typeface="Wingdings" panose="05000000000000000000" pitchFamily="2" charset="2"/>
              <a:buAutoNum type="alphaLcPeriod"/>
              <a:defRPr/>
            </a:pPr>
            <a:r>
              <a:rPr lang="zh-CN" altLang="en-US" b="1" kern="0" dirty="0"/>
              <a:t>测量</a:t>
            </a:r>
            <a:r>
              <a:rPr lang="en-US" altLang="en-US" b="1" kern="0" dirty="0"/>
              <a:t>/Measurement</a:t>
            </a:r>
            <a:endParaRPr lang="en-US" altLang="en-US" kern="0" dirty="0"/>
          </a:p>
        </p:txBody>
      </p:sp>
      <p:sp>
        <p:nvSpPr>
          <p:cNvPr id="99334" name="Text Box 4">
            <a:extLst>
              <a:ext uri="{FF2B5EF4-FFF2-40B4-BE49-F238E27FC236}">
                <a16:creationId xmlns:a16="http://schemas.microsoft.com/office/drawing/2014/main" id="{8ABBD634-9FE0-D214-DC1C-FFE8C7A12F47}"/>
              </a:ext>
            </a:extLst>
          </p:cNvPr>
          <p:cNvSpPr>
            <a:spLocks noChangeArrowheads="1"/>
          </p:cNvSpPr>
          <p:nvPr/>
        </p:nvSpPr>
        <p:spPr bwMode="auto">
          <a:xfrm>
            <a:off x="8388350" y="3068638"/>
            <a:ext cx="503238"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b="1">
                <a:latin typeface="Microsoft YaHei Light" panose="020B0502040204020203" pitchFamily="34" charset="-122"/>
                <a:ea typeface="Microsoft YaHei Light" panose="020B0502040204020203" pitchFamily="34" charset="-122"/>
                <a:sym typeface="Times New Roman" panose="02020603050405020304" pitchFamily="18" charset="0"/>
              </a:rPr>
              <a:t>面包硬</a:t>
            </a:r>
            <a:endParaRPr lang="en-US" altLang="en-US" sz="1800">
              <a:latin typeface="Microsoft YaHei Light" panose="020B0502040204020203" pitchFamily="34" charset="-122"/>
              <a:ea typeface="Microsoft YaHei Light" panose="020B0502040204020203" pitchFamily="34" charset="-122"/>
              <a:sym typeface="宋体" panose="02010600030101010101" pitchFamily="2" charset="-122"/>
            </a:endParaRPr>
          </a:p>
        </p:txBody>
      </p:sp>
      <p:sp>
        <p:nvSpPr>
          <p:cNvPr id="99335" name="Line 5">
            <a:extLst>
              <a:ext uri="{FF2B5EF4-FFF2-40B4-BE49-F238E27FC236}">
                <a16:creationId xmlns:a16="http://schemas.microsoft.com/office/drawing/2014/main" id="{4DF03F9A-3172-45D1-F79D-DEDDC9917FA8}"/>
              </a:ext>
            </a:extLst>
          </p:cNvPr>
          <p:cNvSpPr>
            <a:spLocks noChangeShapeType="1"/>
          </p:cNvSpPr>
          <p:nvPr/>
        </p:nvSpPr>
        <p:spPr bwMode="auto">
          <a:xfrm>
            <a:off x="4284663" y="3716338"/>
            <a:ext cx="4103687"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6" name="Line 6">
            <a:extLst>
              <a:ext uri="{FF2B5EF4-FFF2-40B4-BE49-F238E27FC236}">
                <a16:creationId xmlns:a16="http://schemas.microsoft.com/office/drawing/2014/main" id="{A230641D-4D57-883D-9E7C-7AD3F2220127}"/>
              </a:ext>
            </a:extLst>
          </p:cNvPr>
          <p:cNvSpPr>
            <a:spLocks noChangeShapeType="1"/>
          </p:cNvSpPr>
          <p:nvPr/>
        </p:nvSpPr>
        <p:spPr bwMode="auto">
          <a:xfrm>
            <a:off x="7019925" y="2205038"/>
            <a:ext cx="1008063" cy="151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7" name="Rectangle 7">
            <a:extLst>
              <a:ext uri="{FF2B5EF4-FFF2-40B4-BE49-F238E27FC236}">
                <a16:creationId xmlns:a16="http://schemas.microsoft.com/office/drawing/2014/main" id="{4E655B8D-0EC3-6530-3A61-C571E69CAF97}"/>
              </a:ext>
            </a:extLst>
          </p:cNvPr>
          <p:cNvSpPr>
            <a:spLocks noChangeArrowheads="1"/>
          </p:cNvSpPr>
          <p:nvPr/>
        </p:nvSpPr>
        <p:spPr bwMode="auto">
          <a:xfrm>
            <a:off x="6659563" y="1916113"/>
            <a:ext cx="792162"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latin typeface="Microsoft YaHei Light" panose="020B0502040204020203" pitchFamily="34" charset="-122"/>
                <a:ea typeface="Microsoft YaHei Light" panose="020B0502040204020203" pitchFamily="34" charset="-122"/>
                <a:sym typeface="Tahoma" panose="020B0604030504040204" pitchFamily="34" charset="0"/>
              </a:rPr>
              <a:t>和面</a:t>
            </a:r>
            <a:endParaRPr lang="en-US" altLang="en-US" sz="1800">
              <a:latin typeface="Microsoft YaHei Light" panose="020B0502040204020203" pitchFamily="34" charset="-122"/>
              <a:ea typeface="Microsoft YaHei Light" panose="020B0502040204020203" pitchFamily="34" charset="-122"/>
              <a:sym typeface="宋体" panose="02010600030101010101" pitchFamily="2" charset="-122"/>
            </a:endParaRPr>
          </a:p>
        </p:txBody>
      </p:sp>
      <p:sp>
        <p:nvSpPr>
          <p:cNvPr id="99338" name="Line 8">
            <a:extLst>
              <a:ext uri="{FF2B5EF4-FFF2-40B4-BE49-F238E27FC236}">
                <a16:creationId xmlns:a16="http://schemas.microsoft.com/office/drawing/2014/main" id="{6414E24B-127A-B1BA-ED1B-72B61D15A3A5}"/>
              </a:ext>
            </a:extLst>
          </p:cNvPr>
          <p:cNvSpPr>
            <a:spLocks noChangeShapeType="1"/>
          </p:cNvSpPr>
          <p:nvPr/>
        </p:nvSpPr>
        <p:spPr bwMode="auto">
          <a:xfrm>
            <a:off x="4643438" y="2205038"/>
            <a:ext cx="1008062" cy="151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9" name="Rectangle 9">
            <a:extLst>
              <a:ext uri="{FF2B5EF4-FFF2-40B4-BE49-F238E27FC236}">
                <a16:creationId xmlns:a16="http://schemas.microsoft.com/office/drawing/2014/main" id="{89C6A40B-83C6-A8B9-1885-8BB09BB9B91F}"/>
              </a:ext>
            </a:extLst>
          </p:cNvPr>
          <p:cNvSpPr>
            <a:spLocks noChangeArrowheads="1"/>
          </p:cNvSpPr>
          <p:nvPr/>
        </p:nvSpPr>
        <p:spPr bwMode="auto">
          <a:xfrm>
            <a:off x="4283075" y="1916113"/>
            <a:ext cx="792163"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latin typeface="Microsoft YaHei Light" panose="020B0502040204020203" pitchFamily="34" charset="-122"/>
                <a:ea typeface="Microsoft YaHei Light" panose="020B0502040204020203" pitchFamily="34" charset="-122"/>
                <a:sym typeface="Tahoma" panose="020B0604030504040204" pitchFamily="34" charset="0"/>
              </a:rPr>
              <a:t>成型</a:t>
            </a:r>
            <a:endParaRPr lang="en-US" altLang="en-US" sz="1800">
              <a:latin typeface="Microsoft YaHei Light" panose="020B0502040204020203" pitchFamily="34" charset="-122"/>
              <a:ea typeface="Microsoft YaHei Light" panose="020B0502040204020203" pitchFamily="34" charset="-122"/>
              <a:sym typeface="宋体" panose="02010600030101010101" pitchFamily="2" charset="-122"/>
            </a:endParaRPr>
          </a:p>
        </p:txBody>
      </p:sp>
      <p:sp>
        <p:nvSpPr>
          <p:cNvPr id="99340" name="Line 10">
            <a:extLst>
              <a:ext uri="{FF2B5EF4-FFF2-40B4-BE49-F238E27FC236}">
                <a16:creationId xmlns:a16="http://schemas.microsoft.com/office/drawing/2014/main" id="{0E8F76EB-F527-0DD5-F9F3-F3A649D10413}"/>
              </a:ext>
            </a:extLst>
          </p:cNvPr>
          <p:cNvSpPr>
            <a:spLocks noChangeShapeType="1"/>
          </p:cNvSpPr>
          <p:nvPr/>
        </p:nvSpPr>
        <p:spPr bwMode="auto">
          <a:xfrm flipV="1">
            <a:off x="5724525" y="3716338"/>
            <a:ext cx="1008063" cy="19446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1" name="Rectangle 11">
            <a:extLst>
              <a:ext uri="{FF2B5EF4-FFF2-40B4-BE49-F238E27FC236}">
                <a16:creationId xmlns:a16="http://schemas.microsoft.com/office/drawing/2014/main" id="{FA018079-A5C5-B263-D9C3-656749EFE499}"/>
              </a:ext>
            </a:extLst>
          </p:cNvPr>
          <p:cNvSpPr>
            <a:spLocks noChangeArrowheads="1"/>
          </p:cNvSpPr>
          <p:nvPr/>
        </p:nvSpPr>
        <p:spPr bwMode="auto">
          <a:xfrm>
            <a:off x="5292725" y="5661025"/>
            <a:ext cx="792163"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latin typeface="Microsoft YaHei Light" panose="020B0502040204020203" pitchFamily="34" charset="-122"/>
                <a:ea typeface="Microsoft YaHei Light" panose="020B0502040204020203" pitchFamily="34" charset="-122"/>
                <a:sym typeface="Tahoma" panose="020B0604030504040204" pitchFamily="34" charset="0"/>
              </a:rPr>
              <a:t>烤焙</a:t>
            </a:r>
            <a:endParaRPr lang="en-US" altLang="en-US" sz="1800">
              <a:latin typeface="Microsoft YaHei Light" panose="020B0502040204020203" pitchFamily="34" charset="-122"/>
              <a:ea typeface="Microsoft YaHei Light" panose="020B0502040204020203" pitchFamily="34" charset="-122"/>
              <a:sym typeface="宋体" panose="02010600030101010101" pitchFamily="2" charset="-122"/>
            </a:endParaRP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8BAEC7D1-5D0F-80CA-1B58-62734610F795}"/>
              </a:ext>
            </a:extLst>
          </p:cNvPr>
          <p:cNvSpPr>
            <a:spLocks noGrp="1" noChangeArrowheads="1"/>
          </p:cNvSpPr>
          <p:nvPr>
            <p:ph type="title"/>
          </p:nvPr>
        </p:nvSpPr>
        <p:spPr/>
        <p:txBody>
          <a:bodyPr/>
          <a:lstStyle/>
          <a:p>
            <a:r>
              <a:rPr lang="zh-CN" altLang="en-US"/>
              <a:t>构建鱼骨图的步骤</a:t>
            </a:r>
            <a:r>
              <a:rPr lang="en-US" altLang="zh-CN"/>
              <a:t>-</a:t>
            </a:r>
            <a:r>
              <a:rPr lang="zh-CN" altLang="en-US"/>
              <a:t>案例分析</a:t>
            </a:r>
          </a:p>
        </p:txBody>
      </p:sp>
      <p:sp>
        <p:nvSpPr>
          <p:cNvPr id="4" name="页脚占位符 3">
            <a:extLst>
              <a:ext uri="{FF2B5EF4-FFF2-40B4-BE49-F238E27FC236}">
                <a16:creationId xmlns:a16="http://schemas.microsoft.com/office/drawing/2014/main" id="{E11D4CD1-85F9-FDD5-B12C-CE6EF98BDA6A}"/>
              </a:ext>
            </a:extLst>
          </p:cNvPr>
          <p:cNvSpPr>
            <a:spLocks noGrp="1"/>
          </p:cNvSpPr>
          <p:nvPr>
            <p:ph type="ftr" sz="quarter" idx="10"/>
          </p:nvPr>
        </p:nvSpPr>
        <p:spPr/>
        <p:txBody>
          <a:bodyPr/>
          <a:lstStyle/>
          <a:p>
            <a:pPr>
              <a:defRPr/>
            </a:pPr>
            <a:r>
              <a:rPr lang="de-DE"/>
              <a:t>Leo Huang</a:t>
            </a:r>
          </a:p>
        </p:txBody>
      </p:sp>
      <p:sp>
        <p:nvSpPr>
          <p:cNvPr id="100356" name="灯片编号占位符 4">
            <a:extLst>
              <a:ext uri="{FF2B5EF4-FFF2-40B4-BE49-F238E27FC236}">
                <a16:creationId xmlns:a16="http://schemas.microsoft.com/office/drawing/2014/main" id="{819FA21E-F47A-AE59-B65A-CFE0BA53F0D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05D9EF6-2B17-4A8F-AF58-787DA73C62B2}" type="slidenum">
              <a:rPr lang="de-DE" altLang="zh-CN" smtClean="0"/>
              <a:pPr/>
              <a:t>65</a:t>
            </a:fld>
            <a:endParaRPr lang="de-DE" altLang="zh-CN"/>
          </a:p>
        </p:txBody>
      </p:sp>
      <p:sp>
        <p:nvSpPr>
          <p:cNvPr id="6" name="Rectangle 3">
            <a:extLst>
              <a:ext uri="{FF2B5EF4-FFF2-40B4-BE49-F238E27FC236}">
                <a16:creationId xmlns:a16="http://schemas.microsoft.com/office/drawing/2014/main" id="{EF23F78A-1A3F-5046-1379-7F51E6A90E57}"/>
              </a:ext>
            </a:extLst>
          </p:cNvPr>
          <p:cNvSpPr txBox="1">
            <a:spLocks noChangeArrowheads="1"/>
          </p:cNvSpPr>
          <p:nvPr/>
        </p:nvSpPr>
        <p:spPr bwMode="auto">
          <a:xfrm>
            <a:off x="911225" y="1071563"/>
            <a:ext cx="8748713" cy="4608512"/>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marL="609600" indent="-609600" eaLnBrk="1" hangingPunct="1">
              <a:lnSpc>
                <a:spcPct val="90000"/>
              </a:lnSpc>
              <a:buFont typeface="Wingdings" panose="05000000000000000000" pitchFamily="2" charset="2"/>
              <a:buAutoNum type="arabicPeriod" startAt="3"/>
              <a:defRPr/>
            </a:pPr>
            <a:r>
              <a:rPr lang="zh-CN" altLang="en-US" sz="1800" b="1" kern="0" dirty="0"/>
              <a:t>找出主要原因</a:t>
            </a:r>
            <a:endParaRPr lang="en-US" altLang="en-US" sz="1800" b="1" kern="0" dirty="0"/>
          </a:p>
          <a:p>
            <a:pPr marL="990600" lvl="1" indent="-533400" eaLnBrk="1" hangingPunct="1">
              <a:lnSpc>
                <a:spcPct val="90000"/>
              </a:lnSpc>
              <a:defRPr/>
            </a:pPr>
            <a:r>
              <a:rPr lang="zh-CN" altLang="en-US" sz="1600" b="1" kern="0" dirty="0"/>
              <a:t>对于每一主分支，利用头脑风暴法寻找造成问题的可能原因；</a:t>
            </a:r>
            <a:endParaRPr lang="en-US" altLang="en-US" sz="1600" b="1" kern="0" dirty="0"/>
          </a:p>
          <a:p>
            <a:pPr marL="990600" lvl="1" indent="-533400" eaLnBrk="1" hangingPunct="1">
              <a:lnSpc>
                <a:spcPct val="90000"/>
              </a:lnSpc>
              <a:defRPr/>
            </a:pPr>
            <a:r>
              <a:rPr lang="zh-CN" altLang="en-US" sz="1600" b="1" kern="0" dirty="0"/>
              <a:t>在如果在六西格玛项目中，结合细节流程图（</a:t>
            </a:r>
            <a:r>
              <a:rPr lang="en-US" altLang="zh-CN" sz="1600" b="1" kern="0" dirty="0"/>
              <a:t>IPO</a:t>
            </a:r>
            <a:r>
              <a:rPr lang="zh-CN" altLang="en-US" sz="1600" b="1" kern="0" dirty="0"/>
              <a:t>、乌龟图）一起挖掘潜在根本原因。</a:t>
            </a:r>
            <a:endParaRPr lang="en-US" altLang="en-US" kern="0" dirty="0"/>
          </a:p>
        </p:txBody>
      </p:sp>
      <p:sp>
        <p:nvSpPr>
          <p:cNvPr id="100358" name="Text Box 4">
            <a:extLst>
              <a:ext uri="{FF2B5EF4-FFF2-40B4-BE49-F238E27FC236}">
                <a16:creationId xmlns:a16="http://schemas.microsoft.com/office/drawing/2014/main" id="{4010ECCD-635C-783B-860F-5DE7DDD9CCCB}"/>
              </a:ext>
            </a:extLst>
          </p:cNvPr>
          <p:cNvSpPr>
            <a:spLocks noChangeArrowheads="1"/>
          </p:cNvSpPr>
          <p:nvPr/>
        </p:nvSpPr>
        <p:spPr bwMode="auto">
          <a:xfrm>
            <a:off x="7215188" y="3413125"/>
            <a:ext cx="503237"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b="1">
                <a:sym typeface="Times New Roman" panose="02020603050405020304" pitchFamily="18" charset="0"/>
              </a:rPr>
              <a:t>面包硬</a:t>
            </a:r>
            <a:endParaRPr lang="en-US" altLang="en-US" sz="1800">
              <a:sym typeface="宋体" panose="02010600030101010101" pitchFamily="2" charset="-122"/>
            </a:endParaRPr>
          </a:p>
        </p:txBody>
      </p:sp>
      <p:sp>
        <p:nvSpPr>
          <p:cNvPr id="100359" name="Line 5">
            <a:extLst>
              <a:ext uri="{FF2B5EF4-FFF2-40B4-BE49-F238E27FC236}">
                <a16:creationId xmlns:a16="http://schemas.microsoft.com/office/drawing/2014/main" id="{72E3694A-298C-F130-B679-90D3D89FF690}"/>
              </a:ext>
            </a:extLst>
          </p:cNvPr>
          <p:cNvSpPr>
            <a:spLocks noChangeShapeType="1"/>
          </p:cNvSpPr>
          <p:nvPr/>
        </p:nvSpPr>
        <p:spPr bwMode="auto">
          <a:xfrm>
            <a:off x="3111500" y="4060825"/>
            <a:ext cx="41036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0" name="Line 6">
            <a:extLst>
              <a:ext uri="{FF2B5EF4-FFF2-40B4-BE49-F238E27FC236}">
                <a16:creationId xmlns:a16="http://schemas.microsoft.com/office/drawing/2014/main" id="{703555FD-806C-8712-2D21-E9982BEB0680}"/>
              </a:ext>
            </a:extLst>
          </p:cNvPr>
          <p:cNvSpPr>
            <a:spLocks noChangeShapeType="1"/>
          </p:cNvSpPr>
          <p:nvPr/>
        </p:nvSpPr>
        <p:spPr bwMode="auto">
          <a:xfrm>
            <a:off x="5846763" y="2549525"/>
            <a:ext cx="1008062" cy="151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1" name="Rectangle 7">
            <a:extLst>
              <a:ext uri="{FF2B5EF4-FFF2-40B4-BE49-F238E27FC236}">
                <a16:creationId xmlns:a16="http://schemas.microsoft.com/office/drawing/2014/main" id="{44D922EE-F441-750D-B251-5E4632F76944}"/>
              </a:ext>
            </a:extLst>
          </p:cNvPr>
          <p:cNvSpPr>
            <a:spLocks noChangeArrowheads="1"/>
          </p:cNvSpPr>
          <p:nvPr/>
        </p:nvSpPr>
        <p:spPr bwMode="auto">
          <a:xfrm>
            <a:off x="5486400" y="2260600"/>
            <a:ext cx="792163"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烤焙</a:t>
            </a:r>
            <a:endParaRPr lang="en-US" altLang="en-US" sz="1800">
              <a:sym typeface="宋体" panose="02010600030101010101" pitchFamily="2" charset="-122"/>
            </a:endParaRPr>
          </a:p>
        </p:txBody>
      </p:sp>
      <p:sp>
        <p:nvSpPr>
          <p:cNvPr id="100362" name="Line 8">
            <a:extLst>
              <a:ext uri="{FF2B5EF4-FFF2-40B4-BE49-F238E27FC236}">
                <a16:creationId xmlns:a16="http://schemas.microsoft.com/office/drawing/2014/main" id="{CBBBD5A2-6BB4-CFC2-3DB4-41B32F82BF40}"/>
              </a:ext>
            </a:extLst>
          </p:cNvPr>
          <p:cNvSpPr>
            <a:spLocks noChangeShapeType="1"/>
          </p:cNvSpPr>
          <p:nvPr/>
        </p:nvSpPr>
        <p:spPr bwMode="auto">
          <a:xfrm>
            <a:off x="3470275" y="2549525"/>
            <a:ext cx="1008063" cy="151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3" name="Rectangle 9">
            <a:extLst>
              <a:ext uri="{FF2B5EF4-FFF2-40B4-BE49-F238E27FC236}">
                <a16:creationId xmlns:a16="http://schemas.microsoft.com/office/drawing/2014/main" id="{0A4C4021-FC8E-4E37-4A42-29A20EC363D6}"/>
              </a:ext>
            </a:extLst>
          </p:cNvPr>
          <p:cNvSpPr>
            <a:spLocks noChangeArrowheads="1"/>
          </p:cNvSpPr>
          <p:nvPr/>
        </p:nvSpPr>
        <p:spPr bwMode="auto">
          <a:xfrm>
            <a:off x="3109913" y="2260600"/>
            <a:ext cx="792162"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成型</a:t>
            </a:r>
            <a:endParaRPr lang="en-US" altLang="en-US" sz="1800">
              <a:sym typeface="宋体" panose="02010600030101010101" pitchFamily="2" charset="-122"/>
            </a:endParaRPr>
          </a:p>
        </p:txBody>
      </p:sp>
      <p:sp>
        <p:nvSpPr>
          <p:cNvPr id="100364" name="Line 10">
            <a:extLst>
              <a:ext uri="{FF2B5EF4-FFF2-40B4-BE49-F238E27FC236}">
                <a16:creationId xmlns:a16="http://schemas.microsoft.com/office/drawing/2014/main" id="{93755B9E-C017-E361-4689-DF4F7D0AAE19}"/>
              </a:ext>
            </a:extLst>
          </p:cNvPr>
          <p:cNvSpPr>
            <a:spLocks noChangeShapeType="1"/>
          </p:cNvSpPr>
          <p:nvPr/>
        </p:nvSpPr>
        <p:spPr bwMode="auto">
          <a:xfrm flipV="1">
            <a:off x="5341938" y="4060825"/>
            <a:ext cx="1008062" cy="19446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5" name="Rectangle 11">
            <a:extLst>
              <a:ext uri="{FF2B5EF4-FFF2-40B4-BE49-F238E27FC236}">
                <a16:creationId xmlns:a16="http://schemas.microsoft.com/office/drawing/2014/main" id="{A54E43BC-836D-6026-1F9E-A9E549769DA2}"/>
              </a:ext>
            </a:extLst>
          </p:cNvPr>
          <p:cNvSpPr>
            <a:spLocks noChangeArrowheads="1"/>
          </p:cNvSpPr>
          <p:nvPr/>
        </p:nvSpPr>
        <p:spPr bwMode="auto">
          <a:xfrm>
            <a:off x="4910138" y="6005513"/>
            <a:ext cx="792162"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和面</a:t>
            </a:r>
            <a:endParaRPr lang="en-US" altLang="en-US" sz="1800">
              <a:sym typeface="宋体" panose="02010600030101010101" pitchFamily="2" charset="-122"/>
            </a:endParaRPr>
          </a:p>
        </p:txBody>
      </p:sp>
      <p:sp>
        <p:nvSpPr>
          <p:cNvPr id="100366" name="Text Box 29">
            <a:extLst>
              <a:ext uri="{FF2B5EF4-FFF2-40B4-BE49-F238E27FC236}">
                <a16:creationId xmlns:a16="http://schemas.microsoft.com/office/drawing/2014/main" id="{C94BB1EA-B091-865C-745E-712182E0E0EA}"/>
              </a:ext>
            </a:extLst>
          </p:cNvPr>
          <p:cNvSpPr>
            <a:spLocks noChangeArrowheads="1"/>
          </p:cNvSpPr>
          <p:nvPr/>
        </p:nvSpPr>
        <p:spPr bwMode="auto">
          <a:xfrm>
            <a:off x="3181350" y="4927600"/>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生面团太硬</a:t>
            </a:r>
            <a:endParaRPr lang="en-US" altLang="en-US" sz="1800">
              <a:sym typeface="宋体" panose="02010600030101010101" pitchFamily="2" charset="-122"/>
            </a:endParaRPr>
          </a:p>
        </p:txBody>
      </p:sp>
      <p:sp>
        <p:nvSpPr>
          <p:cNvPr id="100367" name="Line 30">
            <a:extLst>
              <a:ext uri="{FF2B5EF4-FFF2-40B4-BE49-F238E27FC236}">
                <a16:creationId xmlns:a16="http://schemas.microsoft.com/office/drawing/2014/main" id="{4541786F-F40B-4382-11BA-8C97E89F5E7F}"/>
              </a:ext>
            </a:extLst>
          </p:cNvPr>
          <p:cNvSpPr>
            <a:spLocks noChangeShapeType="1"/>
          </p:cNvSpPr>
          <p:nvPr/>
        </p:nvSpPr>
        <p:spPr bwMode="auto">
          <a:xfrm>
            <a:off x="4333875" y="5070475"/>
            <a:ext cx="14398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8" name="Oval 31">
            <a:extLst>
              <a:ext uri="{FF2B5EF4-FFF2-40B4-BE49-F238E27FC236}">
                <a16:creationId xmlns:a16="http://schemas.microsoft.com/office/drawing/2014/main" id="{DCF11FA9-CD07-1817-FCCF-4777B30F20A3}"/>
              </a:ext>
            </a:extLst>
          </p:cNvPr>
          <p:cNvSpPr>
            <a:spLocks noChangeArrowheads="1"/>
          </p:cNvSpPr>
          <p:nvPr/>
        </p:nvSpPr>
        <p:spPr bwMode="auto">
          <a:xfrm>
            <a:off x="3036888" y="4854575"/>
            <a:ext cx="1296987" cy="4318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0"/>
              </a:spcBef>
              <a:buClrTx/>
              <a:buFontTx/>
              <a:buNone/>
            </a:pPr>
            <a:endParaRPr lang="zh-CN" altLang="en-US" sz="1800">
              <a:sym typeface="宋体" panose="02010600030101010101" pitchFamily="2" charset="-122"/>
            </a:endParaRPr>
          </a:p>
        </p:txBody>
      </p:sp>
      <p:sp>
        <p:nvSpPr>
          <p:cNvPr id="100369" name="Text Box 41">
            <a:extLst>
              <a:ext uri="{FF2B5EF4-FFF2-40B4-BE49-F238E27FC236}">
                <a16:creationId xmlns:a16="http://schemas.microsoft.com/office/drawing/2014/main" id="{C67D9E21-8368-EB2C-7EAE-FE5498E9D631}"/>
              </a:ext>
            </a:extLst>
          </p:cNvPr>
          <p:cNvSpPr>
            <a:spLocks noChangeArrowheads="1"/>
          </p:cNvSpPr>
          <p:nvPr/>
        </p:nvSpPr>
        <p:spPr bwMode="auto">
          <a:xfrm>
            <a:off x="1887538" y="2982913"/>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dirty="0">
                <a:sym typeface="Tahoma" panose="020B0604030504040204" pitchFamily="34" charset="0"/>
              </a:rPr>
              <a:t>生面包太硬</a:t>
            </a:r>
            <a:endParaRPr lang="en-US" altLang="en-US" sz="1800" dirty="0">
              <a:sym typeface="宋体" panose="02010600030101010101" pitchFamily="2" charset="-122"/>
            </a:endParaRPr>
          </a:p>
        </p:txBody>
      </p:sp>
      <p:sp>
        <p:nvSpPr>
          <p:cNvPr id="100370" name="Line 42">
            <a:extLst>
              <a:ext uri="{FF2B5EF4-FFF2-40B4-BE49-F238E27FC236}">
                <a16:creationId xmlns:a16="http://schemas.microsoft.com/office/drawing/2014/main" id="{1A365B65-4ADE-968D-AC85-1607D66FB9B7}"/>
              </a:ext>
            </a:extLst>
          </p:cNvPr>
          <p:cNvSpPr>
            <a:spLocks noChangeShapeType="1"/>
          </p:cNvSpPr>
          <p:nvPr/>
        </p:nvSpPr>
        <p:spPr bwMode="auto">
          <a:xfrm flipV="1">
            <a:off x="3038475" y="3125788"/>
            <a:ext cx="792163"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1" name="Oval 43">
            <a:extLst>
              <a:ext uri="{FF2B5EF4-FFF2-40B4-BE49-F238E27FC236}">
                <a16:creationId xmlns:a16="http://schemas.microsoft.com/office/drawing/2014/main" id="{739FF20A-19B0-2AE7-EE83-BD052ED5B3A3}"/>
              </a:ext>
            </a:extLst>
          </p:cNvPr>
          <p:cNvSpPr>
            <a:spLocks noChangeArrowheads="1"/>
          </p:cNvSpPr>
          <p:nvPr/>
        </p:nvSpPr>
        <p:spPr bwMode="auto">
          <a:xfrm>
            <a:off x="1741488" y="2909888"/>
            <a:ext cx="1296987" cy="4318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0"/>
              </a:spcBef>
              <a:buClrTx/>
              <a:buFontTx/>
              <a:buNone/>
            </a:pPr>
            <a:endParaRPr lang="zh-CN" altLang="en-US" sz="1800">
              <a:sym typeface="宋体" panose="02010600030101010101" pitchFamily="2" charset="-122"/>
            </a:endParaRPr>
          </a:p>
        </p:txBody>
      </p:sp>
      <p:sp>
        <p:nvSpPr>
          <p:cNvPr id="100372" name="Text Box 44">
            <a:extLst>
              <a:ext uri="{FF2B5EF4-FFF2-40B4-BE49-F238E27FC236}">
                <a16:creationId xmlns:a16="http://schemas.microsoft.com/office/drawing/2014/main" id="{56D42779-52A4-D3CA-A6F6-363B5F3B55D7}"/>
              </a:ext>
            </a:extLst>
          </p:cNvPr>
          <p:cNvSpPr>
            <a:spLocks noChangeArrowheads="1"/>
          </p:cNvSpPr>
          <p:nvPr/>
        </p:nvSpPr>
        <p:spPr bwMode="auto">
          <a:xfrm>
            <a:off x="4694238" y="2767013"/>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烤焙时间</a:t>
            </a:r>
            <a:endParaRPr lang="en-US" altLang="en-US" sz="1800">
              <a:sym typeface="宋体" panose="02010600030101010101" pitchFamily="2" charset="-122"/>
            </a:endParaRPr>
          </a:p>
        </p:txBody>
      </p:sp>
      <p:sp>
        <p:nvSpPr>
          <p:cNvPr id="100373" name="Line 45">
            <a:extLst>
              <a:ext uri="{FF2B5EF4-FFF2-40B4-BE49-F238E27FC236}">
                <a16:creationId xmlns:a16="http://schemas.microsoft.com/office/drawing/2014/main" id="{0D33553A-8CAB-E90D-C284-85DE1A5D7D8B}"/>
              </a:ext>
            </a:extLst>
          </p:cNvPr>
          <p:cNvSpPr>
            <a:spLocks noChangeShapeType="1"/>
          </p:cNvSpPr>
          <p:nvPr/>
        </p:nvSpPr>
        <p:spPr bwMode="auto">
          <a:xfrm flipV="1">
            <a:off x="5630863" y="2909888"/>
            <a:ext cx="431800"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4" name="Text Box 46">
            <a:extLst>
              <a:ext uri="{FF2B5EF4-FFF2-40B4-BE49-F238E27FC236}">
                <a16:creationId xmlns:a16="http://schemas.microsoft.com/office/drawing/2014/main" id="{A7134C06-BA45-0282-C1DF-024376F32639}"/>
              </a:ext>
            </a:extLst>
          </p:cNvPr>
          <p:cNvSpPr>
            <a:spLocks noChangeArrowheads="1"/>
          </p:cNvSpPr>
          <p:nvPr/>
        </p:nvSpPr>
        <p:spPr bwMode="auto">
          <a:xfrm>
            <a:off x="4981575" y="3127375"/>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烤焙温度</a:t>
            </a:r>
            <a:endParaRPr lang="en-US" altLang="en-US" sz="1800">
              <a:sym typeface="宋体" panose="02010600030101010101" pitchFamily="2" charset="-122"/>
            </a:endParaRPr>
          </a:p>
        </p:txBody>
      </p:sp>
      <p:sp>
        <p:nvSpPr>
          <p:cNvPr id="100375" name="Line 47">
            <a:extLst>
              <a:ext uri="{FF2B5EF4-FFF2-40B4-BE49-F238E27FC236}">
                <a16:creationId xmlns:a16="http://schemas.microsoft.com/office/drawing/2014/main" id="{B518224C-3615-5CA0-09B4-6734BB1EDF51}"/>
              </a:ext>
            </a:extLst>
          </p:cNvPr>
          <p:cNvSpPr>
            <a:spLocks noChangeShapeType="1"/>
          </p:cNvSpPr>
          <p:nvPr/>
        </p:nvSpPr>
        <p:spPr bwMode="auto">
          <a:xfrm flipV="1">
            <a:off x="5919788" y="3270250"/>
            <a:ext cx="4318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6" name="Text Box 48">
            <a:extLst>
              <a:ext uri="{FF2B5EF4-FFF2-40B4-BE49-F238E27FC236}">
                <a16:creationId xmlns:a16="http://schemas.microsoft.com/office/drawing/2014/main" id="{1A25322E-EC56-7432-F827-29AE34B029CD}"/>
              </a:ext>
            </a:extLst>
          </p:cNvPr>
          <p:cNvSpPr>
            <a:spLocks noChangeArrowheads="1"/>
          </p:cNvSpPr>
          <p:nvPr/>
        </p:nvSpPr>
        <p:spPr bwMode="auto">
          <a:xfrm>
            <a:off x="5202238" y="3559175"/>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烤箱湿度</a:t>
            </a:r>
            <a:endParaRPr lang="en-US" altLang="en-US" sz="1800">
              <a:sym typeface="宋体" panose="02010600030101010101" pitchFamily="2" charset="-122"/>
            </a:endParaRPr>
          </a:p>
        </p:txBody>
      </p:sp>
      <p:sp>
        <p:nvSpPr>
          <p:cNvPr id="100377" name="Line 49">
            <a:extLst>
              <a:ext uri="{FF2B5EF4-FFF2-40B4-BE49-F238E27FC236}">
                <a16:creationId xmlns:a16="http://schemas.microsoft.com/office/drawing/2014/main" id="{EB84BED6-8C0E-93A8-B727-0CA5FECC4499}"/>
              </a:ext>
            </a:extLst>
          </p:cNvPr>
          <p:cNvSpPr>
            <a:spLocks noChangeShapeType="1"/>
          </p:cNvSpPr>
          <p:nvPr/>
        </p:nvSpPr>
        <p:spPr bwMode="auto">
          <a:xfrm flipV="1">
            <a:off x="6137275" y="3702050"/>
            <a:ext cx="4318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3039E4B3-EEFA-B4B4-715A-92A7262B5B40}"/>
              </a:ext>
            </a:extLst>
          </p:cNvPr>
          <p:cNvSpPr>
            <a:spLocks noGrp="1" noChangeArrowheads="1"/>
          </p:cNvSpPr>
          <p:nvPr>
            <p:ph type="title"/>
          </p:nvPr>
        </p:nvSpPr>
        <p:spPr/>
        <p:txBody>
          <a:bodyPr/>
          <a:lstStyle/>
          <a:p>
            <a:r>
              <a:rPr lang="zh-CN" altLang="en-US"/>
              <a:t>构建鱼骨图的步骤</a:t>
            </a:r>
            <a:r>
              <a:rPr lang="en-US" altLang="zh-CN"/>
              <a:t>-</a:t>
            </a:r>
            <a:r>
              <a:rPr lang="zh-CN" altLang="en-US"/>
              <a:t>案例分析</a:t>
            </a:r>
          </a:p>
        </p:txBody>
      </p:sp>
      <p:sp>
        <p:nvSpPr>
          <p:cNvPr id="4" name="页脚占位符 3">
            <a:extLst>
              <a:ext uri="{FF2B5EF4-FFF2-40B4-BE49-F238E27FC236}">
                <a16:creationId xmlns:a16="http://schemas.microsoft.com/office/drawing/2014/main" id="{FF7C33E1-C6FA-B695-9072-797ACE014973}"/>
              </a:ext>
            </a:extLst>
          </p:cNvPr>
          <p:cNvSpPr>
            <a:spLocks noGrp="1"/>
          </p:cNvSpPr>
          <p:nvPr>
            <p:ph type="ftr" sz="quarter" idx="10"/>
          </p:nvPr>
        </p:nvSpPr>
        <p:spPr/>
        <p:txBody>
          <a:bodyPr/>
          <a:lstStyle/>
          <a:p>
            <a:pPr>
              <a:defRPr/>
            </a:pPr>
            <a:r>
              <a:rPr lang="de-DE"/>
              <a:t>Leo Huang</a:t>
            </a:r>
          </a:p>
        </p:txBody>
      </p:sp>
      <p:sp>
        <p:nvSpPr>
          <p:cNvPr id="101380" name="灯片编号占位符 4">
            <a:extLst>
              <a:ext uri="{FF2B5EF4-FFF2-40B4-BE49-F238E27FC236}">
                <a16:creationId xmlns:a16="http://schemas.microsoft.com/office/drawing/2014/main" id="{3B0F6127-5A8A-8D3C-3D09-7C654ED1C65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87B3496-942E-4FE5-A2F0-3A2C47212388}" type="slidenum">
              <a:rPr lang="de-DE" altLang="zh-CN" smtClean="0"/>
              <a:pPr/>
              <a:t>66</a:t>
            </a:fld>
            <a:endParaRPr lang="de-DE" altLang="zh-CN"/>
          </a:p>
        </p:txBody>
      </p:sp>
      <p:sp>
        <p:nvSpPr>
          <p:cNvPr id="6" name="Rectangle 3">
            <a:extLst>
              <a:ext uri="{FF2B5EF4-FFF2-40B4-BE49-F238E27FC236}">
                <a16:creationId xmlns:a16="http://schemas.microsoft.com/office/drawing/2014/main" id="{C44B3052-096C-DE42-6ED3-84FFAA63B779}"/>
              </a:ext>
            </a:extLst>
          </p:cNvPr>
          <p:cNvSpPr txBox="1">
            <a:spLocks noChangeArrowheads="1"/>
          </p:cNvSpPr>
          <p:nvPr/>
        </p:nvSpPr>
        <p:spPr bwMode="auto">
          <a:xfrm>
            <a:off x="860425" y="1319213"/>
            <a:ext cx="8175625" cy="5294312"/>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marL="609600" indent="-609600" eaLnBrk="1" hangingPunct="1">
              <a:buFont typeface="Wingdings" panose="05000000000000000000" pitchFamily="2" charset="2"/>
              <a:buAutoNum type="arabicPeriod" startAt="4"/>
              <a:defRPr/>
            </a:pPr>
            <a:r>
              <a:rPr lang="zh-CN" altLang="en-US" sz="1800" b="1" kern="0" dirty="0"/>
              <a:t>继续挖掘鱼骨图分支直到得到</a:t>
            </a:r>
            <a:r>
              <a:rPr lang="zh-CN" altLang="en-US" sz="1800" b="1" kern="0" dirty="0">
                <a:solidFill>
                  <a:srgbClr val="0000FF"/>
                </a:solidFill>
              </a:rPr>
              <a:t>可验证的，特定的，可对之采取行动的根本原因</a:t>
            </a:r>
            <a:r>
              <a:rPr lang="zh-CN" altLang="en-US" sz="1800" b="1" kern="0" dirty="0"/>
              <a:t>为止，同时用圆圈把它圈起来</a:t>
            </a:r>
            <a:r>
              <a:rPr lang="en-US" altLang="en-US" sz="1800" b="1" kern="0" dirty="0"/>
              <a:t>.</a:t>
            </a:r>
            <a:br>
              <a:rPr lang="en-US" altLang="en-US" sz="1800" b="1" kern="0" dirty="0"/>
            </a:br>
            <a:r>
              <a:rPr lang="zh-CN" altLang="en-US" sz="1800" b="1" kern="0" dirty="0"/>
              <a:t>避免如下这些非特定的原因</a:t>
            </a:r>
            <a:r>
              <a:rPr lang="en-US" altLang="en-US" sz="1800" b="1" kern="0" dirty="0"/>
              <a:t>:</a:t>
            </a:r>
          </a:p>
          <a:p>
            <a:pPr marL="457200" lvl="1" indent="0" eaLnBrk="1" hangingPunct="1">
              <a:buFont typeface="Wingdings" panose="05000000000000000000" pitchFamily="2" charset="2"/>
              <a:buNone/>
              <a:defRPr/>
            </a:pPr>
            <a:r>
              <a:rPr lang="zh-CN" altLang="en-US" kern="0" dirty="0"/>
              <a:t>  缺乏培训</a:t>
            </a:r>
            <a:endParaRPr lang="en-US" altLang="en-US" kern="0" dirty="0"/>
          </a:p>
          <a:p>
            <a:pPr marL="457200" lvl="1" indent="0" eaLnBrk="1" hangingPunct="1">
              <a:buFont typeface="Wingdings" panose="05000000000000000000" pitchFamily="2" charset="2"/>
              <a:buNone/>
              <a:defRPr/>
            </a:pPr>
            <a:r>
              <a:rPr lang="zh-CN" altLang="en-US" kern="0" dirty="0"/>
              <a:t>  沟通缺陷</a:t>
            </a:r>
            <a:endParaRPr lang="en-US" altLang="en-US" kern="0" dirty="0"/>
          </a:p>
          <a:p>
            <a:pPr marL="457200" lvl="1" indent="0" eaLnBrk="1" hangingPunct="1">
              <a:buFont typeface="Wingdings" panose="05000000000000000000" pitchFamily="2" charset="2"/>
              <a:buNone/>
              <a:defRPr/>
            </a:pPr>
            <a:r>
              <a:rPr lang="zh-CN" altLang="en-US" kern="0" dirty="0"/>
              <a:t>  新员工</a:t>
            </a:r>
            <a:endParaRPr lang="en-US" altLang="zh-CN" kern="0" dirty="0"/>
          </a:p>
          <a:p>
            <a:pPr marL="457200" lvl="1" indent="0" eaLnBrk="1" hangingPunct="1">
              <a:buFont typeface="Wingdings" panose="05000000000000000000" pitchFamily="2" charset="2"/>
              <a:buNone/>
              <a:defRPr/>
            </a:pPr>
            <a:r>
              <a:rPr lang="zh-CN" altLang="en-US" kern="0" dirty="0"/>
              <a:t>  紧急</a:t>
            </a:r>
            <a:endParaRPr lang="en-US" altLang="en-US" kern="0" dirty="0"/>
          </a:p>
          <a:p>
            <a:pPr marL="609600" indent="-609600" eaLnBrk="1" hangingPunct="1">
              <a:buFont typeface="Wingdings" panose="05000000000000000000" pitchFamily="2" charset="2"/>
              <a:buAutoNum type="arabicPeriod" startAt="4"/>
              <a:defRPr/>
            </a:pPr>
            <a:endParaRPr lang="en-US" altLang="en-US" sz="1800" b="1" kern="0" dirty="0"/>
          </a:p>
        </p:txBody>
      </p:sp>
      <p:sp>
        <p:nvSpPr>
          <p:cNvPr id="101382" name="Text Box 4">
            <a:extLst>
              <a:ext uri="{FF2B5EF4-FFF2-40B4-BE49-F238E27FC236}">
                <a16:creationId xmlns:a16="http://schemas.microsoft.com/office/drawing/2014/main" id="{F254C8A1-35B7-992E-5380-BFC252468351}"/>
              </a:ext>
            </a:extLst>
          </p:cNvPr>
          <p:cNvSpPr>
            <a:spLocks noChangeArrowheads="1"/>
          </p:cNvSpPr>
          <p:nvPr/>
        </p:nvSpPr>
        <p:spPr bwMode="auto">
          <a:xfrm>
            <a:off x="9756775" y="3717925"/>
            <a:ext cx="503238"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b="1">
                <a:sym typeface="Times New Roman" panose="02020603050405020304" pitchFamily="18" charset="0"/>
              </a:rPr>
              <a:t>面包硬</a:t>
            </a:r>
            <a:endParaRPr lang="en-US" altLang="en-US" sz="1800">
              <a:sym typeface="宋体" panose="02010600030101010101" pitchFamily="2" charset="-122"/>
            </a:endParaRPr>
          </a:p>
        </p:txBody>
      </p:sp>
      <p:sp>
        <p:nvSpPr>
          <p:cNvPr id="101383" name="Line 5">
            <a:extLst>
              <a:ext uri="{FF2B5EF4-FFF2-40B4-BE49-F238E27FC236}">
                <a16:creationId xmlns:a16="http://schemas.microsoft.com/office/drawing/2014/main" id="{D649494B-C76C-26E6-B58A-B22B9C84EA43}"/>
              </a:ext>
            </a:extLst>
          </p:cNvPr>
          <p:cNvSpPr>
            <a:spLocks noChangeShapeType="1"/>
          </p:cNvSpPr>
          <p:nvPr/>
        </p:nvSpPr>
        <p:spPr bwMode="auto">
          <a:xfrm>
            <a:off x="5653088" y="4365625"/>
            <a:ext cx="4103687"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84" name="Line 6">
            <a:extLst>
              <a:ext uri="{FF2B5EF4-FFF2-40B4-BE49-F238E27FC236}">
                <a16:creationId xmlns:a16="http://schemas.microsoft.com/office/drawing/2014/main" id="{3B04AECF-D916-0BD7-1317-8E7B34DC3CD6}"/>
              </a:ext>
            </a:extLst>
          </p:cNvPr>
          <p:cNvSpPr>
            <a:spLocks noChangeShapeType="1"/>
          </p:cNvSpPr>
          <p:nvPr/>
        </p:nvSpPr>
        <p:spPr bwMode="auto">
          <a:xfrm>
            <a:off x="8388350" y="2854325"/>
            <a:ext cx="1008063" cy="151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85" name="Rectangle 7">
            <a:extLst>
              <a:ext uri="{FF2B5EF4-FFF2-40B4-BE49-F238E27FC236}">
                <a16:creationId xmlns:a16="http://schemas.microsoft.com/office/drawing/2014/main" id="{E99DFD10-1DDF-B50C-5D26-B99460865E61}"/>
              </a:ext>
            </a:extLst>
          </p:cNvPr>
          <p:cNvSpPr>
            <a:spLocks noChangeArrowheads="1"/>
          </p:cNvSpPr>
          <p:nvPr/>
        </p:nvSpPr>
        <p:spPr bwMode="auto">
          <a:xfrm>
            <a:off x="8027988" y="2565400"/>
            <a:ext cx="792162"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烤焙</a:t>
            </a:r>
            <a:endParaRPr lang="en-US" altLang="en-US" sz="1800">
              <a:sym typeface="宋体" panose="02010600030101010101" pitchFamily="2" charset="-122"/>
            </a:endParaRPr>
          </a:p>
        </p:txBody>
      </p:sp>
      <p:sp>
        <p:nvSpPr>
          <p:cNvPr id="101386" name="Line 8">
            <a:extLst>
              <a:ext uri="{FF2B5EF4-FFF2-40B4-BE49-F238E27FC236}">
                <a16:creationId xmlns:a16="http://schemas.microsoft.com/office/drawing/2014/main" id="{66918585-E833-23DD-62CB-CC483E0B3E80}"/>
              </a:ext>
            </a:extLst>
          </p:cNvPr>
          <p:cNvSpPr>
            <a:spLocks noChangeShapeType="1"/>
          </p:cNvSpPr>
          <p:nvPr/>
        </p:nvSpPr>
        <p:spPr bwMode="auto">
          <a:xfrm>
            <a:off x="6011863" y="2854325"/>
            <a:ext cx="1008062" cy="151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87" name="Rectangle 9">
            <a:extLst>
              <a:ext uri="{FF2B5EF4-FFF2-40B4-BE49-F238E27FC236}">
                <a16:creationId xmlns:a16="http://schemas.microsoft.com/office/drawing/2014/main" id="{FD843562-A84C-7D0E-BFCF-69D19CFCA263}"/>
              </a:ext>
            </a:extLst>
          </p:cNvPr>
          <p:cNvSpPr>
            <a:spLocks noChangeArrowheads="1"/>
          </p:cNvSpPr>
          <p:nvPr/>
        </p:nvSpPr>
        <p:spPr bwMode="auto">
          <a:xfrm>
            <a:off x="5651500" y="2565400"/>
            <a:ext cx="792163"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成型</a:t>
            </a:r>
            <a:endParaRPr lang="en-US" altLang="en-US" sz="1800">
              <a:sym typeface="宋体" panose="02010600030101010101" pitchFamily="2" charset="-122"/>
            </a:endParaRPr>
          </a:p>
        </p:txBody>
      </p:sp>
      <p:sp>
        <p:nvSpPr>
          <p:cNvPr id="101388" name="Line 10">
            <a:extLst>
              <a:ext uri="{FF2B5EF4-FFF2-40B4-BE49-F238E27FC236}">
                <a16:creationId xmlns:a16="http://schemas.microsoft.com/office/drawing/2014/main" id="{5A2B739D-0C75-170C-764F-D1C885822DB3}"/>
              </a:ext>
            </a:extLst>
          </p:cNvPr>
          <p:cNvSpPr>
            <a:spLocks noChangeShapeType="1"/>
          </p:cNvSpPr>
          <p:nvPr/>
        </p:nvSpPr>
        <p:spPr bwMode="auto">
          <a:xfrm flipV="1">
            <a:off x="8243888" y="4365625"/>
            <a:ext cx="647700" cy="1298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89" name="Rectangle 11">
            <a:extLst>
              <a:ext uri="{FF2B5EF4-FFF2-40B4-BE49-F238E27FC236}">
                <a16:creationId xmlns:a16="http://schemas.microsoft.com/office/drawing/2014/main" id="{32C336C6-46EC-A1F1-2B9E-835A6A50F442}"/>
              </a:ext>
            </a:extLst>
          </p:cNvPr>
          <p:cNvSpPr>
            <a:spLocks noChangeArrowheads="1"/>
          </p:cNvSpPr>
          <p:nvPr/>
        </p:nvSpPr>
        <p:spPr bwMode="auto">
          <a:xfrm>
            <a:off x="7812088" y="5664200"/>
            <a:ext cx="792162" cy="288925"/>
          </a:xfrm>
          <a:prstGeom prst="rect">
            <a:avLst/>
          </a:prstGeom>
          <a:solidFill>
            <a:srgbClr val="FFFFFF"/>
          </a:solidFill>
          <a:ln w="9525">
            <a:solidFill>
              <a:schemeClr val="tx1"/>
            </a:solidFill>
            <a:miter lim="800000"/>
            <a:headEnd/>
            <a:tailEnd/>
          </a:ln>
        </p:spPr>
        <p:txBody>
          <a:bodyPr wrap="none" anchor="ct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和面</a:t>
            </a:r>
            <a:endParaRPr lang="en-US" altLang="en-US" sz="1800">
              <a:sym typeface="宋体" panose="02010600030101010101" pitchFamily="2" charset="-122"/>
            </a:endParaRPr>
          </a:p>
        </p:txBody>
      </p:sp>
      <p:sp>
        <p:nvSpPr>
          <p:cNvPr id="101390" name="Text Box 12">
            <a:extLst>
              <a:ext uri="{FF2B5EF4-FFF2-40B4-BE49-F238E27FC236}">
                <a16:creationId xmlns:a16="http://schemas.microsoft.com/office/drawing/2014/main" id="{13A3A3AF-DD47-4F60-32C9-C56DAF48F5A1}"/>
              </a:ext>
            </a:extLst>
          </p:cNvPr>
          <p:cNvSpPr>
            <a:spLocks noChangeArrowheads="1"/>
          </p:cNvSpPr>
          <p:nvPr/>
        </p:nvSpPr>
        <p:spPr bwMode="auto">
          <a:xfrm>
            <a:off x="5722938" y="5232400"/>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生面团太硬</a:t>
            </a:r>
            <a:endParaRPr lang="en-US" altLang="en-US" sz="1800">
              <a:sym typeface="宋体" panose="02010600030101010101" pitchFamily="2" charset="-122"/>
            </a:endParaRPr>
          </a:p>
        </p:txBody>
      </p:sp>
      <p:sp>
        <p:nvSpPr>
          <p:cNvPr id="101391" name="Line 13">
            <a:extLst>
              <a:ext uri="{FF2B5EF4-FFF2-40B4-BE49-F238E27FC236}">
                <a16:creationId xmlns:a16="http://schemas.microsoft.com/office/drawing/2014/main" id="{6CA9B6BE-081A-FD07-123A-18E9E3946044}"/>
              </a:ext>
            </a:extLst>
          </p:cNvPr>
          <p:cNvSpPr>
            <a:spLocks noChangeShapeType="1"/>
          </p:cNvSpPr>
          <p:nvPr/>
        </p:nvSpPr>
        <p:spPr bwMode="auto">
          <a:xfrm>
            <a:off x="6875463" y="5375275"/>
            <a:ext cx="1439862"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2" name="Text Box 14">
            <a:extLst>
              <a:ext uri="{FF2B5EF4-FFF2-40B4-BE49-F238E27FC236}">
                <a16:creationId xmlns:a16="http://schemas.microsoft.com/office/drawing/2014/main" id="{651DBEE6-0FF7-E2F4-0EE8-0E20BF3363F3}"/>
              </a:ext>
            </a:extLst>
          </p:cNvPr>
          <p:cNvSpPr>
            <a:spLocks noChangeArrowheads="1"/>
          </p:cNvSpPr>
          <p:nvPr/>
        </p:nvSpPr>
        <p:spPr bwMode="auto">
          <a:xfrm>
            <a:off x="6156325" y="4511675"/>
            <a:ext cx="1250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糖的种类不对</a:t>
            </a:r>
            <a:endParaRPr lang="en-US" altLang="en-US" sz="1800">
              <a:sym typeface="宋体" panose="02010600030101010101" pitchFamily="2" charset="-122"/>
            </a:endParaRPr>
          </a:p>
        </p:txBody>
      </p:sp>
      <p:sp>
        <p:nvSpPr>
          <p:cNvPr id="101393" name="Line 15">
            <a:extLst>
              <a:ext uri="{FF2B5EF4-FFF2-40B4-BE49-F238E27FC236}">
                <a16:creationId xmlns:a16="http://schemas.microsoft.com/office/drawing/2014/main" id="{CFB7F0EA-3606-3871-0446-551DD9F54DC4}"/>
              </a:ext>
            </a:extLst>
          </p:cNvPr>
          <p:cNvSpPr>
            <a:spLocks noChangeShapeType="1"/>
          </p:cNvSpPr>
          <p:nvPr/>
        </p:nvSpPr>
        <p:spPr bwMode="auto">
          <a:xfrm>
            <a:off x="6804025" y="4799013"/>
            <a:ext cx="287338"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4" name="Text Box 16">
            <a:extLst>
              <a:ext uri="{FF2B5EF4-FFF2-40B4-BE49-F238E27FC236}">
                <a16:creationId xmlns:a16="http://schemas.microsoft.com/office/drawing/2014/main" id="{80686B60-BA81-A15C-546E-4CB02F730948}"/>
              </a:ext>
            </a:extLst>
          </p:cNvPr>
          <p:cNvSpPr>
            <a:spLocks noChangeArrowheads="1"/>
          </p:cNvSpPr>
          <p:nvPr/>
        </p:nvSpPr>
        <p:spPr bwMode="auto">
          <a:xfrm>
            <a:off x="7380288" y="4511675"/>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水量不足</a:t>
            </a:r>
            <a:endParaRPr lang="en-US" altLang="en-US" sz="1800">
              <a:sym typeface="宋体" panose="02010600030101010101" pitchFamily="2" charset="-122"/>
            </a:endParaRPr>
          </a:p>
        </p:txBody>
      </p:sp>
      <p:sp>
        <p:nvSpPr>
          <p:cNvPr id="101395" name="Line 17">
            <a:extLst>
              <a:ext uri="{FF2B5EF4-FFF2-40B4-BE49-F238E27FC236}">
                <a16:creationId xmlns:a16="http://schemas.microsoft.com/office/drawing/2014/main" id="{215E09A8-9862-032E-D604-8E85F2EC1360}"/>
              </a:ext>
            </a:extLst>
          </p:cNvPr>
          <p:cNvSpPr>
            <a:spLocks noChangeShapeType="1"/>
          </p:cNvSpPr>
          <p:nvPr/>
        </p:nvSpPr>
        <p:spPr bwMode="auto">
          <a:xfrm flipH="1">
            <a:off x="7596188" y="4799013"/>
            <a:ext cx="144462"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6" name="Text Box 18">
            <a:extLst>
              <a:ext uri="{FF2B5EF4-FFF2-40B4-BE49-F238E27FC236}">
                <a16:creationId xmlns:a16="http://schemas.microsoft.com/office/drawing/2014/main" id="{6261F896-C5D1-CB06-6C1D-2AE3A63AA648}"/>
              </a:ext>
            </a:extLst>
          </p:cNvPr>
          <p:cNvSpPr>
            <a:spLocks noChangeArrowheads="1"/>
          </p:cNvSpPr>
          <p:nvPr/>
        </p:nvSpPr>
        <p:spPr bwMode="auto">
          <a:xfrm>
            <a:off x="5940425" y="5664200"/>
            <a:ext cx="717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水温低</a:t>
            </a:r>
            <a:endParaRPr lang="en-US" altLang="en-US" sz="1800">
              <a:sym typeface="宋体" panose="02010600030101010101" pitchFamily="2" charset="-122"/>
            </a:endParaRPr>
          </a:p>
        </p:txBody>
      </p:sp>
      <p:sp>
        <p:nvSpPr>
          <p:cNvPr id="101397" name="Text Box 19">
            <a:extLst>
              <a:ext uri="{FF2B5EF4-FFF2-40B4-BE49-F238E27FC236}">
                <a16:creationId xmlns:a16="http://schemas.microsoft.com/office/drawing/2014/main" id="{3A7A6017-3172-E66E-1101-303095C9DCE1}"/>
              </a:ext>
            </a:extLst>
          </p:cNvPr>
          <p:cNvSpPr>
            <a:spLocks noChangeArrowheads="1"/>
          </p:cNvSpPr>
          <p:nvPr/>
        </p:nvSpPr>
        <p:spPr bwMode="auto">
          <a:xfrm>
            <a:off x="6732588" y="5591175"/>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和面时间短</a:t>
            </a:r>
            <a:endParaRPr lang="en-US" altLang="en-US" sz="1800">
              <a:sym typeface="宋体" panose="02010600030101010101" pitchFamily="2" charset="-122"/>
            </a:endParaRPr>
          </a:p>
        </p:txBody>
      </p:sp>
      <p:sp>
        <p:nvSpPr>
          <p:cNvPr id="101398" name="Line 20">
            <a:extLst>
              <a:ext uri="{FF2B5EF4-FFF2-40B4-BE49-F238E27FC236}">
                <a16:creationId xmlns:a16="http://schemas.microsoft.com/office/drawing/2014/main" id="{3E43AADB-2D69-1F23-492D-24D461C0AC83}"/>
              </a:ext>
            </a:extLst>
          </p:cNvPr>
          <p:cNvSpPr>
            <a:spLocks noChangeShapeType="1"/>
          </p:cNvSpPr>
          <p:nvPr/>
        </p:nvSpPr>
        <p:spPr bwMode="auto">
          <a:xfrm flipV="1">
            <a:off x="6516688" y="5375275"/>
            <a:ext cx="64770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9" name="Line 21">
            <a:extLst>
              <a:ext uri="{FF2B5EF4-FFF2-40B4-BE49-F238E27FC236}">
                <a16:creationId xmlns:a16="http://schemas.microsoft.com/office/drawing/2014/main" id="{C452FAB1-C1EF-0B4B-D41F-34DCA2C14D0D}"/>
              </a:ext>
            </a:extLst>
          </p:cNvPr>
          <p:cNvSpPr>
            <a:spLocks noChangeShapeType="1"/>
          </p:cNvSpPr>
          <p:nvPr/>
        </p:nvSpPr>
        <p:spPr bwMode="auto">
          <a:xfrm flipV="1">
            <a:off x="7235825" y="5375275"/>
            <a:ext cx="144463"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0" name="Text Box 22">
            <a:extLst>
              <a:ext uri="{FF2B5EF4-FFF2-40B4-BE49-F238E27FC236}">
                <a16:creationId xmlns:a16="http://schemas.microsoft.com/office/drawing/2014/main" id="{B25DBDC5-5766-CA07-A744-D15664D22EED}"/>
              </a:ext>
            </a:extLst>
          </p:cNvPr>
          <p:cNvSpPr>
            <a:spLocks noChangeArrowheads="1"/>
          </p:cNvSpPr>
          <p:nvPr/>
        </p:nvSpPr>
        <p:spPr bwMode="auto">
          <a:xfrm>
            <a:off x="4502150" y="3432175"/>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生面包太硬</a:t>
            </a:r>
            <a:endParaRPr lang="en-US" altLang="en-US" sz="1800">
              <a:sym typeface="宋体" panose="02010600030101010101" pitchFamily="2" charset="-122"/>
            </a:endParaRPr>
          </a:p>
        </p:txBody>
      </p:sp>
      <p:sp>
        <p:nvSpPr>
          <p:cNvPr id="101401" name="Line 23">
            <a:extLst>
              <a:ext uri="{FF2B5EF4-FFF2-40B4-BE49-F238E27FC236}">
                <a16:creationId xmlns:a16="http://schemas.microsoft.com/office/drawing/2014/main" id="{04AF5058-45B6-7CB7-61AB-02A6AF484BC4}"/>
              </a:ext>
            </a:extLst>
          </p:cNvPr>
          <p:cNvSpPr>
            <a:spLocks noChangeShapeType="1"/>
          </p:cNvSpPr>
          <p:nvPr/>
        </p:nvSpPr>
        <p:spPr bwMode="auto">
          <a:xfrm flipV="1">
            <a:off x="5510213" y="3575050"/>
            <a:ext cx="935037"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2" name="Text Box 24">
            <a:extLst>
              <a:ext uri="{FF2B5EF4-FFF2-40B4-BE49-F238E27FC236}">
                <a16:creationId xmlns:a16="http://schemas.microsoft.com/office/drawing/2014/main" id="{EB534A7E-7EF8-FD90-87E7-54A7916F6D8D}"/>
              </a:ext>
            </a:extLst>
          </p:cNvPr>
          <p:cNvSpPr>
            <a:spLocks noChangeArrowheads="1"/>
          </p:cNvSpPr>
          <p:nvPr/>
        </p:nvSpPr>
        <p:spPr bwMode="auto">
          <a:xfrm>
            <a:off x="7235825" y="3071813"/>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烤焙时间</a:t>
            </a:r>
            <a:endParaRPr lang="en-US" altLang="en-US" sz="1800">
              <a:sym typeface="宋体" panose="02010600030101010101" pitchFamily="2" charset="-122"/>
            </a:endParaRPr>
          </a:p>
        </p:txBody>
      </p:sp>
      <p:sp>
        <p:nvSpPr>
          <p:cNvPr id="101403" name="Line 25">
            <a:extLst>
              <a:ext uri="{FF2B5EF4-FFF2-40B4-BE49-F238E27FC236}">
                <a16:creationId xmlns:a16="http://schemas.microsoft.com/office/drawing/2014/main" id="{A4E35075-E9C6-24E4-A3C0-76D756FAFAEA}"/>
              </a:ext>
            </a:extLst>
          </p:cNvPr>
          <p:cNvSpPr>
            <a:spLocks noChangeShapeType="1"/>
          </p:cNvSpPr>
          <p:nvPr/>
        </p:nvSpPr>
        <p:spPr bwMode="auto">
          <a:xfrm flipV="1">
            <a:off x="8172450" y="3214688"/>
            <a:ext cx="431800"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4" name="Text Box 26">
            <a:extLst>
              <a:ext uri="{FF2B5EF4-FFF2-40B4-BE49-F238E27FC236}">
                <a16:creationId xmlns:a16="http://schemas.microsoft.com/office/drawing/2014/main" id="{39BE4C2E-FEA2-0E94-DC1E-80034DAB0FD4}"/>
              </a:ext>
            </a:extLst>
          </p:cNvPr>
          <p:cNvSpPr>
            <a:spLocks noChangeArrowheads="1"/>
          </p:cNvSpPr>
          <p:nvPr/>
        </p:nvSpPr>
        <p:spPr bwMode="auto">
          <a:xfrm>
            <a:off x="7523163" y="3432175"/>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烤焙温度</a:t>
            </a:r>
            <a:endParaRPr lang="en-US" altLang="en-US" sz="1800">
              <a:sym typeface="宋体" panose="02010600030101010101" pitchFamily="2" charset="-122"/>
            </a:endParaRPr>
          </a:p>
        </p:txBody>
      </p:sp>
      <p:sp>
        <p:nvSpPr>
          <p:cNvPr id="101405" name="Line 27">
            <a:extLst>
              <a:ext uri="{FF2B5EF4-FFF2-40B4-BE49-F238E27FC236}">
                <a16:creationId xmlns:a16="http://schemas.microsoft.com/office/drawing/2014/main" id="{E8ECA3EA-B087-109E-2BB1-943090CF9988}"/>
              </a:ext>
            </a:extLst>
          </p:cNvPr>
          <p:cNvSpPr>
            <a:spLocks noChangeShapeType="1"/>
          </p:cNvSpPr>
          <p:nvPr/>
        </p:nvSpPr>
        <p:spPr bwMode="auto">
          <a:xfrm flipV="1">
            <a:off x="8461375" y="3575050"/>
            <a:ext cx="4318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6" name="Text Box 28">
            <a:extLst>
              <a:ext uri="{FF2B5EF4-FFF2-40B4-BE49-F238E27FC236}">
                <a16:creationId xmlns:a16="http://schemas.microsoft.com/office/drawing/2014/main" id="{8E371EFC-6EA5-46F7-1EA1-8C7A950D65F6}"/>
              </a:ext>
            </a:extLst>
          </p:cNvPr>
          <p:cNvSpPr>
            <a:spLocks noChangeArrowheads="1"/>
          </p:cNvSpPr>
          <p:nvPr/>
        </p:nvSpPr>
        <p:spPr bwMode="auto">
          <a:xfrm>
            <a:off x="7743825" y="3863975"/>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400">
                <a:sym typeface="Tahoma" panose="020B0604030504040204" pitchFamily="34" charset="0"/>
              </a:rPr>
              <a:t>烤箱湿度</a:t>
            </a:r>
            <a:endParaRPr lang="en-US" altLang="en-US" sz="1800">
              <a:sym typeface="宋体" panose="02010600030101010101" pitchFamily="2" charset="-122"/>
            </a:endParaRPr>
          </a:p>
        </p:txBody>
      </p:sp>
      <p:sp>
        <p:nvSpPr>
          <p:cNvPr id="101407" name="Line 29">
            <a:extLst>
              <a:ext uri="{FF2B5EF4-FFF2-40B4-BE49-F238E27FC236}">
                <a16:creationId xmlns:a16="http://schemas.microsoft.com/office/drawing/2014/main" id="{036F2D07-E2C8-21C5-5284-490EAC035D21}"/>
              </a:ext>
            </a:extLst>
          </p:cNvPr>
          <p:cNvSpPr>
            <a:spLocks noChangeShapeType="1"/>
          </p:cNvSpPr>
          <p:nvPr/>
        </p:nvSpPr>
        <p:spPr bwMode="auto">
          <a:xfrm flipV="1">
            <a:off x="8678863" y="4006850"/>
            <a:ext cx="4318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8" name="Text Box 30">
            <a:extLst>
              <a:ext uri="{FF2B5EF4-FFF2-40B4-BE49-F238E27FC236}">
                <a16:creationId xmlns:a16="http://schemas.microsoft.com/office/drawing/2014/main" id="{220193F8-0308-82D5-B143-F1ABE340FEAC}"/>
              </a:ext>
            </a:extLst>
          </p:cNvPr>
          <p:cNvSpPr>
            <a:spLocks noChangeArrowheads="1"/>
          </p:cNvSpPr>
          <p:nvPr/>
        </p:nvSpPr>
        <p:spPr bwMode="auto">
          <a:xfrm>
            <a:off x="4719638" y="3954463"/>
            <a:ext cx="2012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存放温度不符合标准</a:t>
            </a:r>
            <a:endParaRPr lang="en-US" altLang="en-US" sz="1800">
              <a:sym typeface="宋体" panose="02010600030101010101" pitchFamily="2" charset="-122"/>
            </a:endParaRPr>
          </a:p>
        </p:txBody>
      </p:sp>
      <p:sp>
        <p:nvSpPr>
          <p:cNvPr id="101409" name="Line 31">
            <a:extLst>
              <a:ext uri="{FF2B5EF4-FFF2-40B4-BE49-F238E27FC236}">
                <a16:creationId xmlns:a16="http://schemas.microsoft.com/office/drawing/2014/main" id="{3D693E57-5411-E5BC-C61A-0E77FE5182B5}"/>
              </a:ext>
            </a:extLst>
          </p:cNvPr>
          <p:cNvSpPr>
            <a:spLocks noChangeShapeType="1"/>
          </p:cNvSpPr>
          <p:nvPr/>
        </p:nvSpPr>
        <p:spPr bwMode="auto">
          <a:xfrm flipV="1">
            <a:off x="5943600" y="3594100"/>
            <a:ext cx="288925"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0" name="Line 32">
            <a:extLst>
              <a:ext uri="{FF2B5EF4-FFF2-40B4-BE49-F238E27FC236}">
                <a16:creationId xmlns:a16="http://schemas.microsoft.com/office/drawing/2014/main" id="{A1112138-D4CD-3E66-F8C3-34AFDA67C102}"/>
              </a:ext>
            </a:extLst>
          </p:cNvPr>
          <p:cNvSpPr>
            <a:spLocks noChangeShapeType="1"/>
          </p:cNvSpPr>
          <p:nvPr/>
        </p:nvSpPr>
        <p:spPr bwMode="auto">
          <a:xfrm>
            <a:off x="5364163" y="3089275"/>
            <a:ext cx="649287"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1" name="Text Box 33">
            <a:extLst>
              <a:ext uri="{FF2B5EF4-FFF2-40B4-BE49-F238E27FC236}">
                <a16:creationId xmlns:a16="http://schemas.microsoft.com/office/drawing/2014/main" id="{13F8CC91-07C7-59DA-DF95-0DF7E4219806}"/>
              </a:ext>
            </a:extLst>
          </p:cNvPr>
          <p:cNvSpPr>
            <a:spLocks noChangeArrowheads="1"/>
          </p:cNvSpPr>
          <p:nvPr/>
        </p:nvSpPr>
        <p:spPr bwMode="auto">
          <a:xfrm>
            <a:off x="4356100" y="2800350"/>
            <a:ext cx="1200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algn="ctr" eaLnBrk="1" hangingPunct="1">
              <a:lnSpc>
                <a:spcPct val="100000"/>
              </a:lnSpc>
              <a:spcBef>
                <a:spcPct val="20000"/>
              </a:spcBef>
              <a:buClr>
                <a:schemeClr val="tx1"/>
              </a:buClr>
              <a:buFontTx/>
              <a:buNone/>
            </a:pPr>
            <a:r>
              <a:rPr lang="zh-CN" altLang="en-US" sz="1600">
                <a:sym typeface="Tahoma" panose="020B0604030504040204" pitchFamily="34" charset="0"/>
              </a:rPr>
              <a:t>存放时间长</a:t>
            </a:r>
            <a:endParaRPr lang="en-US" altLang="en-US" sz="1800">
              <a:sym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1A181E68-D32B-A1B1-5325-9B20C11D69FF}"/>
                  </a:ext>
                </a:extLst>
              </p14:cNvPr>
              <p14:cNvContentPartPr/>
              <p14:nvPr/>
            </p14:nvContentPartPr>
            <p14:xfrm>
              <a:off x="9516680" y="3434990"/>
              <a:ext cx="1025640" cy="1741680"/>
            </p14:xfrm>
          </p:contentPart>
        </mc:Choice>
        <mc:Fallback xmlns="">
          <p:pic>
            <p:nvPicPr>
              <p:cNvPr id="2" name="墨迹 1">
                <a:extLst>
                  <a:ext uri="{FF2B5EF4-FFF2-40B4-BE49-F238E27FC236}">
                    <a16:creationId xmlns:a16="http://schemas.microsoft.com/office/drawing/2014/main" id="{1A181E68-D32B-A1B1-5325-9B20C11D69FF}"/>
                  </a:ext>
                </a:extLst>
              </p:cNvPr>
              <p:cNvPicPr/>
              <p:nvPr/>
            </p:nvPicPr>
            <p:blipFill>
              <a:blip r:embed="rId3"/>
              <a:stretch>
                <a:fillRect/>
              </a:stretch>
            </p:blipFill>
            <p:spPr>
              <a:xfrm>
                <a:off x="9507680" y="3425990"/>
                <a:ext cx="1043280" cy="1759320"/>
              </a:xfrm>
              <a:prstGeom prst="rect">
                <a:avLst/>
              </a:prstGeom>
            </p:spPr>
          </p:pic>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8" dur="500" fill="hold"/>
                                        <p:tgtEl>
                                          <p:spTgt spid="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p:cTn id="1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C65F4D80-8289-AC01-AC32-40FB1EDF2F6E}"/>
              </a:ext>
            </a:extLst>
          </p:cNvPr>
          <p:cNvSpPr>
            <a:spLocks noGrp="1" noChangeArrowheads="1"/>
          </p:cNvSpPr>
          <p:nvPr>
            <p:ph type="title"/>
          </p:nvPr>
        </p:nvSpPr>
        <p:spPr/>
        <p:txBody>
          <a:bodyPr/>
          <a:lstStyle/>
          <a:p>
            <a:r>
              <a:rPr lang="zh-CN" altLang="en-US"/>
              <a:t>构建鱼骨图的步骤</a:t>
            </a:r>
            <a:r>
              <a:rPr lang="en-US" altLang="zh-CN"/>
              <a:t>-</a:t>
            </a:r>
            <a:r>
              <a:rPr lang="zh-CN" altLang="en-US"/>
              <a:t>案例分析</a:t>
            </a:r>
          </a:p>
        </p:txBody>
      </p:sp>
      <p:sp>
        <p:nvSpPr>
          <p:cNvPr id="4" name="页脚占位符 3">
            <a:extLst>
              <a:ext uri="{FF2B5EF4-FFF2-40B4-BE49-F238E27FC236}">
                <a16:creationId xmlns:a16="http://schemas.microsoft.com/office/drawing/2014/main" id="{E04829D5-6A42-4179-BB00-CDF6FE591595}"/>
              </a:ext>
            </a:extLst>
          </p:cNvPr>
          <p:cNvSpPr>
            <a:spLocks noGrp="1"/>
          </p:cNvSpPr>
          <p:nvPr>
            <p:ph type="ftr" sz="quarter" idx="10"/>
          </p:nvPr>
        </p:nvSpPr>
        <p:spPr/>
        <p:txBody>
          <a:bodyPr/>
          <a:lstStyle/>
          <a:p>
            <a:pPr>
              <a:defRPr/>
            </a:pPr>
            <a:r>
              <a:rPr lang="de-DE"/>
              <a:t>Leo Huang</a:t>
            </a:r>
          </a:p>
        </p:txBody>
      </p:sp>
      <p:sp>
        <p:nvSpPr>
          <p:cNvPr id="102404" name="灯片编号占位符 4">
            <a:extLst>
              <a:ext uri="{FF2B5EF4-FFF2-40B4-BE49-F238E27FC236}">
                <a16:creationId xmlns:a16="http://schemas.microsoft.com/office/drawing/2014/main" id="{7C010EE1-EF65-0BFD-D300-C4C44A14833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A1B5EFE-D25F-4ECB-B9B1-76715B2365C0}" type="slidenum">
              <a:rPr lang="de-DE" altLang="zh-CN" smtClean="0"/>
              <a:pPr/>
              <a:t>67</a:t>
            </a:fld>
            <a:endParaRPr lang="de-DE" altLang="zh-CN"/>
          </a:p>
        </p:txBody>
      </p:sp>
      <p:sp>
        <p:nvSpPr>
          <p:cNvPr id="6" name="Rectangle 3">
            <a:extLst>
              <a:ext uri="{FF2B5EF4-FFF2-40B4-BE49-F238E27FC236}">
                <a16:creationId xmlns:a16="http://schemas.microsoft.com/office/drawing/2014/main" id="{F492D568-E5E6-078D-ACAA-4A270D3E9512}"/>
              </a:ext>
            </a:extLst>
          </p:cNvPr>
          <p:cNvSpPr txBox="1">
            <a:spLocks noChangeArrowheads="1"/>
          </p:cNvSpPr>
          <p:nvPr/>
        </p:nvSpPr>
        <p:spPr bwMode="auto">
          <a:xfrm>
            <a:off x="1055688" y="1228725"/>
            <a:ext cx="7773987" cy="5318125"/>
          </a:xfrm>
          <a:prstGeom prst="rect">
            <a:avLst/>
          </a:prstGeom>
          <a:noFill/>
          <a:ln>
            <a:noFill/>
          </a:ln>
        </p:spPr>
        <p:txBody>
          <a:bodyPr lIns="0" tIns="0" rIns="0" bIns="0"/>
          <a:lstStyle>
            <a:lvl1pPr algn="l" rtl="0" eaLnBrk="0" fontAlgn="base" hangingPunct="0">
              <a:lnSpc>
                <a:spcPct val="110000"/>
              </a:lnSpc>
              <a:spcBef>
                <a:spcPct val="50000"/>
              </a:spcBef>
              <a:spcAft>
                <a:spcPct val="0"/>
              </a:spcAft>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cs typeface="+mn-cs"/>
              </a:defRPr>
            </a:lvl1pPr>
            <a:lvl2pPr marL="265113" indent="-263525"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495300" indent="-2270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712788" indent="-214313"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933450" indent="-217488" algn="l" rtl="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139207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6pPr>
            <a:lvl7pPr marL="184921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7pPr>
            <a:lvl8pPr marL="2306361"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8pPr>
            <a:lvl9pPr marL="2763506" indent="-219049" algn="l" rtl="0" fontAlgn="base">
              <a:lnSpc>
                <a:spcPct val="110000"/>
              </a:lnSpc>
              <a:spcBef>
                <a:spcPct val="50000"/>
              </a:spcBef>
              <a:spcAft>
                <a:spcPct val="0"/>
              </a:spcAft>
              <a:buClr>
                <a:schemeClr val="bg2"/>
              </a:buClr>
              <a:buFont typeface="Wingdings" pitchFamily="2" charset="2"/>
              <a:buChar char="n"/>
              <a:defRPr sz="1400">
                <a:solidFill>
                  <a:schemeClr val="bg2"/>
                </a:solidFill>
                <a:latin typeface="+mn-lt"/>
              </a:defRPr>
            </a:lvl9pPr>
          </a:lstStyle>
          <a:p>
            <a:pPr eaLnBrk="1" hangingPunct="1">
              <a:lnSpc>
                <a:spcPct val="120000"/>
              </a:lnSpc>
              <a:defRPr/>
            </a:pPr>
            <a:r>
              <a:rPr lang="en-US" altLang="en-US" sz="2400" b="1" kern="0" dirty="0"/>
              <a:t>5</a:t>
            </a:r>
            <a:r>
              <a:rPr lang="en-US" altLang="en-US" sz="1800" b="1" kern="0" dirty="0"/>
              <a:t>. </a:t>
            </a:r>
            <a:r>
              <a:rPr lang="zh-CN" altLang="en-US" sz="1800" b="1" kern="0" dirty="0"/>
              <a:t>评估图表</a:t>
            </a:r>
            <a:endParaRPr lang="en-US" altLang="en-US" sz="1800" b="1" kern="0" dirty="0"/>
          </a:p>
          <a:p>
            <a:pPr marL="285750" indent="-285750" eaLnBrk="1" hangingPunct="1">
              <a:lnSpc>
                <a:spcPct val="120000"/>
              </a:lnSpc>
              <a:buFont typeface="Wingdings" panose="05000000000000000000" pitchFamily="2" charset="2"/>
              <a:buChar char="Ø"/>
              <a:defRPr/>
            </a:pPr>
            <a:r>
              <a:rPr lang="zh-CN" altLang="en-US" sz="1800" b="1" kern="0" dirty="0"/>
              <a:t>目的：确定可能性较高的原因</a:t>
            </a:r>
            <a:endParaRPr lang="en-US" altLang="en-US" sz="1800" b="1" kern="0" dirty="0"/>
          </a:p>
          <a:p>
            <a:pPr marL="285750" indent="-285750" eaLnBrk="1" hangingPunct="1">
              <a:lnSpc>
                <a:spcPct val="120000"/>
              </a:lnSpc>
              <a:buFont typeface="Wingdings" panose="05000000000000000000" pitchFamily="2" charset="2"/>
              <a:buChar char="Ø"/>
              <a:defRPr/>
            </a:pPr>
            <a:r>
              <a:rPr lang="zh-CN" altLang="en-US" sz="1800" b="1" kern="0" dirty="0"/>
              <a:t>检查方法</a:t>
            </a:r>
            <a:endParaRPr lang="en-US" altLang="en-US" sz="1800" b="1" kern="0" dirty="0"/>
          </a:p>
          <a:p>
            <a:pPr eaLnBrk="1" hangingPunct="1">
              <a:lnSpc>
                <a:spcPct val="120000"/>
              </a:lnSpc>
              <a:defRPr/>
            </a:pPr>
            <a:r>
              <a:rPr lang="en-US" altLang="en-US" sz="1800" b="1" kern="0" dirty="0"/>
              <a:t>  </a:t>
            </a:r>
            <a:r>
              <a:rPr lang="zh-CN" altLang="en-US" sz="1800" b="1" kern="0" dirty="0"/>
              <a:t>逻辑检查</a:t>
            </a:r>
            <a:endParaRPr lang="en-US" altLang="en-US" sz="1800" b="1" kern="0" dirty="0"/>
          </a:p>
          <a:p>
            <a:pPr marL="522288" lvl="1" indent="0" eaLnBrk="1" hangingPunct="1">
              <a:lnSpc>
                <a:spcPct val="120000"/>
              </a:lnSpc>
              <a:buFont typeface="Wingdings" panose="05000000000000000000" pitchFamily="2" charset="2"/>
              <a:buChar char="•"/>
              <a:defRPr/>
            </a:pPr>
            <a:r>
              <a:rPr lang="zh-CN" altLang="en-US" sz="1600" b="1" kern="0" dirty="0"/>
              <a:t>从 </a:t>
            </a:r>
            <a:r>
              <a:rPr lang="zh-CN" altLang="en-US" sz="1600" b="1" u="sng" kern="0" dirty="0"/>
              <a:t>鱼头到主分支再到末分支 </a:t>
            </a:r>
            <a:r>
              <a:rPr lang="zh-CN" altLang="en-US" sz="1600" b="1" kern="0" dirty="0"/>
              <a:t>来问</a:t>
            </a:r>
            <a:r>
              <a:rPr lang="zh-CN" altLang="en-US" sz="1600" b="1" kern="0" dirty="0">
                <a:latin typeface="Arial" panose="020B0604020202020204" pitchFamily="34" charset="0"/>
                <a:sym typeface="Arial" panose="020B0604020202020204" pitchFamily="34" charset="0"/>
              </a:rPr>
              <a:t>“</a:t>
            </a:r>
            <a:r>
              <a:rPr lang="zh-CN" altLang="en-US" sz="1600" b="1" kern="0" dirty="0"/>
              <a:t>为什么？</a:t>
            </a:r>
            <a:r>
              <a:rPr lang="zh-CN" altLang="en-US" sz="1600" b="1" kern="0" dirty="0">
                <a:latin typeface="Arial" panose="020B0604020202020204" pitchFamily="34" charset="0"/>
                <a:sym typeface="Arial" panose="020B0604020202020204" pitchFamily="34" charset="0"/>
              </a:rPr>
              <a:t>”</a:t>
            </a:r>
            <a:endParaRPr lang="en-US" altLang="en-US" sz="1600" b="1" kern="0" dirty="0">
              <a:latin typeface="Arial" panose="020B0604020202020204" pitchFamily="34" charset="0"/>
              <a:sym typeface="Arial" panose="020B0604020202020204" pitchFamily="34" charset="0"/>
            </a:endParaRPr>
          </a:p>
          <a:p>
            <a:pPr marL="1081088" lvl="2" indent="0" eaLnBrk="1" hangingPunct="1">
              <a:lnSpc>
                <a:spcPct val="120000"/>
              </a:lnSpc>
              <a:defRPr/>
            </a:pPr>
            <a:r>
              <a:rPr lang="zh-CN" altLang="en-US" b="1" kern="0" dirty="0"/>
              <a:t>符合情理吗</a:t>
            </a:r>
            <a:r>
              <a:rPr lang="en-US" altLang="en-US" b="1" kern="0" dirty="0"/>
              <a:t>?</a:t>
            </a:r>
          </a:p>
          <a:p>
            <a:pPr marL="1081088" lvl="2" indent="0" eaLnBrk="1" hangingPunct="1">
              <a:lnSpc>
                <a:spcPct val="120000"/>
              </a:lnSpc>
              <a:defRPr/>
            </a:pPr>
            <a:r>
              <a:rPr lang="zh-CN" altLang="en-US" b="1" kern="0" dirty="0"/>
              <a:t>是否完全</a:t>
            </a:r>
            <a:r>
              <a:rPr lang="en-US" altLang="en-US" b="1" kern="0" dirty="0"/>
              <a:t>?</a:t>
            </a:r>
          </a:p>
          <a:p>
            <a:pPr marL="522288" lvl="1" indent="0" eaLnBrk="1" hangingPunct="1">
              <a:lnSpc>
                <a:spcPct val="120000"/>
              </a:lnSpc>
              <a:buFont typeface="Wingdings" panose="05000000000000000000" pitchFamily="2" charset="2"/>
              <a:buChar char="•"/>
              <a:defRPr/>
            </a:pPr>
            <a:r>
              <a:rPr lang="zh-CN" altLang="en-US" sz="1600" b="1" u="sng" kern="0" dirty="0"/>
              <a:t>从 末分支到主分支再到鱼头 来说 </a:t>
            </a:r>
            <a:r>
              <a:rPr lang="zh-CN" altLang="en-US" sz="1600" b="1" u="sng" kern="0" dirty="0">
                <a:latin typeface="Arial" panose="020B0604020202020204" pitchFamily="34" charset="0"/>
                <a:sym typeface="Arial" panose="020B0604020202020204" pitchFamily="34" charset="0"/>
              </a:rPr>
              <a:t>“</a:t>
            </a:r>
            <a:r>
              <a:rPr lang="en-US" altLang="en-US" sz="1600" b="1" u="sng" kern="0" dirty="0">
                <a:latin typeface="Arial" panose="020B0604020202020204" pitchFamily="34" charset="0"/>
                <a:sym typeface="Arial" panose="020B0604020202020204" pitchFamily="34" charset="0"/>
              </a:rPr>
              <a:t>…</a:t>
            </a:r>
            <a:r>
              <a:rPr lang="en-US" altLang="en-US" sz="1600" b="1" u="sng" kern="0" dirty="0"/>
              <a:t>.</a:t>
            </a:r>
            <a:r>
              <a:rPr lang="zh-CN" altLang="en-US" sz="1600" b="1" u="sng" kern="0" dirty="0"/>
              <a:t>引起</a:t>
            </a:r>
            <a:r>
              <a:rPr lang="en-US" altLang="en-US" sz="1600" b="1" u="sng" kern="0" dirty="0">
                <a:latin typeface="Arial" panose="020B0604020202020204" pitchFamily="34" charset="0"/>
                <a:sym typeface="Arial" panose="020B0604020202020204" pitchFamily="34" charset="0"/>
              </a:rPr>
              <a:t>…</a:t>
            </a:r>
            <a:r>
              <a:rPr lang="en-US" altLang="en-US" sz="1600" b="1" u="sng" kern="0" dirty="0"/>
              <a:t>.</a:t>
            </a:r>
            <a:r>
              <a:rPr lang="en-US" altLang="en-US" sz="1600" b="1" u="sng" kern="0" dirty="0">
                <a:latin typeface="Arial" panose="020B0604020202020204" pitchFamily="34" charset="0"/>
                <a:sym typeface="Arial" panose="020B0604020202020204" pitchFamily="34" charset="0"/>
              </a:rPr>
              <a:t>”</a:t>
            </a:r>
          </a:p>
          <a:p>
            <a:pPr marL="1081088" lvl="2" indent="0" eaLnBrk="1" hangingPunct="1">
              <a:lnSpc>
                <a:spcPct val="120000"/>
              </a:lnSpc>
              <a:defRPr/>
            </a:pPr>
            <a:r>
              <a:rPr lang="zh-CN" altLang="en-US" b="1" kern="0" dirty="0"/>
              <a:t>符合情理吗</a:t>
            </a:r>
            <a:r>
              <a:rPr lang="en-US" altLang="en-US" b="1" kern="0" dirty="0"/>
              <a:t>?</a:t>
            </a:r>
          </a:p>
          <a:p>
            <a:pPr marL="1081088" lvl="2" indent="0" eaLnBrk="1" hangingPunct="1">
              <a:lnSpc>
                <a:spcPct val="120000"/>
              </a:lnSpc>
              <a:defRPr/>
            </a:pPr>
            <a:r>
              <a:rPr lang="zh-CN" altLang="en-US" b="1" kern="0" dirty="0"/>
              <a:t>是否完全</a:t>
            </a:r>
            <a:r>
              <a:rPr lang="en-US" altLang="en-US" b="1" kern="0" dirty="0"/>
              <a:t>?</a:t>
            </a:r>
            <a:endParaRPr lang="en-US" altLang="en-US" kern="0" dirty="0"/>
          </a:p>
        </p:txBody>
      </p:sp>
      <p:sp>
        <p:nvSpPr>
          <p:cNvPr id="8" name="文本框 7">
            <a:extLst>
              <a:ext uri="{FF2B5EF4-FFF2-40B4-BE49-F238E27FC236}">
                <a16:creationId xmlns:a16="http://schemas.microsoft.com/office/drawing/2014/main" id="{B58CFA1D-2D5C-9A00-E11F-9B81B495B8FC}"/>
              </a:ext>
            </a:extLst>
          </p:cNvPr>
          <p:cNvSpPr txBox="1"/>
          <p:nvPr/>
        </p:nvSpPr>
        <p:spPr>
          <a:xfrm>
            <a:off x="6416675" y="2754313"/>
            <a:ext cx="6100763" cy="2751137"/>
          </a:xfrm>
          <a:prstGeom prst="rect">
            <a:avLst/>
          </a:prstGeom>
          <a:noFill/>
        </p:spPr>
        <p:txBody>
          <a:bodyPr>
            <a:spAutoFit/>
          </a:bodyPr>
          <a:lstStyle/>
          <a:p>
            <a:pPr lvl="1" indent="0" eaLnBrk="1" hangingPunct="1">
              <a:lnSpc>
                <a:spcPct val="120000"/>
              </a:lnSpc>
              <a:spcBef>
                <a:spcPct val="50000"/>
              </a:spcBef>
              <a:buClr>
                <a:schemeClr val="bg2"/>
              </a:buClr>
              <a:defRPr/>
            </a:pPr>
            <a:r>
              <a:rPr lang="zh-CN" altLang="en-US" b="1" kern="0" dirty="0">
                <a:latin typeface="微软雅黑" panose="020B0503020204020204" pitchFamily="34" charset="-122"/>
                <a:ea typeface="微软雅黑" panose="020B0503020204020204" pitchFamily="34" charset="-122"/>
              </a:rPr>
              <a:t>检查以下情况:</a:t>
            </a:r>
          </a:p>
          <a:p>
            <a:pPr lvl="2" eaLnBrk="1" hangingPunct="1">
              <a:lnSpc>
                <a:spcPct val="120000"/>
              </a:lnSpc>
              <a:spcBef>
                <a:spcPct val="50000"/>
              </a:spcBef>
              <a:buClr>
                <a:schemeClr val="bg2"/>
              </a:buClr>
              <a:buFont typeface="Wingdings" panose="05000000000000000000" pitchFamily="2" charset="2"/>
              <a:buChar char="•"/>
              <a:defRPr/>
            </a:pPr>
            <a:r>
              <a:rPr lang="zh-CN" altLang="en-US" b="1" kern="0" dirty="0">
                <a:latin typeface="微软雅黑" panose="020B0503020204020204" pitchFamily="34" charset="-122"/>
                <a:ea typeface="微软雅黑" panose="020B0503020204020204" pitchFamily="34" charset="-122"/>
              </a:rPr>
              <a:t>足够的丰润 (不要漏掉潜在的根本原因！）</a:t>
            </a:r>
            <a:endParaRPr lang="en-US" altLang="zh-CN" b="1" kern="0" dirty="0">
              <a:latin typeface="微软雅黑" panose="020B0503020204020204" pitchFamily="34" charset="-122"/>
              <a:ea typeface="微软雅黑" panose="020B0503020204020204" pitchFamily="34" charset="-122"/>
            </a:endParaRPr>
          </a:p>
          <a:p>
            <a:pPr lvl="2" eaLnBrk="1" hangingPunct="1">
              <a:lnSpc>
                <a:spcPct val="120000"/>
              </a:lnSpc>
              <a:spcBef>
                <a:spcPct val="50000"/>
              </a:spcBef>
              <a:buClr>
                <a:schemeClr val="bg2"/>
              </a:buClr>
              <a:buFont typeface="Wingdings" panose="05000000000000000000" pitchFamily="2" charset="2"/>
              <a:buChar char="•"/>
              <a:defRPr/>
            </a:pPr>
            <a:r>
              <a:rPr lang="zh-CN" altLang="en-US" b="1" kern="0" dirty="0">
                <a:latin typeface="微软雅黑" panose="020B0503020204020204" pitchFamily="34" charset="-122"/>
                <a:ea typeface="微软雅黑" panose="020B0503020204020204" pitchFamily="34" charset="-122"/>
              </a:rPr>
              <a:t>分支挖掘到足够详细了吗?</a:t>
            </a:r>
          </a:p>
          <a:p>
            <a:pPr lvl="2" eaLnBrk="1" hangingPunct="1">
              <a:lnSpc>
                <a:spcPct val="120000"/>
              </a:lnSpc>
              <a:spcBef>
                <a:spcPct val="50000"/>
              </a:spcBef>
              <a:buClr>
                <a:schemeClr val="bg2"/>
              </a:buClr>
              <a:buFont typeface="Wingdings" panose="05000000000000000000" pitchFamily="2" charset="2"/>
              <a:buChar char="•"/>
              <a:defRPr/>
            </a:pPr>
            <a:r>
              <a:rPr lang="zh-CN" altLang="en-US" b="1" kern="0" dirty="0">
                <a:latin typeface="微软雅黑" panose="020B0503020204020204" pitchFamily="34" charset="-122"/>
                <a:ea typeface="微软雅黑" panose="020B0503020204020204" pitchFamily="34" charset="-122"/>
              </a:rPr>
              <a:t>鱼骨图是否不均匀对称?</a:t>
            </a:r>
          </a:p>
          <a:p>
            <a:pPr lvl="2" eaLnBrk="1" hangingPunct="1">
              <a:lnSpc>
                <a:spcPct val="120000"/>
              </a:lnSpc>
              <a:spcBef>
                <a:spcPct val="50000"/>
              </a:spcBef>
              <a:buClr>
                <a:schemeClr val="bg2"/>
              </a:buClr>
              <a:buFont typeface="Wingdings" panose="05000000000000000000" pitchFamily="2" charset="2"/>
              <a:buChar char="•"/>
              <a:defRPr/>
            </a:pPr>
            <a:r>
              <a:rPr lang="zh-CN" altLang="en-US" b="1" kern="0" dirty="0">
                <a:latin typeface="微软雅黑" panose="020B0503020204020204" pitchFamily="34" charset="-122"/>
                <a:ea typeface="微软雅黑" panose="020B0503020204020204" pitchFamily="34" charset="-122"/>
              </a:rPr>
              <a:t>分支是否都在同一个层次上停止?</a:t>
            </a:r>
            <a:endParaRPr lang="en-US" altLang="zh-CN" b="1" kern="0" dirty="0">
              <a:latin typeface="微软雅黑" panose="020B0503020204020204" pitchFamily="34" charset="-122"/>
              <a:ea typeface="微软雅黑" panose="020B0503020204020204" pitchFamily="34" charset="-122"/>
            </a:endParaRPr>
          </a:p>
          <a:p>
            <a:pPr lvl="2" eaLnBrk="1" hangingPunct="1">
              <a:lnSpc>
                <a:spcPct val="120000"/>
              </a:lnSpc>
              <a:spcBef>
                <a:spcPct val="50000"/>
              </a:spcBef>
              <a:buClr>
                <a:schemeClr val="bg2"/>
              </a:buClr>
              <a:buFont typeface="Wingdings" panose="05000000000000000000" pitchFamily="2" charset="2"/>
              <a:buChar char="•"/>
              <a:defRPr/>
            </a:pPr>
            <a:r>
              <a:rPr lang="zh-CN" altLang="en-US" b="1" kern="0" dirty="0">
                <a:solidFill>
                  <a:srgbClr val="FF0000"/>
                </a:solidFill>
                <a:latin typeface="微软雅黑" panose="020B0503020204020204" pitchFamily="34" charset="-122"/>
                <a:ea typeface="微软雅黑" panose="020B0503020204020204" pitchFamily="34" charset="-122"/>
              </a:rPr>
              <a:t>避免 “措施” 和 “症状”</a:t>
            </a:r>
            <a:r>
              <a:rPr lang="en-US" altLang="zh-CN" b="1" kern="0" dirty="0">
                <a:solidFill>
                  <a:srgbClr val="FF0000"/>
                </a:solidFill>
                <a:latin typeface="微软雅黑" panose="020B0503020204020204" pitchFamily="34" charset="-122"/>
                <a:ea typeface="微软雅黑" panose="020B0503020204020204" pitchFamily="34" charset="-122"/>
              </a:rPr>
              <a:t>!</a:t>
            </a:r>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617D4C12-6CD9-4F63-9263-9D047B97CA2A}"/>
              </a:ext>
            </a:extLst>
          </p:cNvPr>
          <p:cNvSpPr>
            <a:spLocks noGrp="1" noChangeArrowheads="1"/>
          </p:cNvSpPr>
          <p:nvPr>
            <p:ph type="title"/>
          </p:nvPr>
        </p:nvSpPr>
        <p:spPr/>
        <p:txBody>
          <a:bodyPr/>
          <a:lstStyle/>
          <a:p>
            <a:r>
              <a:rPr lang="zh-CN" altLang="en-US"/>
              <a:t>示例</a:t>
            </a:r>
          </a:p>
        </p:txBody>
      </p:sp>
      <p:sp>
        <p:nvSpPr>
          <p:cNvPr id="4" name="页脚占位符 3">
            <a:extLst>
              <a:ext uri="{FF2B5EF4-FFF2-40B4-BE49-F238E27FC236}">
                <a16:creationId xmlns:a16="http://schemas.microsoft.com/office/drawing/2014/main" id="{91200B1F-4454-5031-46D5-2B37ED9F5FB0}"/>
              </a:ext>
            </a:extLst>
          </p:cNvPr>
          <p:cNvSpPr>
            <a:spLocks noGrp="1"/>
          </p:cNvSpPr>
          <p:nvPr>
            <p:ph type="ftr" sz="quarter" idx="10"/>
          </p:nvPr>
        </p:nvSpPr>
        <p:spPr/>
        <p:txBody>
          <a:bodyPr/>
          <a:lstStyle/>
          <a:p>
            <a:pPr>
              <a:defRPr/>
            </a:pPr>
            <a:r>
              <a:rPr lang="de-DE"/>
              <a:t>Leo Huang</a:t>
            </a:r>
          </a:p>
        </p:txBody>
      </p:sp>
      <p:sp>
        <p:nvSpPr>
          <p:cNvPr id="103428" name="灯片编号占位符 4">
            <a:extLst>
              <a:ext uri="{FF2B5EF4-FFF2-40B4-BE49-F238E27FC236}">
                <a16:creationId xmlns:a16="http://schemas.microsoft.com/office/drawing/2014/main" id="{FF716F37-D487-0D9D-DF07-D36D09815D8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E7757DC-6E11-4CD2-9BAC-A920A42F9C6C}" type="slidenum">
              <a:rPr lang="de-DE" altLang="zh-CN" smtClean="0"/>
              <a:pPr/>
              <a:t>68</a:t>
            </a:fld>
            <a:endParaRPr lang="de-DE" altLang="zh-CN"/>
          </a:p>
        </p:txBody>
      </p:sp>
      <p:sp>
        <p:nvSpPr>
          <p:cNvPr id="103429" name="文本框 6">
            <a:extLst>
              <a:ext uri="{FF2B5EF4-FFF2-40B4-BE49-F238E27FC236}">
                <a16:creationId xmlns:a16="http://schemas.microsoft.com/office/drawing/2014/main" id="{AE98E678-7043-99C8-1037-077D86ADB3D6}"/>
              </a:ext>
            </a:extLst>
          </p:cNvPr>
          <p:cNvSpPr txBox="1">
            <a:spLocks noChangeArrowheads="1"/>
          </p:cNvSpPr>
          <p:nvPr/>
        </p:nvSpPr>
        <p:spPr bwMode="auto">
          <a:xfrm>
            <a:off x="623888" y="1412875"/>
            <a:ext cx="96123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3538" indent="-363538">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416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88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56013" indent="15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i="1">
                <a:latin typeface="微软雅黑" panose="020B0503020204020204" pitchFamily="34" charset="-122"/>
                <a:ea typeface="微软雅黑" panose="020B0503020204020204" pitchFamily="34" charset="-122"/>
              </a:rPr>
              <a:t>小张是一个电脑流程员, 最近他患上了有规则的头疼 </a:t>
            </a:r>
            <a:r>
              <a:rPr lang="en-US" altLang="zh-CN" i="1">
                <a:latin typeface="微软雅黑" panose="020B0503020204020204" pitchFamily="34" charset="-122"/>
                <a:ea typeface="微软雅黑" panose="020B0503020204020204" pitchFamily="34" charset="-122"/>
              </a:rPr>
              <a:t>(</a:t>
            </a:r>
            <a:r>
              <a:rPr lang="zh-CN" altLang="en-US" i="1">
                <a:latin typeface="微软雅黑" panose="020B0503020204020204" pitchFamily="34" charset="-122"/>
                <a:ea typeface="微软雅黑" panose="020B0503020204020204" pitchFamily="34" charset="-122"/>
              </a:rPr>
              <a:t>在公司和在家都是如此</a:t>
            </a:r>
            <a:r>
              <a:rPr lang="en-US" altLang="zh-CN" i="1">
                <a:latin typeface="微软雅黑" panose="020B0503020204020204" pitchFamily="34" charset="-122"/>
                <a:ea typeface="微软雅黑" panose="020B0503020204020204" pitchFamily="34" charset="-122"/>
              </a:rPr>
              <a:t>).  </a:t>
            </a:r>
            <a:r>
              <a:rPr lang="zh-CN" altLang="en-US" i="1">
                <a:latin typeface="微软雅黑" panose="020B0503020204020204" pitchFamily="34" charset="-122"/>
                <a:ea typeface="微软雅黑" panose="020B0503020204020204" pitchFamily="34" charset="-122"/>
              </a:rPr>
              <a:t>他用止痛片来镇痛，但疼痛周而复止的不断发作</a:t>
            </a:r>
            <a:r>
              <a:rPr lang="en-US" altLang="zh-CN" i="1">
                <a:latin typeface="微软雅黑" panose="020B0503020204020204" pitchFamily="34" charset="-122"/>
                <a:ea typeface="微软雅黑" panose="020B0503020204020204" pitchFamily="34" charset="-122"/>
              </a:rPr>
              <a:t>. </a:t>
            </a:r>
            <a:r>
              <a:rPr lang="zh-CN" altLang="en-US" i="1">
                <a:latin typeface="微软雅黑" panose="020B0503020204020204" pitchFamily="34" charset="-122"/>
                <a:ea typeface="微软雅黑" panose="020B0503020204020204" pitchFamily="34" charset="-122"/>
              </a:rPr>
              <a:t>小张的妻子建议他去看一下医生</a:t>
            </a:r>
            <a:r>
              <a:rPr lang="en-US" altLang="zh-CN" i="1">
                <a:latin typeface="微软雅黑" panose="020B0503020204020204" pitchFamily="34" charset="-122"/>
                <a:ea typeface="微软雅黑" panose="020B0503020204020204" pitchFamily="34" charset="-122"/>
              </a:rPr>
              <a:t>…</a:t>
            </a:r>
          </a:p>
          <a:p>
            <a:pPr eaLnBrk="1" hangingPunct="1"/>
            <a:r>
              <a:rPr lang="zh-CN" altLang="en-US" i="1">
                <a:latin typeface="微软雅黑" panose="020B0503020204020204" pitchFamily="34" charset="-122"/>
                <a:ea typeface="微软雅黑" panose="020B0503020204020204" pitchFamily="34" charset="-122"/>
              </a:rPr>
              <a:t>当发现 小张患有弱视后</a:t>
            </a:r>
            <a:r>
              <a:rPr lang="en-US" altLang="zh-CN" i="1">
                <a:latin typeface="微软雅黑" panose="020B0503020204020204" pitchFamily="34" charset="-122"/>
                <a:ea typeface="微软雅黑" panose="020B0503020204020204" pitchFamily="34" charset="-122"/>
              </a:rPr>
              <a:t>, </a:t>
            </a:r>
            <a:r>
              <a:rPr lang="zh-CN" altLang="en-US" i="1">
                <a:latin typeface="微软雅黑" panose="020B0503020204020204" pitchFamily="34" charset="-122"/>
                <a:ea typeface="微软雅黑" panose="020B0503020204020204" pitchFamily="34" charset="-122"/>
              </a:rPr>
              <a:t>医生给他配了副眼镜，从此小张的头疼消失了</a:t>
            </a:r>
            <a:r>
              <a:rPr lang="en-US" altLang="zh-CN" i="1">
                <a:latin typeface="微软雅黑" panose="020B0503020204020204" pitchFamily="34" charset="-122"/>
                <a:ea typeface="微软雅黑" panose="020B0503020204020204" pitchFamily="34" charset="-122"/>
              </a:rPr>
              <a:t>.</a:t>
            </a:r>
          </a:p>
          <a:p>
            <a:pPr eaLnBrk="1" hangingPunct="1"/>
            <a:endParaRPr lang="en-US" altLang="zh-CN" i="1">
              <a:latin typeface="微软雅黑" panose="020B0503020204020204" pitchFamily="34" charset="-122"/>
              <a:ea typeface="微软雅黑" panose="020B0503020204020204" pitchFamily="34" charset="-122"/>
            </a:endParaRPr>
          </a:p>
        </p:txBody>
      </p:sp>
      <p:sp>
        <p:nvSpPr>
          <p:cNvPr id="103430" name="Text Box 4">
            <a:extLst>
              <a:ext uri="{FF2B5EF4-FFF2-40B4-BE49-F238E27FC236}">
                <a16:creationId xmlns:a16="http://schemas.microsoft.com/office/drawing/2014/main" id="{06E67C14-ABB8-8C45-EE30-F285B9199109}"/>
              </a:ext>
            </a:extLst>
          </p:cNvPr>
          <p:cNvSpPr txBox="1">
            <a:spLocks noChangeArrowheads="1"/>
          </p:cNvSpPr>
          <p:nvPr/>
        </p:nvSpPr>
        <p:spPr bwMode="auto">
          <a:xfrm>
            <a:off x="7235825" y="4110038"/>
            <a:ext cx="8636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a:t>头痛</a:t>
            </a:r>
          </a:p>
        </p:txBody>
      </p:sp>
      <p:sp>
        <p:nvSpPr>
          <p:cNvPr id="103431" name="Line 5">
            <a:extLst>
              <a:ext uri="{FF2B5EF4-FFF2-40B4-BE49-F238E27FC236}">
                <a16:creationId xmlns:a16="http://schemas.microsoft.com/office/drawing/2014/main" id="{AECA7585-6E2C-DB50-6836-BEC5C0D2F651}"/>
              </a:ext>
            </a:extLst>
          </p:cNvPr>
          <p:cNvSpPr>
            <a:spLocks noChangeShapeType="1"/>
          </p:cNvSpPr>
          <p:nvPr/>
        </p:nvSpPr>
        <p:spPr bwMode="auto">
          <a:xfrm>
            <a:off x="3492500" y="4398963"/>
            <a:ext cx="3527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32" name="Text Box 6">
            <a:extLst>
              <a:ext uri="{FF2B5EF4-FFF2-40B4-BE49-F238E27FC236}">
                <a16:creationId xmlns:a16="http://schemas.microsoft.com/office/drawing/2014/main" id="{601DD2A9-9A46-B629-0D55-F15D1C952FD5}"/>
              </a:ext>
            </a:extLst>
          </p:cNvPr>
          <p:cNvSpPr txBox="1">
            <a:spLocks noChangeArrowheads="1"/>
          </p:cNvSpPr>
          <p:nvPr/>
        </p:nvSpPr>
        <p:spPr bwMode="auto">
          <a:xfrm>
            <a:off x="5003800" y="3644900"/>
            <a:ext cx="1728788" cy="46672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a:t>没吃止痛片</a:t>
            </a:r>
          </a:p>
        </p:txBody>
      </p:sp>
      <p:sp>
        <p:nvSpPr>
          <p:cNvPr id="103433" name="Text Box 7">
            <a:extLst>
              <a:ext uri="{FF2B5EF4-FFF2-40B4-BE49-F238E27FC236}">
                <a16:creationId xmlns:a16="http://schemas.microsoft.com/office/drawing/2014/main" id="{54CA990E-B17A-0ACE-99EF-37F912071896}"/>
              </a:ext>
            </a:extLst>
          </p:cNvPr>
          <p:cNvSpPr txBox="1">
            <a:spLocks noChangeArrowheads="1"/>
          </p:cNvSpPr>
          <p:nvPr/>
        </p:nvSpPr>
        <p:spPr bwMode="auto">
          <a:xfrm>
            <a:off x="4645025" y="5084763"/>
            <a:ext cx="863600" cy="46672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a:t>弱视</a:t>
            </a:r>
          </a:p>
        </p:txBody>
      </p:sp>
      <p:sp>
        <p:nvSpPr>
          <p:cNvPr id="103434" name="Line 8">
            <a:extLst>
              <a:ext uri="{FF2B5EF4-FFF2-40B4-BE49-F238E27FC236}">
                <a16:creationId xmlns:a16="http://schemas.microsoft.com/office/drawing/2014/main" id="{573612F8-BA4F-DEE6-D1A7-864FA5445A2F}"/>
              </a:ext>
            </a:extLst>
          </p:cNvPr>
          <p:cNvSpPr>
            <a:spLocks noChangeShapeType="1"/>
          </p:cNvSpPr>
          <p:nvPr/>
        </p:nvSpPr>
        <p:spPr bwMode="auto">
          <a:xfrm flipV="1">
            <a:off x="5003800" y="4435475"/>
            <a:ext cx="649288"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35" name="Line 9">
            <a:extLst>
              <a:ext uri="{FF2B5EF4-FFF2-40B4-BE49-F238E27FC236}">
                <a16:creationId xmlns:a16="http://schemas.microsoft.com/office/drawing/2014/main" id="{CEA59857-3425-01BC-86ED-F9B500DC50FD}"/>
              </a:ext>
            </a:extLst>
          </p:cNvPr>
          <p:cNvSpPr>
            <a:spLocks noChangeShapeType="1"/>
          </p:cNvSpPr>
          <p:nvPr/>
        </p:nvSpPr>
        <p:spPr bwMode="auto">
          <a:xfrm>
            <a:off x="5868988" y="4148138"/>
            <a:ext cx="503237" cy="1793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36" name="AutoShape 10">
            <a:extLst>
              <a:ext uri="{FF2B5EF4-FFF2-40B4-BE49-F238E27FC236}">
                <a16:creationId xmlns:a16="http://schemas.microsoft.com/office/drawing/2014/main" id="{C5A950E9-8939-C6F4-B307-85CFD7C08BDD}"/>
              </a:ext>
            </a:extLst>
          </p:cNvPr>
          <p:cNvSpPr>
            <a:spLocks noChangeArrowheads="1"/>
          </p:cNvSpPr>
          <p:nvPr/>
        </p:nvSpPr>
        <p:spPr bwMode="auto">
          <a:xfrm>
            <a:off x="3059113" y="2636838"/>
            <a:ext cx="2087562" cy="649287"/>
          </a:xfrm>
          <a:prstGeom prst="cloudCallout">
            <a:avLst>
              <a:gd name="adj1" fmla="val 65435"/>
              <a:gd name="adj2" fmla="val 106481"/>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CN" sz="2400"/>
              <a:t>???</a:t>
            </a:r>
            <a:r>
              <a:rPr lang="zh-CN" altLang="en-US" sz="2400" b="1">
                <a:solidFill>
                  <a:srgbClr val="FF0000"/>
                </a:solidFill>
              </a:rPr>
              <a:t>症状</a:t>
            </a:r>
            <a:r>
              <a:rPr lang="zh-CN" altLang="en-US" sz="2400"/>
              <a:t>！</a:t>
            </a:r>
          </a:p>
        </p:txBody>
      </p:sp>
      <p:sp>
        <p:nvSpPr>
          <p:cNvPr id="103437" name="AutoShape 11">
            <a:extLst>
              <a:ext uri="{FF2B5EF4-FFF2-40B4-BE49-F238E27FC236}">
                <a16:creationId xmlns:a16="http://schemas.microsoft.com/office/drawing/2014/main" id="{A8F5F3A7-26C0-D903-24BD-50FF0CD75527}"/>
              </a:ext>
            </a:extLst>
          </p:cNvPr>
          <p:cNvSpPr>
            <a:spLocks noChangeArrowheads="1"/>
          </p:cNvSpPr>
          <p:nvPr/>
        </p:nvSpPr>
        <p:spPr bwMode="auto">
          <a:xfrm>
            <a:off x="6084888" y="5589588"/>
            <a:ext cx="2663825" cy="649287"/>
          </a:xfrm>
          <a:prstGeom prst="cloudCallout">
            <a:avLst>
              <a:gd name="adj1" fmla="val -71097"/>
              <a:gd name="adj2" fmla="val -90588"/>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zh-CN" altLang="en-US" sz="2400" b="1">
                <a:solidFill>
                  <a:srgbClr val="FF0000"/>
                </a:solidFill>
              </a:rPr>
              <a:t>根本原因！</a:t>
            </a:r>
          </a:p>
        </p:txBody>
      </p:sp>
      <p:sp>
        <p:nvSpPr>
          <p:cNvPr id="103438" name="Text Box 12">
            <a:extLst>
              <a:ext uri="{FF2B5EF4-FFF2-40B4-BE49-F238E27FC236}">
                <a16:creationId xmlns:a16="http://schemas.microsoft.com/office/drawing/2014/main" id="{9FED2CE1-7080-22C2-0B24-F2B2A3E24007}"/>
              </a:ext>
            </a:extLst>
          </p:cNvPr>
          <p:cNvSpPr txBox="1">
            <a:spLocks noChangeArrowheads="1"/>
          </p:cNvSpPr>
          <p:nvPr/>
        </p:nvSpPr>
        <p:spPr bwMode="auto">
          <a:xfrm>
            <a:off x="2700338" y="4935538"/>
            <a:ext cx="1439862" cy="83185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buClrTx/>
              <a:buFontTx/>
              <a:buNone/>
            </a:pPr>
            <a:r>
              <a:rPr lang="zh-CN" altLang="en-US" sz="2400"/>
              <a:t>没有及时去看医生</a:t>
            </a:r>
          </a:p>
        </p:txBody>
      </p:sp>
      <p:sp>
        <p:nvSpPr>
          <p:cNvPr id="103439" name="Line 13">
            <a:extLst>
              <a:ext uri="{FF2B5EF4-FFF2-40B4-BE49-F238E27FC236}">
                <a16:creationId xmlns:a16="http://schemas.microsoft.com/office/drawing/2014/main" id="{827C0730-C6AB-A4A8-10AD-9F671B2723D4}"/>
              </a:ext>
            </a:extLst>
          </p:cNvPr>
          <p:cNvSpPr>
            <a:spLocks noChangeShapeType="1"/>
          </p:cNvSpPr>
          <p:nvPr/>
        </p:nvSpPr>
        <p:spPr bwMode="auto">
          <a:xfrm flipV="1">
            <a:off x="3636963" y="4429125"/>
            <a:ext cx="574675" cy="4730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0" name="AutoShape 14">
            <a:extLst>
              <a:ext uri="{FF2B5EF4-FFF2-40B4-BE49-F238E27FC236}">
                <a16:creationId xmlns:a16="http://schemas.microsoft.com/office/drawing/2014/main" id="{1E8C9C43-0C10-3E87-D626-9E28DE12B093}"/>
              </a:ext>
            </a:extLst>
          </p:cNvPr>
          <p:cNvSpPr>
            <a:spLocks noChangeArrowheads="1"/>
          </p:cNvSpPr>
          <p:nvPr/>
        </p:nvSpPr>
        <p:spPr bwMode="auto">
          <a:xfrm>
            <a:off x="323850" y="4254500"/>
            <a:ext cx="2087563" cy="1009650"/>
          </a:xfrm>
          <a:prstGeom prst="cloudCallout">
            <a:avLst>
              <a:gd name="adj1" fmla="val 70074"/>
              <a:gd name="adj2" fmla="val 9638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742950" indent="-28575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1143000" indent="-228600">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16002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2057400" indent="-228600">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25146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29718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34290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3886200" indent="-228600"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eaLnBrk="1" hangingPunct="1">
              <a:lnSpc>
                <a:spcPct val="100000"/>
              </a:lnSpc>
              <a:spcBef>
                <a:spcPct val="0"/>
              </a:spcBef>
              <a:buClrTx/>
              <a:buFontTx/>
              <a:buNone/>
            </a:pPr>
            <a:r>
              <a:rPr lang="en-US" altLang="zh-CN" sz="2400"/>
              <a:t>???</a:t>
            </a:r>
            <a:r>
              <a:rPr lang="zh-CN" altLang="en-US" sz="2400" b="1">
                <a:solidFill>
                  <a:srgbClr val="FF0000"/>
                </a:solidFill>
              </a:rPr>
              <a:t>可能的措施</a:t>
            </a:r>
            <a:r>
              <a:rPr lang="zh-CN" altLang="en-US" sz="2400"/>
              <a:t>！</a:t>
            </a: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A1ED9DC1-AADC-7B1A-5CE4-1971FCA34D0A}"/>
              </a:ext>
            </a:extLst>
          </p:cNvPr>
          <p:cNvSpPr>
            <a:spLocks noGrp="1" noChangeArrowheads="1"/>
          </p:cNvSpPr>
          <p:nvPr>
            <p:ph type="title"/>
          </p:nvPr>
        </p:nvSpPr>
        <p:spPr/>
        <p:txBody>
          <a:bodyPr/>
          <a:lstStyle/>
          <a:p>
            <a:r>
              <a:rPr lang="zh-CN" altLang="en-US"/>
              <a:t>排序和筛选根本原因</a:t>
            </a:r>
          </a:p>
        </p:txBody>
      </p:sp>
      <p:sp>
        <p:nvSpPr>
          <p:cNvPr id="3" name="内容占位符 2">
            <a:extLst>
              <a:ext uri="{FF2B5EF4-FFF2-40B4-BE49-F238E27FC236}">
                <a16:creationId xmlns:a16="http://schemas.microsoft.com/office/drawing/2014/main" id="{949E37F8-4F90-58ED-B147-27776819C5CF}"/>
              </a:ext>
            </a:extLst>
          </p:cNvPr>
          <p:cNvSpPr>
            <a:spLocks noGrp="1"/>
          </p:cNvSpPr>
          <p:nvPr>
            <p:ph idx="1"/>
          </p:nvPr>
        </p:nvSpPr>
        <p:spPr/>
        <p:txBody>
          <a:bodyPr/>
          <a:lstStyle/>
          <a:p>
            <a:pPr marL="342900" indent="-342900" eaLnBrk="1" hangingPunct="1">
              <a:buFont typeface="Wingdings" panose="05000000000000000000" pitchFamily="2" charset="2"/>
              <a:buChar char="Ø"/>
              <a:defRPr/>
            </a:pPr>
            <a:r>
              <a:rPr lang="zh-CN" altLang="en-US" dirty="0">
                <a:solidFill>
                  <a:srgbClr val="FF0000"/>
                </a:solidFill>
              </a:rPr>
              <a:t>对挖掘出来的潜在根本原因进行列表归纳</a:t>
            </a:r>
          </a:p>
          <a:p>
            <a:pPr marL="342900" indent="-342900" eaLnBrk="1" hangingPunct="1">
              <a:buFont typeface="Wingdings" panose="05000000000000000000" pitchFamily="2" charset="2"/>
              <a:buChar char="Ø"/>
              <a:defRPr/>
            </a:pPr>
            <a:r>
              <a:rPr lang="zh-CN" altLang="en-US" dirty="0"/>
              <a:t>以团队的形式对所有的潜在根本原因进行优先次序打分为下一步作准备。</a:t>
            </a:r>
          </a:p>
          <a:p>
            <a:pPr>
              <a:defRPr/>
            </a:pPr>
            <a:endParaRPr lang="zh-CN" altLang="en-US" dirty="0"/>
          </a:p>
        </p:txBody>
      </p:sp>
      <p:sp>
        <p:nvSpPr>
          <p:cNvPr id="4" name="页脚占位符 3">
            <a:extLst>
              <a:ext uri="{FF2B5EF4-FFF2-40B4-BE49-F238E27FC236}">
                <a16:creationId xmlns:a16="http://schemas.microsoft.com/office/drawing/2014/main" id="{24ED232A-B59E-64B4-7C88-7CF877B4CAFB}"/>
              </a:ext>
            </a:extLst>
          </p:cNvPr>
          <p:cNvSpPr>
            <a:spLocks noGrp="1"/>
          </p:cNvSpPr>
          <p:nvPr>
            <p:ph type="ftr" sz="quarter" idx="10"/>
          </p:nvPr>
        </p:nvSpPr>
        <p:spPr/>
        <p:txBody>
          <a:bodyPr/>
          <a:lstStyle/>
          <a:p>
            <a:pPr>
              <a:defRPr/>
            </a:pPr>
            <a:r>
              <a:rPr lang="de-DE"/>
              <a:t>Leo Huang</a:t>
            </a:r>
          </a:p>
        </p:txBody>
      </p:sp>
      <p:sp>
        <p:nvSpPr>
          <p:cNvPr id="105477" name="灯片编号占位符 4">
            <a:extLst>
              <a:ext uri="{FF2B5EF4-FFF2-40B4-BE49-F238E27FC236}">
                <a16:creationId xmlns:a16="http://schemas.microsoft.com/office/drawing/2014/main" id="{8856164C-C040-93CC-4C90-B096FCAFA5F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B109964-C1BD-4FA8-9F8A-E2FD25E9AA58}" type="slidenum">
              <a:rPr lang="de-DE" altLang="zh-CN" smtClean="0"/>
              <a:pPr/>
              <a:t>69</a:t>
            </a:fld>
            <a:endParaRPr lang="de-DE" altLang="zh-CN"/>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F77DCD53-169A-D4FE-1016-9952A4CAB5D2}"/>
              </a:ext>
            </a:extLst>
          </p:cNvPr>
          <p:cNvSpPr>
            <a:spLocks noGrp="1" noChangeArrowheads="1"/>
          </p:cNvSpPr>
          <p:nvPr>
            <p:ph type="ctrTitle"/>
          </p:nvPr>
        </p:nvSpPr>
        <p:spPr>
          <a:xfrm>
            <a:off x="3792538" y="2292350"/>
            <a:ext cx="6961187" cy="939800"/>
          </a:xfrm>
        </p:spPr>
        <p:txBody>
          <a:bodyPr/>
          <a:lstStyle/>
          <a:p>
            <a:pPr>
              <a:tabLst>
                <a:tab pos="2328863" algn="l"/>
              </a:tabLst>
            </a:pPr>
            <a:r>
              <a:rPr lang="zh-CN" altLang="en-US" dirty="0"/>
              <a:t>结合课题中的关键性问题，运用鱼骨图（变形），假设原因</a:t>
            </a:r>
          </a:p>
        </p:txBody>
      </p:sp>
      <p:sp>
        <p:nvSpPr>
          <p:cNvPr id="111619" name="页脚占位符 2">
            <a:extLst>
              <a:ext uri="{FF2B5EF4-FFF2-40B4-BE49-F238E27FC236}">
                <a16:creationId xmlns:a16="http://schemas.microsoft.com/office/drawing/2014/main" id="{E86F6E0C-4A5F-D7B5-FC24-B3E41EA0455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11620" name="灯片编号占位符 3">
            <a:extLst>
              <a:ext uri="{FF2B5EF4-FFF2-40B4-BE49-F238E27FC236}">
                <a16:creationId xmlns:a16="http://schemas.microsoft.com/office/drawing/2014/main" id="{D0D541DD-4D60-8B92-329B-C0945E5C626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DACD2BC-0B22-41B7-8B21-9AFB23D1A30E}" type="slidenum">
              <a:rPr lang="de-DE" altLang="zh-CN" smtClean="0"/>
              <a:pPr/>
              <a:t>70</a:t>
            </a:fld>
            <a:endParaRPr lang="de-DE" altLang="zh-CN"/>
          </a:p>
        </p:txBody>
      </p:sp>
      <p:sp>
        <p:nvSpPr>
          <p:cNvPr id="111621" name="文本框 2">
            <a:extLst>
              <a:ext uri="{FF2B5EF4-FFF2-40B4-BE49-F238E27FC236}">
                <a16:creationId xmlns:a16="http://schemas.microsoft.com/office/drawing/2014/main" id="{4114FF63-C8E0-4F8A-22BA-8BC3AE70CCBA}"/>
              </a:ext>
            </a:extLst>
          </p:cNvPr>
          <p:cNvSpPr txBox="1">
            <a:spLocks noChangeArrowheads="1"/>
          </p:cNvSpPr>
          <p:nvPr/>
        </p:nvSpPr>
        <p:spPr bwMode="auto">
          <a:xfrm>
            <a:off x="4403725" y="3625850"/>
            <a:ext cx="6105525"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a:latin typeface="微软雅黑" panose="020B0503020204020204" pitchFamily="34" charset="-122"/>
                <a:ea typeface="微软雅黑" panose="020B0503020204020204" pitchFamily="34" charset="-122"/>
              </a:rPr>
              <a:t>注意：</a:t>
            </a:r>
          </a:p>
          <a:p>
            <a:pPr eaLnBrk="1" hangingPunct="1">
              <a:spcBef>
                <a:spcPct val="50000"/>
              </a:spcBef>
            </a:pPr>
            <a:r>
              <a:rPr lang="zh-CN" altLang="en-US">
                <a:latin typeface="微软雅黑" panose="020B0503020204020204" pitchFamily="34" charset="-122"/>
                <a:ea typeface="微软雅黑" panose="020B0503020204020204" pitchFamily="34" charset="-122"/>
              </a:rPr>
              <a:t>1 运用脑力激荡法</a:t>
            </a:r>
          </a:p>
          <a:p>
            <a:pPr eaLnBrk="1" hangingPunct="1">
              <a:spcBef>
                <a:spcPct val="50000"/>
              </a:spcBef>
            </a:pPr>
            <a:r>
              <a:rPr lang="zh-CN" altLang="en-US">
                <a:latin typeface="微软雅黑" panose="020B0503020204020204" pitchFamily="34" charset="-122"/>
                <a:ea typeface="微软雅黑" panose="020B0503020204020204" pitchFamily="34" charset="-122"/>
              </a:rPr>
              <a:t>2 连续问“为什么”</a:t>
            </a:r>
          </a:p>
          <a:p>
            <a:pPr eaLnBrk="1" hangingPunct="1">
              <a:spcBef>
                <a:spcPct val="50000"/>
              </a:spcBef>
            </a:pPr>
            <a:r>
              <a:rPr lang="zh-CN" altLang="en-US">
                <a:latin typeface="微软雅黑" panose="020B0503020204020204" pitchFamily="34" charset="-122"/>
                <a:ea typeface="微软雅黑" panose="020B0503020204020204" pitchFamily="34" charset="-122"/>
              </a:rPr>
              <a:t>3 避免“症状” 和 “万能”的原因</a:t>
            </a:r>
            <a:endParaRPr lang="en-US" altLang="zh-CN">
              <a:latin typeface="微软雅黑" panose="020B0503020204020204" pitchFamily="34" charset="-122"/>
              <a:ea typeface="微软雅黑" panose="020B0503020204020204" pitchFamily="34" charset="-122"/>
            </a:endParaRPr>
          </a:p>
          <a:p>
            <a:pPr eaLnBrk="1" hangingPunct="1">
              <a:spcBef>
                <a:spcPct val="50000"/>
              </a:spcBef>
            </a:pPr>
            <a:endParaRPr lang="en-US" altLang="zh-CN">
              <a:latin typeface="微软雅黑" panose="020B0503020204020204" pitchFamily="34" charset="-122"/>
              <a:ea typeface="微软雅黑" panose="020B0503020204020204" pitchFamily="34" charset="-122"/>
            </a:endParaRPr>
          </a:p>
          <a:p>
            <a:pPr eaLnBrk="1" hangingPunct="1">
              <a:spcBef>
                <a:spcPct val="50000"/>
              </a:spcBef>
            </a:pPr>
            <a:r>
              <a:rPr lang="zh-CN" altLang="en-US">
                <a:latin typeface="微软雅黑" panose="020B0503020204020204" pitchFamily="34" charset="-122"/>
                <a:ea typeface="微软雅黑" panose="020B0503020204020204" pitchFamily="34" charset="-122"/>
              </a:rPr>
              <a:t>时间：</a:t>
            </a:r>
            <a:r>
              <a:rPr lang="en-US" altLang="zh-CN">
                <a:latin typeface="微软雅黑" panose="020B0503020204020204" pitchFamily="34" charset="-122"/>
                <a:ea typeface="微软雅黑" panose="020B0503020204020204" pitchFamily="34" charset="-122"/>
              </a:rPr>
              <a:t>20</a:t>
            </a:r>
            <a:r>
              <a:rPr lang="zh-CN" altLang="en-US">
                <a:latin typeface="微软雅黑" panose="020B0503020204020204" pitchFamily="34" charset="-122"/>
                <a:ea typeface="微软雅黑" panose="020B0503020204020204" pitchFamily="34" charset="-122"/>
              </a:rPr>
              <a:t>分钟</a:t>
            </a: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文本占位符 1">
            <a:extLst>
              <a:ext uri="{FF2B5EF4-FFF2-40B4-BE49-F238E27FC236}">
                <a16:creationId xmlns:a16="http://schemas.microsoft.com/office/drawing/2014/main" id="{146162A1-9748-4C33-9B99-D2BD0DEE968D}"/>
              </a:ext>
            </a:extLst>
          </p:cNvPr>
          <p:cNvSpPr>
            <a:spLocks noGrp="1" noChangeArrowheads="1"/>
          </p:cNvSpPr>
          <p:nvPr>
            <p:ph type="body" sz="quarter" idx="12"/>
          </p:nvPr>
        </p:nvSpPr>
        <p:spPr>
          <a:xfrm>
            <a:off x="4386263" y="2211388"/>
            <a:ext cx="3822700" cy="430212"/>
          </a:xfrm>
        </p:spPr>
        <p:txBody>
          <a:bodyPr/>
          <a:lstStyle/>
          <a:p>
            <a:pPr fontAlgn="auto"/>
            <a:r>
              <a:rPr lang="zh-CN" altLang="en-US" sz="1800" b="1" dirty="0">
                <a:solidFill>
                  <a:srgbClr val="404040"/>
                </a:solidFill>
                <a:latin typeface="微软雅黑" panose="020B0503020204020204" pitchFamily="34" charset="-122"/>
                <a:ea typeface="Lantinghei SC Demibold"/>
                <a:cs typeface="Lantinghei SC Demibold"/>
              </a:rPr>
              <a:t>步骤五：制定对策</a:t>
            </a:r>
          </a:p>
        </p:txBody>
      </p:sp>
      <p:sp>
        <p:nvSpPr>
          <p:cNvPr id="109571" name="页脚占位符 2">
            <a:extLst>
              <a:ext uri="{FF2B5EF4-FFF2-40B4-BE49-F238E27FC236}">
                <a16:creationId xmlns:a16="http://schemas.microsoft.com/office/drawing/2014/main" id="{9C132717-83C9-4196-9270-BB165BCEA523}"/>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09572" name="灯片编号占位符 3">
            <a:extLst>
              <a:ext uri="{FF2B5EF4-FFF2-40B4-BE49-F238E27FC236}">
                <a16:creationId xmlns:a16="http://schemas.microsoft.com/office/drawing/2014/main" id="{9DEAC609-C94B-4D2D-A46B-AE84FF87B350}"/>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93710BF-B52E-4282-8761-5124759E6891}" type="slidenum">
              <a:rPr lang="de-DE" altLang="zh-CN" smtClean="0"/>
              <a:pPr/>
              <a:t>71</a:t>
            </a:fld>
            <a:endParaRPr lang="de-DE" altLang="zh-CN"/>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1">
            <a:extLst>
              <a:ext uri="{FF2B5EF4-FFF2-40B4-BE49-F238E27FC236}">
                <a16:creationId xmlns:a16="http://schemas.microsoft.com/office/drawing/2014/main" id="{42647863-0FC9-4767-A38B-3B4560D7354E}"/>
              </a:ext>
            </a:extLst>
          </p:cNvPr>
          <p:cNvSpPr>
            <a:spLocks noGrp="1"/>
          </p:cNvSpPr>
          <p:nvPr/>
        </p:nvSpPr>
        <p:spPr>
          <a:xfrm>
            <a:off x="723900" y="542925"/>
            <a:ext cx="10820400" cy="495300"/>
          </a:xfrm>
          <a:prstGeom prst="rect">
            <a:avLst/>
          </a:prstGeom>
          <a:noFill/>
          <a:ln w="0">
            <a:noFill/>
            <a:prstDash val="solid"/>
          </a:ln>
        </p:spPr>
        <p:txBody>
          <a:bodyPr anchor="ctr"/>
          <a:lstStyle/>
          <a:p>
            <a:pPr algn="l">
              <a:defRPr sz="2625" b="1">
                <a:solidFill>
                  <a:srgbClr val="10233F"/>
                </a:solidFill>
              </a:defRPr>
            </a:pPr>
            <a:r>
              <a:rPr lang="zh-CN" altLang="en-US" sz="2625" b="1" dirty="0">
                <a:solidFill>
                  <a:srgbClr val="10233F"/>
                </a:solidFill>
                <a:latin typeface="微软雅黑" panose="020B0503020204020204" pitchFamily="34" charset="-122"/>
                <a:ea typeface="微软雅黑" panose="020B0503020204020204" pitchFamily="34" charset="-122"/>
              </a:rPr>
              <a:t>创造对策：</a:t>
            </a:r>
            <a:r>
              <a:rPr lang="en-US" altLang="zh-CN" sz="2625" b="1" dirty="0">
                <a:solidFill>
                  <a:srgbClr val="10233F"/>
                </a:solidFill>
                <a:latin typeface="微软雅黑" panose="020B0503020204020204" pitchFamily="34" charset="-122"/>
                <a:ea typeface="微软雅黑" panose="020B0503020204020204" pitchFamily="34" charset="-122"/>
              </a:rPr>
              <a:t>5W1H</a:t>
            </a:r>
            <a:r>
              <a:rPr lang="zh-CN" altLang="en-US" sz="2625" b="1" dirty="0">
                <a:solidFill>
                  <a:srgbClr val="10233F"/>
                </a:solidFill>
                <a:latin typeface="微软雅黑" panose="020B0503020204020204" pitchFamily="34" charset="-122"/>
                <a:ea typeface="微软雅黑" panose="020B0503020204020204" pitchFamily="34" charset="-122"/>
              </a:rPr>
              <a:t>提问</a:t>
            </a:r>
            <a:endParaRPr sz="2625" b="1" dirty="0">
              <a:solidFill>
                <a:srgbClr val="10233F"/>
              </a:solidFill>
              <a:latin typeface="微软雅黑" panose="020B0503020204020204" pitchFamily="34" charset="-122"/>
              <a:ea typeface="微软雅黑" panose="020B0503020204020204" pitchFamily="34" charset="-122"/>
            </a:endParaRPr>
          </a:p>
        </p:txBody>
      </p:sp>
      <p:sp>
        <p:nvSpPr>
          <p:cNvPr id="7" name="qbg-0">
            <a:extLst>
              <a:ext uri="{FF2B5EF4-FFF2-40B4-BE49-F238E27FC236}">
                <a16:creationId xmlns:a16="http://schemas.microsoft.com/office/drawing/2014/main" id="{450A8F56-C075-46E8-8F11-D69B7F430E4A}"/>
              </a:ext>
            </a:extLst>
          </p:cNvPr>
          <p:cNvSpPr>
            <a:spLocks noGrp="1"/>
          </p:cNvSpPr>
          <p:nvPr/>
        </p:nvSpPr>
        <p:spPr>
          <a:xfrm>
            <a:off x="723900" y="2009775"/>
            <a:ext cx="3286125" cy="1390650"/>
          </a:xfrm>
          <a:prstGeom prst="roundRect">
            <a:avLst>
              <a:gd name="adj" fmla="val 6849"/>
            </a:avLst>
          </a:prstGeom>
          <a:solidFill>
            <a:srgbClr val="FFF5DF"/>
          </a:solidFill>
          <a:ln w="10478">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q-0-c">
            <a:extLst>
              <a:ext uri="{FF2B5EF4-FFF2-40B4-BE49-F238E27FC236}">
                <a16:creationId xmlns:a16="http://schemas.microsoft.com/office/drawing/2014/main" id="{66A8BFFD-5FB0-42C9-B7C4-1DDEA9E494AE}"/>
              </a:ext>
            </a:extLst>
          </p:cNvPr>
          <p:cNvSpPr>
            <a:spLocks noGrp="1"/>
          </p:cNvSpPr>
          <p:nvPr/>
        </p:nvSpPr>
        <p:spPr>
          <a:xfrm>
            <a:off x="895350" y="2181225"/>
            <a:ext cx="514350" cy="514350"/>
          </a:xfrm>
          <a:prstGeom prst="ellipse">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q-0-l">
            <a:extLst>
              <a:ext uri="{FF2B5EF4-FFF2-40B4-BE49-F238E27FC236}">
                <a16:creationId xmlns:a16="http://schemas.microsoft.com/office/drawing/2014/main" id="{668C125C-6B96-4AF1-AB95-023C3D74228C}"/>
              </a:ext>
            </a:extLst>
          </p:cNvPr>
          <p:cNvSpPr>
            <a:spLocks noGrp="1"/>
          </p:cNvSpPr>
          <p:nvPr/>
        </p:nvSpPr>
        <p:spPr>
          <a:xfrm>
            <a:off x="962025" y="2247900"/>
            <a:ext cx="38100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W</a:t>
            </a:r>
          </a:p>
        </p:txBody>
      </p:sp>
      <p:sp>
        <p:nvSpPr>
          <p:cNvPr id="10" name="q-0-name">
            <a:extLst>
              <a:ext uri="{FF2B5EF4-FFF2-40B4-BE49-F238E27FC236}">
                <a16:creationId xmlns:a16="http://schemas.microsoft.com/office/drawing/2014/main" id="{7E88376C-3740-427C-8C8E-7DD034286CDE}"/>
              </a:ext>
            </a:extLst>
          </p:cNvPr>
          <p:cNvSpPr>
            <a:spLocks noGrp="1"/>
          </p:cNvSpPr>
          <p:nvPr/>
        </p:nvSpPr>
        <p:spPr>
          <a:xfrm>
            <a:off x="1543050" y="2209800"/>
            <a:ext cx="1428750" cy="257175"/>
          </a:xfrm>
          <a:prstGeom prst="rect">
            <a:avLst/>
          </a:prstGeom>
          <a:noFill/>
          <a:ln w="0">
            <a:noFill/>
            <a:prstDash val="solid"/>
          </a:ln>
        </p:spPr>
        <p:txBody>
          <a:bodyPr anchor="ctr"/>
          <a:lstStyle/>
          <a:p>
            <a:pPr algn="l">
              <a:defRPr sz="1350" b="1">
                <a:solidFill>
                  <a:srgbClr val="D78900"/>
                </a:solidFill>
              </a:defRPr>
            </a:pPr>
            <a:r>
              <a:rPr sz="1350" b="1">
                <a:solidFill>
                  <a:srgbClr val="D78900"/>
                </a:solidFill>
                <a:latin typeface="微软雅黑" panose="020B0503020204020204" pitchFamily="34" charset="-122"/>
                <a:ea typeface="微软雅黑" panose="020B0503020204020204" pitchFamily="34" charset="-122"/>
              </a:rPr>
              <a:t>WHY｜目的</a:t>
            </a:r>
          </a:p>
        </p:txBody>
      </p:sp>
      <p:sp>
        <p:nvSpPr>
          <p:cNvPr id="11" name="qt-0">
            <a:extLst>
              <a:ext uri="{FF2B5EF4-FFF2-40B4-BE49-F238E27FC236}">
                <a16:creationId xmlns:a16="http://schemas.microsoft.com/office/drawing/2014/main" id="{191D1FEE-9A1D-4C54-B9D7-9FF34D876F07}"/>
              </a:ext>
            </a:extLst>
          </p:cNvPr>
          <p:cNvSpPr>
            <a:spLocks noGrp="1"/>
          </p:cNvSpPr>
          <p:nvPr/>
        </p:nvSpPr>
        <p:spPr>
          <a:xfrm>
            <a:off x="952500" y="2743200"/>
            <a:ext cx="2828925" cy="514350"/>
          </a:xfrm>
          <a:prstGeom prst="rect">
            <a:avLst/>
          </a:prstGeom>
          <a:noFill/>
          <a:ln w="0">
            <a:noFill/>
            <a:prstDash val="solid"/>
          </a:ln>
        </p:spPr>
        <p:txBody>
          <a:bodyPr anchor="ctr"/>
          <a:lstStyle/>
          <a:p>
            <a:pPr algn="ctr">
              <a:defRPr sz="1200" b="0">
                <a:solidFill>
                  <a:srgbClr val="10233F"/>
                </a:solidFill>
              </a:defRPr>
            </a:pPr>
            <a:r>
              <a:rPr lang="zh-CN" altLang="zh-CN" sz="1200" dirty="0">
                <a:latin typeface="微软雅黑" panose="020B0503020204020204" pitchFamily="34" charset="-122"/>
                <a:ea typeface="微软雅黑" panose="020B0503020204020204" pitchFamily="34" charset="-122"/>
              </a:rPr>
              <a:t>真正需要实现的结果是什么？这件事必须做吗？</a:t>
            </a:r>
            <a:endParaRPr sz="1200" b="0" dirty="0">
              <a:solidFill>
                <a:srgbClr val="10233F"/>
              </a:solidFill>
              <a:latin typeface="微软雅黑" panose="020B0503020204020204" pitchFamily="34" charset="-122"/>
              <a:ea typeface="微软雅黑" panose="020B0503020204020204" pitchFamily="34" charset="-122"/>
            </a:endParaRPr>
          </a:p>
        </p:txBody>
      </p:sp>
      <p:sp>
        <p:nvSpPr>
          <p:cNvPr id="12" name="qbg-1">
            <a:extLst>
              <a:ext uri="{FF2B5EF4-FFF2-40B4-BE49-F238E27FC236}">
                <a16:creationId xmlns:a16="http://schemas.microsoft.com/office/drawing/2014/main" id="{4D2BA9DB-9420-414C-851E-07F39BABEFB6}"/>
              </a:ext>
            </a:extLst>
          </p:cNvPr>
          <p:cNvSpPr>
            <a:spLocks noGrp="1"/>
          </p:cNvSpPr>
          <p:nvPr/>
        </p:nvSpPr>
        <p:spPr>
          <a:xfrm>
            <a:off x="4314825" y="2009775"/>
            <a:ext cx="3286125" cy="1390650"/>
          </a:xfrm>
          <a:prstGeom prst="roundRect">
            <a:avLst>
              <a:gd name="adj" fmla="val 6849"/>
            </a:avLst>
          </a:prstGeom>
          <a:solidFill>
            <a:srgbClr val="EAF3FF"/>
          </a:solidFill>
          <a:ln w="10478">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q-1-c">
            <a:extLst>
              <a:ext uri="{FF2B5EF4-FFF2-40B4-BE49-F238E27FC236}">
                <a16:creationId xmlns:a16="http://schemas.microsoft.com/office/drawing/2014/main" id="{1C986D69-B954-400B-9752-1D01286C83E4}"/>
              </a:ext>
            </a:extLst>
          </p:cNvPr>
          <p:cNvSpPr>
            <a:spLocks noGrp="1"/>
          </p:cNvSpPr>
          <p:nvPr/>
        </p:nvSpPr>
        <p:spPr>
          <a:xfrm>
            <a:off x="4486275" y="2181225"/>
            <a:ext cx="514350" cy="514350"/>
          </a:xfrm>
          <a:prstGeom prst="ellipse">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q-1-l">
            <a:extLst>
              <a:ext uri="{FF2B5EF4-FFF2-40B4-BE49-F238E27FC236}">
                <a16:creationId xmlns:a16="http://schemas.microsoft.com/office/drawing/2014/main" id="{A851DCF4-E6ED-4668-97AA-7AB452994900}"/>
              </a:ext>
            </a:extLst>
          </p:cNvPr>
          <p:cNvSpPr>
            <a:spLocks noGrp="1"/>
          </p:cNvSpPr>
          <p:nvPr/>
        </p:nvSpPr>
        <p:spPr>
          <a:xfrm>
            <a:off x="4552950" y="2247900"/>
            <a:ext cx="38100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W</a:t>
            </a:r>
          </a:p>
        </p:txBody>
      </p:sp>
      <p:sp>
        <p:nvSpPr>
          <p:cNvPr id="15" name="q-1-name">
            <a:extLst>
              <a:ext uri="{FF2B5EF4-FFF2-40B4-BE49-F238E27FC236}">
                <a16:creationId xmlns:a16="http://schemas.microsoft.com/office/drawing/2014/main" id="{F061D19B-050A-4201-B228-26BFE8E2807D}"/>
              </a:ext>
            </a:extLst>
          </p:cNvPr>
          <p:cNvSpPr>
            <a:spLocks noGrp="1"/>
          </p:cNvSpPr>
          <p:nvPr/>
        </p:nvSpPr>
        <p:spPr>
          <a:xfrm>
            <a:off x="5133975" y="2209800"/>
            <a:ext cx="1428750" cy="257175"/>
          </a:xfrm>
          <a:prstGeom prst="rect">
            <a:avLst/>
          </a:prstGeom>
          <a:noFill/>
          <a:ln w="0">
            <a:noFill/>
            <a:prstDash val="solid"/>
          </a:ln>
        </p:spPr>
        <p:txBody>
          <a:bodyPr anchor="ctr"/>
          <a:lstStyle/>
          <a:p>
            <a:pPr algn="l">
              <a:defRPr sz="1350" b="1">
                <a:solidFill>
                  <a:srgbClr val="3478E5"/>
                </a:solidFill>
              </a:defRPr>
            </a:pPr>
            <a:r>
              <a:rPr sz="1350" b="1">
                <a:solidFill>
                  <a:srgbClr val="3478E5"/>
                </a:solidFill>
                <a:latin typeface="微软雅黑" panose="020B0503020204020204" pitchFamily="34" charset="-122"/>
                <a:ea typeface="微软雅黑" panose="020B0503020204020204" pitchFamily="34" charset="-122"/>
              </a:rPr>
              <a:t>WHAT｜内容</a:t>
            </a:r>
          </a:p>
        </p:txBody>
      </p:sp>
      <p:sp>
        <p:nvSpPr>
          <p:cNvPr id="16" name="qt-1">
            <a:extLst>
              <a:ext uri="{FF2B5EF4-FFF2-40B4-BE49-F238E27FC236}">
                <a16:creationId xmlns:a16="http://schemas.microsoft.com/office/drawing/2014/main" id="{CF66996E-9402-4DAC-8888-A630E276ADFC}"/>
              </a:ext>
            </a:extLst>
          </p:cNvPr>
          <p:cNvSpPr>
            <a:spLocks noGrp="1"/>
          </p:cNvSpPr>
          <p:nvPr/>
        </p:nvSpPr>
        <p:spPr>
          <a:xfrm>
            <a:off x="4543425" y="2743200"/>
            <a:ext cx="2956731" cy="514350"/>
          </a:xfrm>
          <a:prstGeom prst="rect">
            <a:avLst/>
          </a:prstGeom>
          <a:noFill/>
          <a:ln w="0">
            <a:noFill/>
            <a:prstDash val="solid"/>
          </a:ln>
        </p:spPr>
        <p:txBody>
          <a:bodyPr anchor="ctr"/>
          <a:lstStyle/>
          <a:p>
            <a:pPr algn="ctr">
              <a:defRPr sz="1200" b="0">
                <a:solidFill>
                  <a:srgbClr val="10233F"/>
                </a:solidFill>
              </a:defRPr>
            </a:pPr>
            <a:r>
              <a:rPr sz="1200" b="0" dirty="0" err="1">
                <a:solidFill>
                  <a:srgbClr val="10233F"/>
                </a:solidFill>
                <a:latin typeface="微软雅黑" panose="020B0503020204020204" pitchFamily="34" charset="-122"/>
                <a:ea typeface="微软雅黑" panose="020B0503020204020204" pitchFamily="34" charset="-122"/>
              </a:rPr>
              <a:t>究竟要完成什么功能？哪些内容可改变</a:t>
            </a:r>
            <a:r>
              <a:rPr sz="1200" b="0" dirty="0">
                <a:solidFill>
                  <a:srgbClr val="10233F"/>
                </a:solidFill>
                <a:latin typeface="微软雅黑" panose="020B0503020204020204" pitchFamily="34" charset="-122"/>
                <a:ea typeface="微软雅黑" panose="020B0503020204020204" pitchFamily="34" charset="-122"/>
              </a:rPr>
              <a:t>？</a:t>
            </a:r>
          </a:p>
        </p:txBody>
      </p:sp>
      <p:sp>
        <p:nvSpPr>
          <p:cNvPr id="17" name="qbg-2">
            <a:extLst>
              <a:ext uri="{FF2B5EF4-FFF2-40B4-BE49-F238E27FC236}">
                <a16:creationId xmlns:a16="http://schemas.microsoft.com/office/drawing/2014/main" id="{639B13A3-4F77-4F21-9D8B-CDB699AF9B3D}"/>
              </a:ext>
            </a:extLst>
          </p:cNvPr>
          <p:cNvSpPr>
            <a:spLocks noGrp="1"/>
          </p:cNvSpPr>
          <p:nvPr/>
        </p:nvSpPr>
        <p:spPr>
          <a:xfrm>
            <a:off x="7905750" y="2009775"/>
            <a:ext cx="3286125" cy="1390650"/>
          </a:xfrm>
          <a:prstGeom prst="roundRect">
            <a:avLst>
              <a:gd name="adj" fmla="val 6849"/>
            </a:avLst>
          </a:prstGeom>
          <a:solidFill>
            <a:srgbClr val="E5F7F8"/>
          </a:solidFill>
          <a:ln w="10478">
            <a:solidFill>
              <a:srgbClr val="12A7B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q-2-c">
            <a:extLst>
              <a:ext uri="{FF2B5EF4-FFF2-40B4-BE49-F238E27FC236}">
                <a16:creationId xmlns:a16="http://schemas.microsoft.com/office/drawing/2014/main" id="{4F0049E7-6EC5-4535-9677-0A718CAD66E4}"/>
              </a:ext>
            </a:extLst>
          </p:cNvPr>
          <p:cNvSpPr>
            <a:spLocks noGrp="1"/>
          </p:cNvSpPr>
          <p:nvPr/>
        </p:nvSpPr>
        <p:spPr>
          <a:xfrm>
            <a:off x="8077200" y="2181225"/>
            <a:ext cx="514350" cy="514350"/>
          </a:xfrm>
          <a:prstGeom prst="ellipse">
            <a:avLst/>
          </a:prstGeom>
          <a:solidFill>
            <a:srgbClr val="12A7BD"/>
          </a:solidFill>
          <a:ln w="0">
            <a:solidFill>
              <a:srgbClr val="12A7B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q-2-l">
            <a:extLst>
              <a:ext uri="{FF2B5EF4-FFF2-40B4-BE49-F238E27FC236}">
                <a16:creationId xmlns:a16="http://schemas.microsoft.com/office/drawing/2014/main" id="{736DAB38-ACC6-4F15-8EB4-D94F3006EE4C}"/>
              </a:ext>
            </a:extLst>
          </p:cNvPr>
          <p:cNvSpPr>
            <a:spLocks noGrp="1"/>
          </p:cNvSpPr>
          <p:nvPr/>
        </p:nvSpPr>
        <p:spPr>
          <a:xfrm>
            <a:off x="8143875" y="2247900"/>
            <a:ext cx="38100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W</a:t>
            </a:r>
          </a:p>
        </p:txBody>
      </p:sp>
      <p:sp>
        <p:nvSpPr>
          <p:cNvPr id="20" name="q-2-name">
            <a:extLst>
              <a:ext uri="{FF2B5EF4-FFF2-40B4-BE49-F238E27FC236}">
                <a16:creationId xmlns:a16="http://schemas.microsoft.com/office/drawing/2014/main" id="{2ECE0634-0826-410D-A664-70B9A618F4B0}"/>
              </a:ext>
            </a:extLst>
          </p:cNvPr>
          <p:cNvSpPr>
            <a:spLocks noGrp="1"/>
          </p:cNvSpPr>
          <p:nvPr/>
        </p:nvSpPr>
        <p:spPr>
          <a:xfrm>
            <a:off x="8724900" y="2209800"/>
            <a:ext cx="1428750" cy="257175"/>
          </a:xfrm>
          <a:prstGeom prst="rect">
            <a:avLst/>
          </a:prstGeom>
          <a:noFill/>
          <a:ln w="0">
            <a:noFill/>
            <a:prstDash val="solid"/>
          </a:ln>
        </p:spPr>
        <p:txBody>
          <a:bodyPr anchor="ctr"/>
          <a:lstStyle/>
          <a:p>
            <a:pPr algn="l">
              <a:defRPr sz="1350" b="1">
                <a:solidFill>
                  <a:srgbClr val="12A7BD"/>
                </a:solidFill>
              </a:defRPr>
            </a:pPr>
            <a:r>
              <a:rPr sz="1350" b="1" dirty="0" err="1">
                <a:solidFill>
                  <a:srgbClr val="12A7BD"/>
                </a:solidFill>
                <a:latin typeface="微软雅黑" panose="020B0503020204020204" pitchFamily="34" charset="-122"/>
                <a:ea typeface="微软雅黑" panose="020B0503020204020204" pitchFamily="34" charset="-122"/>
              </a:rPr>
              <a:t>WHERE｜空间</a:t>
            </a:r>
            <a:endParaRPr sz="1350" b="1" dirty="0">
              <a:solidFill>
                <a:srgbClr val="12A7BD"/>
              </a:solidFill>
              <a:latin typeface="微软雅黑" panose="020B0503020204020204" pitchFamily="34" charset="-122"/>
              <a:ea typeface="微软雅黑" panose="020B0503020204020204" pitchFamily="34" charset="-122"/>
            </a:endParaRPr>
          </a:p>
        </p:txBody>
      </p:sp>
      <p:sp>
        <p:nvSpPr>
          <p:cNvPr id="21" name="qt-2">
            <a:extLst>
              <a:ext uri="{FF2B5EF4-FFF2-40B4-BE49-F238E27FC236}">
                <a16:creationId xmlns:a16="http://schemas.microsoft.com/office/drawing/2014/main" id="{80787531-766F-4B50-A51D-082BD930E6B7}"/>
              </a:ext>
            </a:extLst>
          </p:cNvPr>
          <p:cNvSpPr>
            <a:spLocks noGrp="1"/>
          </p:cNvSpPr>
          <p:nvPr/>
        </p:nvSpPr>
        <p:spPr>
          <a:xfrm>
            <a:off x="7896200" y="2743200"/>
            <a:ext cx="3286125" cy="514350"/>
          </a:xfrm>
          <a:prstGeom prst="rect">
            <a:avLst/>
          </a:prstGeom>
          <a:noFill/>
          <a:ln w="0">
            <a:noFill/>
            <a:prstDash val="solid"/>
          </a:ln>
        </p:spPr>
        <p:txBody>
          <a:bodyPr anchor="ctr"/>
          <a:lstStyle/>
          <a:p>
            <a:pPr algn="ctr">
              <a:defRPr sz="1200" b="0">
                <a:solidFill>
                  <a:srgbClr val="10233F"/>
                </a:solidFill>
              </a:defRPr>
            </a:pPr>
            <a:r>
              <a:rPr lang="zh-CN" altLang="zh-CN" sz="1200" dirty="0">
                <a:latin typeface="微软雅黑" panose="020B0503020204020204" pitchFamily="34" charset="-122"/>
                <a:ea typeface="微软雅黑" panose="020B0503020204020204" pitchFamily="34" charset="-122"/>
              </a:rPr>
              <a:t>能否换地点、分区域、集中或就近处理？</a:t>
            </a:r>
            <a:endParaRPr sz="1200" b="0" dirty="0">
              <a:solidFill>
                <a:srgbClr val="10233F"/>
              </a:solidFill>
              <a:latin typeface="微软雅黑" panose="020B0503020204020204" pitchFamily="34" charset="-122"/>
              <a:ea typeface="微软雅黑" panose="020B0503020204020204" pitchFamily="34" charset="-122"/>
            </a:endParaRPr>
          </a:p>
        </p:txBody>
      </p:sp>
      <p:sp>
        <p:nvSpPr>
          <p:cNvPr id="22" name="qbg-3">
            <a:extLst>
              <a:ext uri="{FF2B5EF4-FFF2-40B4-BE49-F238E27FC236}">
                <a16:creationId xmlns:a16="http://schemas.microsoft.com/office/drawing/2014/main" id="{B09EE5AF-A2EA-41D8-9ECF-7D6F5E93DD53}"/>
              </a:ext>
            </a:extLst>
          </p:cNvPr>
          <p:cNvSpPr>
            <a:spLocks noGrp="1"/>
          </p:cNvSpPr>
          <p:nvPr/>
        </p:nvSpPr>
        <p:spPr>
          <a:xfrm>
            <a:off x="723900" y="3686175"/>
            <a:ext cx="3286125" cy="1390650"/>
          </a:xfrm>
          <a:prstGeom prst="roundRect">
            <a:avLst>
              <a:gd name="adj" fmla="val 6849"/>
            </a:avLst>
          </a:prstGeom>
          <a:solidFill>
            <a:srgbClr val="F2EDFF"/>
          </a:solidFill>
          <a:ln w="10478">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q-3-c">
            <a:extLst>
              <a:ext uri="{FF2B5EF4-FFF2-40B4-BE49-F238E27FC236}">
                <a16:creationId xmlns:a16="http://schemas.microsoft.com/office/drawing/2014/main" id="{60D4F7C7-151E-49E4-BB4E-6B0CD9449094}"/>
              </a:ext>
            </a:extLst>
          </p:cNvPr>
          <p:cNvSpPr>
            <a:spLocks noGrp="1"/>
          </p:cNvSpPr>
          <p:nvPr/>
        </p:nvSpPr>
        <p:spPr>
          <a:xfrm>
            <a:off x="895350" y="3857625"/>
            <a:ext cx="514350" cy="514350"/>
          </a:xfrm>
          <a:prstGeom prst="ellipse">
            <a:avLst/>
          </a:prstGeom>
          <a:solidFill>
            <a:srgbClr val="7457C8"/>
          </a:solidFill>
          <a:ln w="0">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q-3-l">
            <a:extLst>
              <a:ext uri="{FF2B5EF4-FFF2-40B4-BE49-F238E27FC236}">
                <a16:creationId xmlns:a16="http://schemas.microsoft.com/office/drawing/2014/main" id="{FF250B61-6557-4D42-AB41-A02A3108D0DA}"/>
              </a:ext>
            </a:extLst>
          </p:cNvPr>
          <p:cNvSpPr>
            <a:spLocks noGrp="1"/>
          </p:cNvSpPr>
          <p:nvPr/>
        </p:nvSpPr>
        <p:spPr>
          <a:xfrm>
            <a:off x="962025" y="3924300"/>
            <a:ext cx="38100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W</a:t>
            </a:r>
          </a:p>
        </p:txBody>
      </p:sp>
      <p:sp>
        <p:nvSpPr>
          <p:cNvPr id="25" name="q-3-name">
            <a:extLst>
              <a:ext uri="{FF2B5EF4-FFF2-40B4-BE49-F238E27FC236}">
                <a16:creationId xmlns:a16="http://schemas.microsoft.com/office/drawing/2014/main" id="{2565AA13-72C5-4D0A-B518-98A2AB2F73C7}"/>
              </a:ext>
            </a:extLst>
          </p:cNvPr>
          <p:cNvSpPr>
            <a:spLocks noGrp="1"/>
          </p:cNvSpPr>
          <p:nvPr/>
        </p:nvSpPr>
        <p:spPr>
          <a:xfrm>
            <a:off x="1543050" y="3886200"/>
            <a:ext cx="1428750" cy="257175"/>
          </a:xfrm>
          <a:prstGeom prst="rect">
            <a:avLst/>
          </a:prstGeom>
          <a:noFill/>
          <a:ln w="0">
            <a:noFill/>
            <a:prstDash val="solid"/>
          </a:ln>
        </p:spPr>
        <p:txBody>
          <a:bodyPr anchor="ctr"/>
          <a:lstStyle/>
          <a:p>
            <a:pPr algn="l">
              <a:defRPr sz="1350" b="1">
                <a:solidFill>
                  <a:srgbClr val="7457C8"/>
                </a:solidFill>
              </a:defRPr>
            </a:pPr>
            <a:r>
              <a:rPr sz="1350" b="1">
                <a:solidFill>
                  <a:srgbClr val="7457C8"/>
                </a:solidFill>
                <a:latin typeface="微软雅黑" panose="020B0503020204020204" pitchFamily="34" charset="-122"/>
                <a:ea typeface="微软雅黑" panose="020B0503020204020204" pitchFamily="34" charset="-122"/>
              </a:rPr>
              <a:t>WHEN｜时间</a:t>
            </a:r>
          </a:p>
        </p:txBody>
      </p:sp>
      <p:sp>
        <p:nvSpPr>
          <p:cNvPr id="26" name="qt-3">
            <a:extLst>
              <a:ext uri="{FF2B5EF4-FFF2-40B4-BE49-F238E27FC236}">
                <a16:creationId xmlns:a16="http://schemas.microsoft.com/office/drawing/2014/main" id="{F08B7B76-E3E7-4B60-B4CE-9E378867E849}"/>
              </a:ext>
            </a:extLst>
          </p:cNvPr>
          <p:cNvSpPr>
            <a:spLocks noGrp="1"/>
          </p:cNvSpPr>
          <p:nvPr/>
        </p:nvSpPr>
        <p:spPr>
          <a:xfrm>
            <a:off x="952500" y="4419600"/>
            <a:ext cx="3199284" cy="514350"/>
          </a:xfrm>
          <a:prstGeom prst="rect">
            <a:avLst/>
          </a:prstGeom>
          <a:noFill/>
          <a:ln w="0">
            <a:noFill/>
            <a:prstDash val="solid"/>
          </a:ln>
        </p:spPr>
        <p:txBody>
          <a:bodyPr anchor="ctr"/>
          <a:lstStyle/>
          <a:p>
            <a:pPr algn="ctr">
              <a:defRPr sz="1200" b="0">
                <a:solidFill>
                  <a:srgbClr val="10233F"/>
                </a:solidFill>
              </a:defRPr>
            </a:pPr>
            <a:r>
              <a:rPr lang="zh-CN" altLang="zh-CN" sz="1200" dirty="0">
                <a:latin typeface="微软雅黑" panose="020B0503020204020204" pitchFamily="34" charset="-122"/>
                <a:ea typeface="微软雅黑" panose="020B0503020204020204" pitchFamily="34" charset="-122"/>
              </a:rPr>
              <a:t>能否提前、延后、错峰、分阶段或只在特定时段发生？</a:t>
            </a:r>
            <a:endParaRPr sz="1200" b="0" dirty="0">
              <a:solidFill>
                <a:srgbClr val="10233F"/>
              </a:solidFill>
              <a:latin typeface="微软雅黑" panose="020B0503020204020204" pitchFamily="34" charset="-122"/>
              <a:ea typeface="微软雅黑" panose="020B0503020204020204" pitchFamily="34" charset="-122"/>
            </a:endParaRPr>
          </a:p>
        </p:txBody>
      </p:sp>
      <p:sp>
        <p:nvSpPr>
          <p:cNvPr id="27" name="qbg-4">
            <a:extLst>
              <a:ext uri="{FF2B5EF4-FFF2-40B4-BE49-F238E27FC236}">
                <a16:creationId xmlns:a16="http://schemas.microsoft.com/office/drawing/2014/main" id="{66A23EEC-7767-4DEF-8453-94F5BA65277C}"/>
              </a:ext>
            </a:extLst>
          </p:cNvPr>
          <p:cNvSpPr>
            <a:spLocks noGrp="1"/>
          </p:cNvSpPr>
          <p:nvPr/>
        </p:nvSpPr>
        <p:spPr>
          <a:xfrm>
            <a:off x="4314825" y="3686175"/>
            <a:ext cx="3286125" cy="1390650"/>
          </a:xfrm>
          <a:prstGeom prst="roundRect">
            <a:avLst>
              <a:gd name="adj" fmla="val 6849"/>
            </a:avLst>
          </a:prstGeom>
          <a:solidFill>
            <a:srgbClr val="EEF8DF"/>
          </a:solidFill>
          <a:ln w="10478">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q-4-c">
            <a:extLst>
              <a:ext uri="{FF2B5EF4-FFF2-40B4-BE49-F238E27FC236}">
                <a16:creationId xmlns:a16="http://schemas.microsoft.com/office/drawing/2014/main" id="{F3786166-6463-4DAB-A737-273CD7FC9CDE}"/>
              </a:ext>
            </a:extLst>
          </p:cNvPr>
          <p:cNvSpPr>
            <a:spLocks noGrp="1"/>
          </p:cNvSpPr>
          <p:nvPr/>
        </p:nvSpPr>
        <p:spPr>
          <a:xfrm>
            <a:off x="4486275" y="3857625"/>
            <a:ext cx="514350" cy="514350"/>
          </a:xfrm>
          <a:prstGeom prst="ellipse">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q-4-l">
            <a:extLst>
              <a:ext uri="{FF2B5EF4-FFF2-40B4-BE49-F238E27FC236}">
                <a16:creationId xmlns:a16="http://schemas.microsoft.com/office/drawing/2014/main" id="{0C0285E7-6C7D-4F75-823E-6C712CB86C0C}"/>
              </a:ext>
            </a:extLst>
          </p:cNvPr>
          <p:cNvSpPr>
            <a:spLocks noGrp="1"/>
          </p:cNvSpPr>
          <p:nvPr/>
        </p:nvSpPr>
        <p:spPr>
          <a:xfrm>
            <a:off x="4552950" y="3924300"/>
            <a:ext cx="38100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W</a:t>
            </a:r>
          </a:p>
        </p:txBody>
      </p:sp>
      <p:sp>
        <p:nvSpPr>
          <p:cNvPr id="30" name="q-4-name">
            <a:extLst>
              <a:ext uri="{FF2B5EF4-FFF2-40B4-BE49-F238E27FC236}">
                <a16:creationId xmlns:a16="http://schemas.microsoft.com/office/drawing/2014/main" id="{3E943343-7E7D-431F-A9F1-649E6EE1C592}"/>
              </a:ext>
            </a:extLst>
          </p:cNvPr>
          <p:cNvSpPr>
            <a:spLocks noGrp="1"/>
          </p:cNvSpPr>
          <p:nvPr/>
        </p:nvSpPr>
        <p:spPr>
          <a:xfrm>
            <a:off x="5133975" y="3886200"/>
            <a:ext cx="1428750" cy="257175"/>
          </a:xfrm>
          <a:prstGeom prst="rect">
            <a:avLst/>
          </a:prstGeom>
          <a:noFill/>
          <a:ln w="0">
            <a:noFill/>
            <a:prstDash val="solid"/>
          </a:ln>
        </p:spPr>
        <p:txBody>
          <a:bodyPr anchor="ctr"/>
          <a:lstStyle/>
          <a:p>
            <a:pPr algn="l">
              <a:defRPr sz="1350" b="1">
                <a:solidFill>
                  <a:srgbClr val="78C500"/>
                </a:solidFill>
              </a:defRPr>
            </a:pPr>
            <a:r>
              <a:rPr sz="1350" b="1">
                <a:solidFill>
                  <a:srgbClr val="78C500"/>
                </a:solidFill>
                <a:latin typeface="微软雅黑" panose="020B0503020204020204" pitchFamily="34" charset="-122"/>
                <a:ea typeface="微软雅黑" panose="020B0503020204020204" pitchFamily="34" charset="-122"/>
              </a:rPr>
              <a:t>WHO｜对象</a:t>
            </a:r>
          </a:p>
        </p:txBody>
      </p:sp>
      <p:sp>
        <p:nvSpPr>
          <p:cNvPr id="31" name="qt-4">
            <a:extLst>
              <a:ext uri="{FF2B5EF4-FFF2-40B4-BE49-F238E27FC236}">
                <a16:creationId xmlns:a16="http://schemas.microsoft.com/office/drawing/2014/main" id="{8D83F633-0626-41A1-8C93-8E87830E204A}"/>
              </a:ext>
            </a:extLst>
          </p:cNvPr>
          <p:cNvSpPr>
            <a:spLocks noGrp="1"/>
          </p:cNvSpPr>
          <p:nvPr/>
        </p:nvSpPr>
        <p:spPr>
          <a:xfrm>
            <a:off x="4295800" y="4419600"/>
            <a:ext cx="3352775" cy="514350"/>
          </a:xfrm>
          <a:prstGeom prst="rect">
            <a:avLst/>
          </a:prstGeom>
          <a:noFill/>
          <a:ln w="0">
            <a:noFill/>
            <a:prstDash val="solid"/>
          </a:ln>
        </p:spPr>
        <p:txBody>
          <a:bodyPr anchor="ctr"/>
          <a:lstStyle/>
          <a:p>
            <a:pPr algn="ctr">
              <a:defRPr sz="1200" b="0">
                <a:solidFill>
                  <a:srgbClr val="10233F"/>
                </a:solidFill>
              </a:defRPr>
            </a:pPr>
            <a:r>
              <a:rPr lang="zh-CN" altLang="zh-CN" sz="1200" dirty="0">
                <a:latin typeface="微软雅黑" panose="020B0503020204020204" pitchFamily="34" charset="-122"/>
                <a:ea typeface="微软雅黑" panose="020B0503020204020204" pitchFamily="34" charset="-122"/>
              </a:rPr>
              <a:t>能否换一个人、角色、用户或服务对象？</a:t>
            </a:r>
            <a:endParaRPr sz="1200" b="0" dirty="0">
              <a:solidFill>
                <a:srgbClr val="10233F"/>
              </a:solidFill>
              <a:latin typeface="微软雅黑" panose="020B0503020204020204" pitchFamily="34" charset="-122"/>
              <a:ea typeface="微软雅黑" panose="020B0503020204020204" pitchFamily="34" charset="-122"/>
            </a:endParaRPr>
          </a:p>
        </p:txBody>
      </p:sp>
      <p:sp>
        <p:nvSpPr>
          <p:cNvPr id="32" name="qbg-5">
            <a:extLst>
              <a:ext uri="{FF2B5EF4-FFF2-40B4-BE49-F238E27FC236}">
                <a16:creationId xmlns:a16="http://schemas.microsoft.com/office/drawing/2014/main" id="{D53E9BF8-77B4-4B1A-B0FC-2E014755F9B5}"/>
              </a:ext>
            </a:extLst>
          </p:cNvPr>
          <p:cNvSpPr>
            <a:spLocks noGrp="1"/>
          </p:cNvSpPr>
          <p:nvPr/>
        </p:nvSpPr>
        <p:spPr>
          <a:xfrm>
            <a:off x="7905750" y="3686175"/>
            <a:ext cx="3286125" cy="1390650"/>
          </a:xfrm>
          <a:prstGeom prst="roundRect">
            <a:avLst>
              <a:gd name="adj" fmla="val 6849"/>
            </a:avLst>
          </a:prstGeom>
          <a:solidFill>
            <a:srgbClr val="FFF0EB"/>
          </a:solidFill>
          <a:ln w="10478">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q-5-c">
            <a:extLst>
              <a:ext uri="{FF2B5EF4-FFF2-40B4-BE49-F238E27FC236}">
                <a16:creationId xmlns:a16="http://schemas.microsoft.com/office/drawing/2014/main" id="{CB2988F6-A6B3-43AA-8854-A19E841BCA82}"/>
              </a:ext>
            </a:extLst>
          </p:cNvPr>
          <p:cNvSpPr>
            <a:spLocks noGrp="1"/>
          </p:cNvSpPr>
          <p:nvPr/>
        </p:nvSpPr>
        <p:spPr>
          <a:xfrm>
            <a:off x="8077200" y="3857625"/>
            <a:ext cx="514350" cy="514350"/>
          </a:xfrm>
          <a:prstGeom prst="ellipse">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q-5-l">
            <a:extLst>
              <a:ext uri="{FF2B5EF4-FFF2-40B4-BE49-F238E27FC236}">
                <a16:creationId xmlns:a16="http://schemas.microsoft.com/office/drawing/2014/main" id="{29BD37A5-9D18-4A18-9ED0-30AFCFF020D5}"/>
              </a:ext>
            </a:extLst>
          </p:cNvPr>
          <p:cNvSpPr>
            <a:spLocks noGrp="1"/>
          </p:cNvSpPr>
          <p:nvPr/>
        </p:nvSpPr>
        <p:spPr>
          <a:xfrm>
            <a:off x="8143875" y="3924300"/>
            <a:ext cx="381000" cy="38100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latin typeface="微软雅黑" panose="020B0503020204020204" pitchFamily="34" charset="-122"/>
                <a:ea typeface="微软雅黑" panose="020B0503020204020204" pitchFamily="34" charset="-122"/>
              </a:rPr>
              <a:t>H</a:t>
            </a:r>
          </a:p>
        </p:txBody>
      </p:sp>
      <p:sp>
        <p:nvSpPr>
          <p:cNvPr id="35" name="q-5-name">
            <a:extLst>
              <a:ext uri="{FF2B5EF4-FFF2-40B4-BE49-F238E27FC236}">
                <a16:creationId xmlns:a16="http://schemas.microsoft.com/office/drawing/2014/main" id="{EFBB0545-FA74-4DDB-AF15-089BEC06FB26}"/>
              </a:ext>
            </a:extLst>
          </p:cNvPr>
          <p:cNvSpPr>
            <a:spLocks noGrp="1"/>
          </p:cNvSpPr>
          <p:nvPr/>
        </p:nvSpPr>
        <p:spPr>
          <a:xfrm>
            <a:off x="8724900" y="3886200"/>
            <a:ext cx="1428750" cy="257175"/>
          </a:xfrm>
          <a:prstGeom prst="rect">
            <a:avLst/>
          </a:prstGeom>
          <a:noFill/>
          <a:ln w="0">
            <a:noFill/>
            <a:prstDash val="solid"/>
          </a:ln>
        </p:spPr>
        <p:txBody>
          <a:bodyPr anchor="ctr"/>
          <a:lstStyle/>
          <a:p>
            <a:pPr algn="l">
              <a:defRPr sz="1350" b="1">
                <a:solidFill>
                  <a:srgbClr val="D94F45"/>
                </a:solidFill>
              </a:defRPr>
            </a:pPr>
            <a:r>
              <a:rPr sz="1350" b="1" dirty="0">
                <a:solidFill>
                  <a:srgbClr val="D94F45"/>
                </a:solidFill>
                <a:latin typeface="微软雅黑" panose="020B0503020204020204" pitchFamily="34" charset="-122"/>
                <a:ea typeface="微软雅黑" panose="020B0503020204020204" pitchFamily="34" charset="-122"/>
              </a:rPr>
              <a:t>HOW｜</a:t>
            </a:r>
            <a:r>
              <a:rPr lang="zh-CN" altLang="en-US" sz="1350" b="1" dirty="0">
                <a:solidFill>
                  <a:srgbClr val="D94F45"/>
                </a:solidFill>
                <a:latin typeface="微软雅黑" panose="020B0503020204020204" pitchFamily="34" charset="-122"/>
                <a:ea typeface="微软雅黑" panose="020B0503020204020204" pitchFamily="34" charset="-122"/>
              </a:rPr>
              <a:t>怎样做</a:t>
            </a:r>
            <a:endParaRPr sz="1350" b="1" dirty="0">
              <a:solidFill>
                <a:srgbClr val="D94F45"/>
              </a:solidFill>
              <a:latin typeface="微软雅黑" panose="020B0503020204020204" pitchFamily="34" charset="-122"/>
              <a:ea typeface="微软雅黑" panose="020B0503020204020204" pitchFamily="34" charset="-122"/>
            </a:endParaRPr>
          </a:p>
        </p:txBody>
      </p:sp>
      <p:sp>
        <p:nvSpPr>
          <p:cNvPr id="36" name="qt-5">
            <a:extLst>
              <a:ext uri="{FF2B5EF4-FFF2-40B4-BE49-F238E27FC236}">
                <a16:creationId xmlns:a16="http://schemas.microsoft.com/office/drawing/2014/main" id="{5C01FB14-2713-48DF-94B8-80E8962867B4}"/>
              </a:ext>
            </a:extLst>
          </p:cNvPr>
          <p:cNvSpPr>
            <a:spLocks noGrp="1"/>
          </p:cNvSpPr>
          <p:nvPr/>
        </p:nvSpPr>
        <p:spPr>
          <a:xfrm>
            <a:off x="8134350" y="4419600"/>
            <a:ext cx="2828925" cy="514350"/>
          </a:xfrm>
          <a:prstGeom prst="rect">
            <a:avLst/>
          </a:prstGeom>
          <a:noFill/>
          <a:ln w="0">
            <a:noFill/>
            <a:prstDash val="solid"/>
          </a:ln>
        </p:spPr>
        <p:txBody>
          <a:bodyPr anchor="ctr"/>
          <a:lstStyle/>
          <a:p>
            <a:pPr algn="ctr">
              <a:defRPr sz="1200" b="0">
                <a:solidFill>
                  <a:srgbClr val="10233F"/>
                </a:solidFill>
              </a:defRPr>
            </a:pPr>
            <a:r>
              <a:rPr lang="zh-CN" altLang="zh-CN" sz="1200" dirty="0">
                <a:latin typeface="微软雅黑" panose="020B0503020204020204" pitchFamily="34" charset="-122"/>
                <a:ea typeface="微软雅黑" panose="020B0503020204020204" pitchFamily="34" charset="-122"/>
              </a:rPr>
              <a:t>能否改变顺序、结构、接口或使用方式？</a:t>
            </a:r>
            <a:endParaRPr sz="1200" b="0" dirty="0">
              <a:solidFill>
                <a:srgbClr val="10233F"/>
              </a:solidFill>
              <a:latin typeface="微软雅黑" panose="020B0503020204020204" pitchFamily="34" charset="-122"/>
              <a:ea typeface="微软雅黑" panose="020B0503020204020204" pitchFamily="34" charset="-122"/>
            </a:endParaRPr>
          </a:p>
        </p:txBody>
      </p:sp>
      <p:sp>
        <p:nvSpPr>
          <p:cNvPr id="42" name="页脚占位符 3">
            <a:extLst>
              <a:ext uri="{FF2B5EF4-FFF2-40B4-BE49-F238E27FC236}">
                <a16:creationId xmlns:a16="http://schemas.microsoft.com/office/drawing/2014/main" id="{A4831CC4-AEF2-F225-D6C6-52C17B2CCA50}"/>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200"/>
              <a:t>Leo Huang</a:t>
            </a:r>
            <a:endParaRPr lang="de-DE" altLang="zh-CN" sz="1200" dirty="0"/>
          </a:p>
        </p:txBody>
      </p:sp>
      <p:sp>
        <p:nvSpPr>
          <p:cNvPr id="44" name="灯片编号占位符 4">
            <a:extLst>
              <a:ext uri="{FF2B5EF4-FFF2-40B4-BE49-F238E27FC236}">
                <a16:creationId xmlns:a16="http://schemas.microsoft.com/office/drawing/2014/main" id="{0E19EFC0-5E02-0135-6389-60439DEB618E}"/>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200" smtClean="0"/>
              <a:pPr algn="r">
                <a:defRPr/>
              </a:pPr>
              <a:t>72</a:t>
            </a:fld>
            <a:endParaRPr lang="de-DE" altLang="zh-CN" sz="1200" dirty="0"/>
          </a:p>
        </p:txBody>
      </p:sp>
    </p:spTree>
    <p:extLst>
      <p:ext uri="{BB962C8B-B14F-4D97-AF65-F5344CB8AC3E}">
        <p14:creationId xmlns:p14="http://schemas.microsoft.com/office/powerpoint/2010/main" val="21033231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2">
            <a:extLst>
              <a:ext uri="{FF2B5EF4-FFF2-40B4-BE49-F238E27FC236}">
                <a16:creationId xmlns:a16="http://schemas.microsoft.com/office/drawing/2014/main" id="{F0E4529D-F49D-44EB-927D-13C5A7ABCB46}"/>
              </a:ext>
            </a:extLst>
          </p:cNvPr>
          <p:cNvSpPr>
            <a:spLocks noGrp="1"/>
          </p:cNvSpPr>
          <p:nvPr/>
        </p:nvSpPr>
        <p:spPr>
          <a:xfrm>
            <a:off x="723900" y="542925"/>
            <a:ext cx="10820400" cy="495300"/>
          </a:xfrm>
          <a:prstGeom prst="rect">
            <a:avLst/>
          </a:prstGeom>
          <a:noFill/>
          <a:ln w="0">
            <a:noFill/>
            <a:prstDash val="solid"/>
          </a:ln>
        </p:spPr>
        <p:txBody>
          <a:bodyPr anchor="ctr"/>
          <a:lstStyle/>
          <a:p>
            <a:pPr algn="l">
              <a:defRPr sz="2625" b="1">
                <a:solidFill>
                  <a:srgbClr val="10233F"/>
                </a:solidFill>
              </a:defRPr>
            </a:pPr>
            <a:r>
              <a:rPr lang="zh-CN" altLang="en-US" sz="2625" b="1" dirty="0">
                <a:solidFill>
                  <a:srgbClr val="10233F"/>
                </a:solidFill>
                <a:latin typeface="微软雅黑" panose="020B0503020204020204" pitchFamily="34" charset="-122"/>
                <a:ea typeface="微软雅黑" panose="020B0503020204020204" pitchFamily="34" charset="-122"/>
              </a:rPr>
              <a:t>创造对策：</a:t>
            </a:r>
            <a:r>
              <a:rPr sz="2625" b="1" dirty="0">
                <a:solidFill>
                  <a:srgbClr val="10233F"/>
                </a:solidFill>
                <a:latin typeface="微软雅黑" panose="020B0503020204020204" pitchFamily="34" charset="-122"/>
                <a:ea typeface="微软雅黑" panose="020B0503020204020204" pitchFamily="34" charset="-122"/>
              </a:rPr>
              <a:t>SCAMPER</a:t>
            </a:r>
            <a:r>
              <a:rPr lang="en-US" sz="2625" b="1" dirty="0">
                <a:solidFill>
                  <a:srgbClr val="10233F"/>
                </a:solidFill>
                <a:latin typeface="微软雅黑" panose="020B0503020204020204" pitchFamily="34" charset="-122"/>
                <a:ea typeface="微软雅黑" panose="020B0503020204020204" pitchFamily="34" charset="-122"/>
              </a:rPr>
              <a:t>-</a:t>
            </a:r>
            <a:r>
              <a:rPr sz="2625" b="1" dirty="0" err="1">
                <a:solidFill>
                  <a:srgbClr val="10233F"/>
                </a:solidFill>
                <a:latin typeface="微软雅黑" panose="020B0503020204020204" pitchFamily="34" charset="-122"/>
                <a:ea typeface="微软雅黑" panose="020B0503020204020204" pitchFamily="34" charset="-122"/>
              </a:rPr>
              <a:t>对选定焦点施加七种变换动作</a:t>
            </a:r>
            <a:endParaRPr sz="2625" b="1" dirty="0">
              <a:solidFill>
                <a:srgbClr val="10233F"/>
              </a:solidFill>
              <a:latin typeface="微软雅黑" panose="020B0503020204020204" pitchFamily="34" charset="-122"/>
              <a:ea typeface="微软雅黑" panose="020B0503020204020204" pitchFamily="34" charset="-122"/>
            </a:endParaRPr>
          </a:p>
        </p:txBody>
      </p:sp>
      <p:sp>
        <p:nvSpPr>
          <p:cNvPr id="5" name="sub-2">
            <a:extLst>
              <a:ext uri="{FF2B5EF4-FFF2-40B4-BE49-F238E27FC236}">
                <a16:creationId xmlns:a16="http://schemas.microsoft.com/office/drawing/2014/main" id="{1F72AEE1-6911-43BD-910F-9BC806E49868}"/>
              </a:ext>
            </a:extLst>
          </p:cNvPr>
          <p:cNvSpPr>
            <a:spLocks noGrp="1"/>
          </p:cNvSpPr>
          <p:nvPr/>
        </p:nvSpPr>
        <p:spPr>
          <a:xfrm>
            <a:off x="723900" y="1238250"/>
            <a:ext cx="10572750" cy="304800"/>
          </a:xfrm>
          <a:prstGeom prst="rect">
            <a:avLst/>
          </a:prstGeom>
          <a:noFill/>
          <a:ln w="0">
            <a:noFill/>
            <a:prstDash val="solid"/>
          </a:ln>
        </p:spPr>
        <p:txBody>
          <a:bodyPr anchor="ctr"/>
          <a:lstStyle/>
          <a:p>
            <a:pPr algn="l">
              <a:defRPr sz="1350" b="0">
                <a:solidFill>
                  <a:srgbClr val="53657B"/>
                </a:solidFill>
              </a:defRPr>
            </a:pPr>
            <a:r>
              <a:rPr sz="1350" b="0" dirty="0">
                <a:solidFill>
                  <a:srgbClr val="53657B"/>
                </a:solidFill>
                <a:latin typeface="微软雅黑" panose="020B0503020204020204" pitchFamily="34" charset="-122"/>
                <a:ea typeface="微软雅黑" panose="020B0503020204020204" pitchFamily="34" charset="-122"/>
              </a:rPr>
              <a:t>5W回答“改变什么”；SCAMPER回答“怎样改变”。每次选择一个焦点与一个动作即可。</a:t>
            </a:r>
          </a:p>
        </p:txBody>
      </p:sp>
      <p:sp>
        <p:nvSpPr>
          <p:cNvPr id="7" name="formula">
            <a:extLst>
              <a:ext uri="{FF2B5EF4-FFF2-40B4-BE49-F238E27FC236}">
                <a16:creationId xmlns:a16="http://schemas.microsoft.com/office/drawing/2014/main" id="{59AB2700-E837-4872-AA7C-E17E67EDEE52}"/>
              </a:ext>
            </a:extLst>
          </p:cNvPr>
          <p:cNvSpPr>
            <a:spLocks noGrp="1"/>
          </p:cNvSpPr>
          <p:nvPr/>
        </p:nvSpPr>
        <p:spPr>
          <a:xfrm>
            <a:off x="723900" y="1943100"/>
            <a:ext cx="10744200" cy="590550"/>
          </a:xfrm>
          <a:prstGeom prst="roundRect">
            <a:avLst>
              <a:gd name="adj" fmla="val 14516"/>
            </a:avLst>
          </a:prstGeom>
          <a:solidFill>
            <a:srgbClr val="0D3765"/>
          </a:solidFill>
          <a:ln w="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formula-t">
            <a:extLst>
              <a:ext uri="{FF2B5EF4-FFF2-40B4-BE49-F238E27FC236}">
                <a16:creationId xmlns:a16="http://schemas.microsoft.com/office/drawing/2014/main" id="{E86A3A99-5A7E-4A95-8AA1-52F673E27850}"/>
              </a:ext>
            </a:extLst>
          </p:cNvPr>
          <p:cNvSpPr>
            <a:spLocks noGrp="1"/>
          </p:cNvSpPr>
          <p:nvPr/>
        </p:nvSpPr>
        <p:spPr>
          <a:xfrm>
            <a:off x="914400" y="2047875"/>
            <a:ext cx="10363200" cy="361950"/>
          </a:xfrm>
          <a:prstGeom prst="rect">
            <a:avLst/>
          </a:prstGeom>
          <a:noFill/>
          <a:ln w="0">
            <a:noFill/>
            <a:prstDash val="solid"/>
          </a:ln>
        </p:spPr>
        <p:txBody>
          <a:bodyPr anchor="ctr"/>
          <a:lstStyle/>
          <a:p>
            <a:pPr algn="ctr">
              <a:defRPr sz="1650" b="1">
                <a:solidFill>
                  <a:srgbClr val="FFFFFF"/>
                </a:solidFill>
              </a:defRPr>
            </a:pPr>
            <a:r>
              <a:rPr sz="1650" b="1">
                <a:solidFill>
                  <a:srgbClr val="FFFFFF"/>
                </a:solidFill>
                <a:latin typeface="微软雅黑" panose="020B0503020204020204" pitchFamily="34" charset="-122"/>
                <a:ea typeface="微软雅黑" panose="020B0503020204020204" pitchFamily="34" charset="-122"/>
              </a:rPr>
              <a:t>变化焦点（5W）　×　变换动作（SCAMPER）　＝　候选方案</a:t>
            </a:r>
          </a:p>
        </p:txBody>
      </p:sp>
      <p:sp>
        <p:nvSpPr>
          <p:cNvPr id="9" name="op-c-0">
            <a:extLst>
              <a:ext uri="{FF2B5EF4-FFF2-40B4-BE49-F238E27FC236}">
                <a16:creationId xmlns:a16="http://schemas.microsoft.com/office/drawing/2014/main" id="{49087B8D-6398-4D5E-AE13-5FBC466D0735}"/>
              </a:ext>
            </a:extLst>
          </p:cNvPr>
          <p:cNvSpPr>
            <a:spLocks noGrp="1"/>
          </p:cNvSpPr>
          <p:nvPr/>
        </p:nvSpPr>
        <p:spPr>
          <a:xfrm>
            <a:off x="723900" y="2781300"/>
            <a:ext cx="438150" cy="438150"/>
          </a:xfrm>
          <a:prstGeom prst="ellipse">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op-l-0">
            <a:extLst>
              <a:ext uri="{FF2B5EF4-FFF2-40B4-BE49-F238E27FC236}">
                <a16:creationId xmlns:a16="http://schemas.microsoft.com/office/drawing/2014/main" id="{DB586DEB-B62E-4723-ABD4-2197BB10AC0F}"/>
              </a:ext>
            </a:extLst>
          </p:cNvPr>
          <p:cNvSpPr>
            <a:spLocks noGrp="1"/>
          </p:cNvSpPr>
          <p:nvPr/>
        </p:nvSpPr>
        <p:spPr>
          <a:xfrm>
            <a:off x="790575" y="2838450"/>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S</a:t>
            </a:r>
          </a:p>
        </p:txBody>
      </p:sp>
      <p:sp>
        <p:nvSpPr>
          <p:cNvPr id="11" name="op-name-0">
            <a:extLst>
              <a:ext uri="{FF2B5EF4-FFF2-40B4-BE49-F238E27FC236}">
                <a16:creationId xmlns:a16="http://schemas.microsoft.com/office/drawing/2014/main" id="{A50567CE-4C60-4174-8659-A79FF334ED73}"/>
              </a:ext>
            </a:extLst>
          </p:cNvPr>
          <p:cNvSpPr>
            <a:spLocks noGrp="1"/>
          </p:cNvSpPr>
          <p:nvPr/>
        </p:nvSpPr>
        <p:spPr>
          <a:xfrm>
            <a:off x="1295400" y="2762250"/>
            <a:ext cx="2114550" cy="257175"/>
          </a:xfrm>
          <a:prstGeom prst="rect">
            <a:avLst/>
          </a:prstGeom>
          <a:noFill/>
          <a:ln w="0">
            <a:noFill/>
            <a:prstDash val="solid"/>
          </a:ln>
        </p:spPr>
        <p:txBody>
          <a:bodyPr anchor="ctr"/>
          <a:lstStyle/>
          <a:p>
            <a:pPr algn="l">
              <a:defRPr sz="1275" b="1">
                <a:solidFill>
                  <a:srgbClr val="3478E5"/>
                </a:solidFill>
              </a:defRPr>
            </a:pPr>
            <a:r>
              <a:rPr sz="1275" b="1">
                <a:solidFill>
                  <a:srgbClr val="3478E5"/>
                </a:solidFill>
                <a:latin typeface="微软雅黑" panose="020B0503020204020204" pitchFamily="34" charset="-122"/>
                <a:ea typeface="微软雅黑" panose="020B0503020204020204" pitchFamily="34" charset="-122"/>
              </a:rPr>
              <a:t>替代 Substitute</a:t>
            </a:r>
          </a:p>
        </p:txBody>
      </p:sp>
      <p:sp>
        <p:nvSpPr>
          <p:cNvPr id="12" name="op-q-0">
            <a:extLst>
              <a:ext uri="{FF2B5EF4-FFF2-40B4-BE49-F238E27FC236}">
                <a16:creationId xmlns:a16="http://schemas.microsoft.com/office/drawing/2014/main" id="{F554C0D7-455A-4378-99EF-B74AC202DCF1}"/>
              </a:ext>
            </a:extLst>
          </p:cNvPr>
          <p:cNvSpPr>
            <a:spLocks noGrp="1"/>
          </p:cNvSpPr>
          <p:nvPr/>
        </p:nvSpPr>
        <p:spPr>
          <a:xfrm>
            <a:off x="1295400" y="3038475"/>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用什么人、物、地点、方法或顺序替代？</a:t>
            </a:r>
          </a:p>
        </p:txBody>
      </p:sp>
      <p:sp>
        <p:nvSpPr>
          <p:cNvPr id="13" name="op-line-0">
            <a:extLst>
              <a:ext uri="{FF2B5EF4-FFF2-40B4-BE49-F238E27FC236}">
                <a16:creationId xmlns:a16="http://schemas.microsoft.com/office/drawing/2014/main" id="{A06DF5D9-E4AB-4E4C-B152-C81470A63269}"/>
              </a:ext>
            </a:extLst>
          </p:cNvPr>
          <p:cNvSpPr>
            <a:spLocks noGrp="1"/>
          </p:cNvSpPr>
          <p:nvPr/>
        </p:nvSpPr>
        <p:spPr>
          <a:xfrm>
            <a:off x="1295400" y="3390900"/>
            <a:ext cx="446722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op-c-1">
            <a:extLst>
              <a:ext uri="{FF2B5EF4-FFF2-40B4-BE49-F238E27FC236}">
                <a16:creationId xmlns:a16="http://schemas.microsoft.com/office/drawing/2014/main" id="{CA73B4FE-4D4E-4793-86CC-66FA1B6CF084}"/>
              </a:ext>
            </a:extLst>
          </p:cNvPr>
          <p:cNvSpPr>
            <a:spLocks noGrp="1"/>
          </p:cNvSpPr>
          <p:nvPr/>
        </p:nvSpPr>
        <p:spPr>
          <a:xfrm>
            <a:off x="723900" y="3476625"/>
            <a:ext cx="438150" cy="438150"/>
          </a:xfrm>
          <a:prstGeom prst="ellipse">
            <a:avLst/>
          </a:prstGeom>
          <a:solidFill>
            <a:srgbClr val="12A7BD"/>
          </a:solidFill>
          <a:ln w="0">
            <a:solidFill>
              <a:srgbClr val="12A7B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op-l-1">
            <a:extLst>
              <a:ext uri="{FF2B5EF4-FFF2-40B4-BE49-F238E27FC236}">
                <a16:creationId xmlns:a16="http://schemas.microsoft.com/office/drawing/2014/main" id="{F5E8F2B4-7DCB-4DFF-8185-E62198369E76}"/>
              </a:ext>
            </a:extLst>
          </p:cNvPr>
          <p:cNvSpPr>
            <a:spLocks noGrp="1"/>
          </p:cNvSpPr>
          <p:nvPr/>
        </p:nvSpPr>
        <p:spPr>
          <a:xfrm>
            <a:off x="790575" y="3533775"/>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C</a:t>
            </a:r>
          </a:p>
        </p:txBody>
      </p:sp>
      <p:sp>
        <p:nvSpPr>
          <p:cNvPr id="16" name="op-name-1">
            <a:extLst>
              <a:ext uri="{FF2B5EF4-FFF2-40B4-BE49-F238E27FC236}">
                <a16:creationId xmlns:a16="http://schemas.microsoft.com/office/drawing/2014/main" id="{BB6A02F5-9922-40E7-BE8A-EFC01737B864}"/>
              </a:ext>
            </a:extLst>
          </p:cNvPr>
          <p:cNvSpPr>
            <a:spLocks noGrp="1"/>
          </p:cNvSpPr>
          <p:nvPr/>
        </p:nvSpPr>
        <p:spPr>
          <a:xfrm>
            <a:off x="1295400" y="3457575"/>
            <a:ext cx="2114550" cy="257175"/>
          </a:xfrm>
          <a:prstGeom prst="rect">
            <a:avLst/>
          </a:prstGeom>
          <a:noFill/>
          <a:ln w="0">
            <a:noFill/>
            <a:prstDash val="solid"/>
          </a:ln>
        </p:spPr>
        <p:txBody>
          <a:bodyPr anchor="ctr"/>
          <a:lstStyle/>
          <a:p>
            <a:pPr algn="l">
              <a:defRPr sz="1275" b="1">
                <a:solidFill>
                  <a:srgbClr val="12A7BD"/>
                </a:solidFill>
              </a:defRPr>
            </a:pPr>
            <a:r>
              <a:rPr sz="1275" b="1">
                <a:solidFill>
                  <a:srgbClr val="12A7BD"/>
                </a:solidFill>
                <a:latin typeface="微软雅黑" panose="020B0503020204020204" pitchFamily="34" charset="-122"/>
                <a:ea typeface="微软雅黑" panose="020B0503020204020204" pitchFamily="34" charset="-122"/>
              </a:rPr>
              <a:t>结合 Combine</a:t>
            </a:r>
          </a:p>
        </p:txBody>
      </p:sp>
      <p:sp>
        <p:nvSpPr>
          <p:cNvPr id="17" name="op-q-1">
            <a:extLst>
              <a:ext uri="{FF2B5EF4-FFF2-40B4-BE49-F238E27FC236}">
                <a16:creationId xmlns:a16="http://schemas.microsoft.com/office/drawing/2014/main" id="{801C5B99-C845-4DCB-A1D5-0E1B5DBE652B}"/>
              </a:ext>
            </a:extLst>
          </p:cNvPr>
          <p:cNvSpPr>
            <a:spLocks noGrp="1"/>
          </p:cNvSpPr>
          <p:nvPr/>
        </p:nvSpPr>
        <p:spPr>
          <a:xfrm>
            <a:off x="1295400" y="3733800"/>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哪些功能、步骤、需求或资源可以合并？</a:t>
            </a:r>
          </a:p>
        </p:txBody>
      </p:sp>
      <p:sp>
        <p:nvSpPr>
          <p:cNvPr id="18" name="op-line-1">
            <a:extLst>
              <a:ext uri="{FF2B5EF4-FFF2-40B4-BE49-F238E27FC236}">
                <a16:creationId xmlns:a16="http://schemas.microsoft.com/office/drawing/2014/main" id="{B6AB380E-EB5B-427F-BC18-29AD6F55E01C}"/>
              </a:ext>
            </a:extLst>
          </p:cNvPr>
          <p:cNvSpPr>
            <a:spLocks noGrp="1"/>
          </p:cNvSpPr>
          <p:nvPr/>
        </p:nvSpPr>
        <p:spPr>
          <a:xfrm>
            <a:off x="1295400" y="4086225"/>
            <a:ext cx="446722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op-c-2">
            <a:extLst>
              <a:ext uri="{FF2B5EF4-FFF2-40B4-BE49-F238E27FC236}">
                <a16:creationId xmlns:a16="http://schemas.microsoft.com/office/drawing/2014/main" id="{D16CDCDE-7923-42C8-A288-E96100B6DB9C}"/>
              </a:ext>
            </a:extLst>
          </p:cNvPr>
          <p:cNvSpPr>
            <a:spLocks noGrp="1"/>
          </p:cNvSpPr>
          <p:nvPr/>
        </p:nvSpPr>
        <p:spPr>
          <a:xfrm>
            <a:off x="723900" y="4171950"/>
            <a:ext cx="438150" cy="438150"/>
          </a:xfrm>
          <a:prstGeom prst="ellipse">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op-l-2">
            <a:extLst>
              <a:ext uri="{FF2B5EF4-FFF2-40B4-BE49-F238E27FC236}">
                <a16:creationId xmlns:a16="http://schemas.microsoft.com/office/drawing/2014/main" id="{06708D90-D624-4CAE-9733-E9C0A91D3EB0}"/>
              </a:ext>
            </a:extLst>
          </p:cNvPr>
          <p:cNvSpPr>
            <a:spLocks noGrp="1"/>
          </p:cNvSpPr>
          <p:nvPr/>
        </p:nvSpPr>
        <p:spPr>
          <a:xfrm>
            <a:off x="790575" y="4229100"/>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A</a:t>
            </a:r>
          </a:p>
        </p:txBody>
      </p:sp>
      <p:sp>
        <p:nvSpPr>
          <p:cNvPr id="21" name="op-name-2">
            <a:extLst>
              <a:ext uri="{FF2B5EF4-FFF2-40B4-BE49-F238E27FC236}">
                <a16:creationId xmlns:a16="http://schemas.microsoft.com/office/drawing/2014/main" id="{2AB17809-F1D1-4CBD-8F84-EA64EF02A595}"/>
              </a:ext>
            </a:extLst>
          </p:cNvPr>
          <p:cNvSpPr>
            <a:spLocks noGrp="1"/>
          </p:cNvSpPr>
          <p:nvPr/>
        </p:nvSpPr>
        <p:spPr>
          <a:xfrm>
            <a:off x="1295400" y="4152900"/>
            <a:ext cx="2114550" cy="257175"/>
          </a:xfrm>
          <a:prstGeom prst="rect">
            <a:avLst/>
          </a:prstGeom>
          <a:noFill/>
          <a:ln w="0">
            <a:noFill/>
            <a:prstDash val="solid"/>
          </a:ln>
        </p:spPr>
        <p:txBody>
          <a:bodyPr anchor="ctr"/>
          <a:lstStyle/>
          <a:p>
            <a:pPr algn="l">
              <a:defRPr sz="1275" b="1">
                <a:solidFill>
                  <a:srgbClr val="78C500"/>
                </a:solidFill>
              </a:defRPr>
            </a:pPr>
            <a:r>
              <a:rPr sz="1275" b="1">
                <a:solidFill>
                  <a:srgbClr val="78C500"/>
                </a:solidFill>
                <a:latin typeface="微软雅黑" panose="020B0503020204020204" pitchFamily="34" charset="-122"/>
                <a:ea typeface="微软雅黑" panose="020B0503020204020204" pitchFamily="34" charset="-122"/>
              </a:rPr>
              <a:t>调整 Adapt</a:t>
            </a:r>
          </a:p>
        </p:txBody>
      </p:sp>
      <p:sp>
        <p:nvSpPr>
          <p:cNvPr id="22" name="op-q-2">
            <a:extLst>
              <a:ext uri="{FF2B5EF4-FFF2-40B4-BE49-F238E27FC236}">
                <a16:creationId xmlns:a16="http://schemas.microsoft.com/office/drawing/2014/main" id="{711F1548-C58A-4FD7-BE8C-4B1CE1951E5C}"/>
              </a:ext>
            </a:extLst>
          </p:cNvPr>
          <p:cNvSpPr>
            <a:spLocks noGrp="1"/>
          </p:cNvSpPr>
          <p:nvPr/>
        </p:nvSpPr>
        <p:spPr>
          <a:xfrm>
            <a:off x="1295400" y="4429125"/>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其他行业、历史经验或相似场景能否借用？</a:t>
            </a:r>
          </a:p>
        </p:txBody>
      </p:sp>
      <p:sp>
        <p:nvSpPr>
          <p:cNvPr id="23" name="op-line-2">
            <a:extLst>
              <a:ext uri="{FF2B5EF4-FFF2-40B4-BE49-F238E27FC236}">
                <a16:creationId xmlns:a16="http://schemas.microsoft.com/office/drawing/2014/main" id="{33D94A29-C533-4898-A373-3013B127D0B5}"/>
              </a:ext>
            </a:extLst>
          </p:cNvPr>
          <p:cNvSpPr>
            <a:spLocks noGrp="1"/>
          </p:cNvSpPr>
          <p:nvPr/>
        </p:nvSpPr>
        <p:spPr>
          <a:xfrm>
            <a:off x="1295400" y="4781550"/>
            <a:ext cx="446722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op-c-3">
            <a:extLst>
              <a:ext uri="{FF2B5EF4-FFF2-40B4-BE49-F238E27FC236}">
                <a16:creationId xmlns:a16="http://schemas.microsoft.com/office/drawing/2014/main" id="{79F5BFEE-C3B2-4420-8B43-8AE810458CCB}"/>
              </a:ext>
            </a:extLst>
          </p:cNvPr>
          <p:cNvSpPr>
            <a:spLocks noGrp="1"/>
          </p:cNvSpPr>
          <p:nvPr/>
        </p:nvSpPr>
        <p:spPr>
          <a:xfrm>
            <a:off x="723900" y="4867275"/>
            <a:ext cx="438150" cy="438150"/>
          </a:xfrm>
          <a:prstGeom prst="ellipse">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op-l-3">
            <a:extLst>
              <a:ext uri="{FF2B5EF4-FFF2-40B4-BE49-F238E27FC236}">
                <a16:creationId xmlns:a16="http://schemas.microsoft.com/office/drawing/2014/main" id="{BBC3CBD5-7046-4346-8A71-FB1E8FDF547C}"/>
              </a:ext>
            </a:extLst>
          </p:cNvPr>
          <p:cNvSpPr>
            <a:spLocks noGrp="1"/>
          </p:cNvSpPr>
          <p:nvPr/>
        </p:nvSpPr>
        <p:spPr>
          <a:xfrm>
            <a:off x="790575" y="4924425"/>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M</a:t>
            </a:r>
          </a:p>
        </p:txBody>
      </p:sp>
      <p:sp>
        <p:nvSpPr>
          <p:cNvPr id="26" name="op-name-3">
            <a:extLst>
              <a:ext uri="{FF2B5EF4-FFF2-40B4-BE49-F238E27FC236}">
                <a16:creationId xmlns:a16="http://schemas.microsoft.com/office/drawing/2014/main" id="{324D1273-E6B5-498F-BEA7-C8415C9823BA}"/>
              </a:ext>
            </a:extLst>
          </p:cNvPr>
          <p:cNvSpPr>
            <a:spLocks noGrp="1"/>
          </p:cNvSpPr>
          <p:nvPr/>
        </p:nvSpPr>
        <p:spPr>
          <a:xfrm>
            <a:off x="1295400" y="4848225"/>
            <a:ext cx="2114550" cy="257175"/>
          </a:xfrm>
          <a:prstGeom prst="rect">
            <a:avLst/>
          </a:prstGeom>
          <a:noFill/>
          <a:ln w="0">
            <a:noFill/>
            <a:prstDash val="solid"/>
          </a:ln>
        </p:spPr>
        <p:txBody>
          <a:bodyPr anchor="ctr"/>
          <a:lstStyle/>
          <a:p>
            <a:pPr algn="l">
              <a:defRPr sz="1275" b="1">
                <a:solidFill>
                  <a:srgbClr val="D78900"/>
                </a:solidFill>
              </a:defRPr>
            </a:pPr>
            <a:r>
              <a:rPr sz="1275" b="1">
                <a:solidFill>
                  <a:srgbClr val="D78900"/>
                </a:solidFill>
                <a:latin typeface="微软雅黑" panose="020B0503020204020204" pitchFamily="34" charset="-122"/>
                <a:ea typeface="微软雅黑" panose="020B0503020204020204" pitchFamily="34" charset="-122"/>
              </a:rPr>
              <a:t>修改 Modify</a:t>
            </a:r>
          </a:p>
        </p:txBody>
      </p:sp>
      <p:sp>
        <p:nvSpPr>
          <p:cNvPr id="27" name="op-q-3">
            <a:extLst>
              <a:ext uri="{FF2B5EF4-FFF2-40B4-BE49-F238E27FC236}">
                <a16:creationId xmlns:a16="http://schemas.microsoft.com/office/drawing/2014/main" id="{779F0683-A5C0-4861-8C73-3BF388A6F341}"/>
              </a:ext>
            </a:extLst>
          </p:cNvPr>
          <p:cNvSpPr>
            <a:spLocks noGrp="1"/>
          </p:cNvSpPr>
          <p:nvPr/>
        </p:nvSpPr>
        <p:spPr>
          <a:xfrm>
            <a:off x="1295400" y="5124450"/>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能否放大、缩小、加减或改变形态结构？</a:t>
            </a:r>
          </a:p>
        </p:txBody>
      </p:sp>
      <p:sp>
        <p:nvSpPr>
          <p:cNvPr id="28" name="op-c-4">
            <a:extLst>
              <a:ext uri="{FF2B5EF4-FFF2-40B4-BE49-F238E27FC236}">
                <a16:creationId xmlns:a16="http://schemas.microsoft.com/office/drawing/2014/main" id="{15482655-71BA-407E-BFD2-09AD5851B146}"/>
              </a:ext>
            </a:extLst>
          </p:cNvPr>
          <p:cNvSpPr>
            <a:spLocks noGrp="1"/>
          </p:cNvSpPr>
          <p:nvPr/>
        </p:nvSpPr>
        <p:spPr>
          <a:xfrm>
            <a:off x="6286500" y="2781300"/>
            <a:ext cx="438150" cy="438150"/>
          </a:xfrm>
          <a:prstGeom prst="ellipse">
            <a:avLst/>
          </a:prstGeom>
          <a:solidFill>
            <a:srgbClr val="7457C8"/>
          </a:solidFill>
          <a:ln w="0">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op-l-4">
            <a:extLst>
              <a:ext uri="{FF2B5EF4-FFF2-40B4-BE49-F238E27FC236}">
                <a16:creationId xmlns:a16="http://schemas.microsoft.com/office/drawing/2014/main" id="{71F3CE4E-75BC-49B0-A1E4-48B1F25FEF39}"/>
              </a:ext>
            </a:extLst>
          </p:cNvPr>
          <p:cNvSpPr>
            <a:spLocks noGrp="1"/>
          </p:cNvSpPr>
          <p:nvPr/>
        </p:nvSpPr>
        <p:spPr>
          <a:xfrm>
            <a:off x="6353175" y="2838450"/>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P</a:t>
            </a:r>
          </a:p>
        </p:txBody>
      </p:sp>
      <p:sp>
        <p:nvSpPr>
          <p:cNvPr id="30" name="op-name-4">
            <a:extLst>
              <a:ext uri="{FF2B5EF4-FFF2-40B4-BE49-F238E27FC236}">
                <a16:creationId xmlns:a16="http://schemas.microsoft.com/office/drawing/2014/main" id="{692899BF-472D-454F-A843-176C43BE4D41}"/>
              </a:ext>
            </a:extLst>
          </p:cNvPr>
          <p:cNvSpPr>
            <a:spLocks noGrp="1"/>
          </p:cNvSpPr>
          <p:nvPr/>
        </p:nvSpPr>
        <p:spPr>
          <a:xfrm>
            <a:off x="6858000" y="2762250"/>
            <a:ext cx="2114550" cy="257175"/>
          </a:xfrm>
          <a:prstGeom prst="rect">
            <a:avLst/>
          </a:prstGeom>
          <a:noFill/>
          <a:ln w="0">
            <a:noFill/>
            <a:prstDash val="solid"/>
          </a:ln>
        </p:spPr>
        <p:txBody>
          <a:bodyPr anchor="ctr"/>
          <a:lstStyle/>
          <a:p>
            <a:pPr algn="l">
              <a:defRPr sz="1275" b="1">
                <a:solidFill>
                  <a:srgbClr val="7457C8"/>
                </a:solidFill>
              </a:defRPr>
            </a:pPr>
            <a:r>
              <a:rPr sz="1275" b="1">
                <a:solidFill>
                  <a:srgbClr val="7457C8"/>
                </a:solidFill>
                <a:latin typeface="微软雅黑" panose="020B0503020204020204" pitchFamily="34" charset="-122"/>
                <a:ea typeface="微软雅黑" panose="020B0503020204020204" pitchFamily="34" charset="-122"/>
              </a:rPr>
              <a:t>他用 Put to other uses</a:t>
            </a:r>
          </a:p>
        </p:txBody>
      </p:sp>
      <p:sp>
        <p:nvSpPr>
          <p:cNvPr id="31" name="op-q-4">
            <a:extLst>
              <a:ext uri="{FF2B5EF4-FFF2-40B4-BE49-F238E27FC236}">
                <a16:creationId xmlns:a16="http://schemas.microsoft.com/office/drawing/2014/main" id="{F28538DF-40EC-49B1-9AAB-745E23BC6AE9}"/>
              </a:ext>
            </a:extLst>
          </p:cNvPr>
          <p:cNvSpPr>
            <a:spLocks noGrp="1"/>
          </p:cNvSpPr>
          <p:nvPr/>
        </p:nvSpPr>
        <p:spPr>
          <a:xfrm>
            <a:off x="6858000" y="3038475"/>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现有资源还能服务什么新对象或新用途？</a:t>
            </a:r>
          </a:p>
        </p:txBody>
      </p:sp>
      <p:sp>
        <p:nvSpPr>
          <p:cNvPr id="32" name="op-line-4">
            <a:extLst>
              <a:ext uri="{FF2B5EF4-FFF2-40B4-BE49-F238E27FC236}">
                <a16:creationId xmlns:a16="http://schemas.microsoft.com/office/drawing/2014/main" id="{D0188D8B-1605-4B57-A7CB-B08B3CFE857D}"/>
              </a:ext>
            </a:extLst>
          </p:cNvPr>
          <p:cNvSpPr>
            <a:spLocks noGrp="1"/>
          </p:cNvSpPr>
          <p:nvPr/>
        </p:nvSpPr>
        <p:spPr>
          <a:xfrm>
            <a:off x="6858000" y="3390900"/>
            <a:ext cx="446722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op-c-5">
            <a:extLst>
              <a:ext uri="{FF2B5EF4-FFF2-40B4-BE49-F238E27FC236}">
                <a16:creationId xmlns:a16="http://schemas.microsoft.com/office/drawing/2014/main" id="{BACEFDB9-6E41-4408-80CB-F283F6936180}"/>
              </a:ext>
            </a:extLst>
          </p:cNvPr>
          <p:cNvSpPr>
            <a:spLocks noGrp="1"/>
          </p:cNvSpPr>
          <p:nvPr/>
        </p:nvSpPr>
        <p:spPr>
          <a:xfrm>
            <a:off x="6286500" y="3476625"/>
            <a:ext cx="438150" cy="438150"/>
          </a:xfrm>
          <a:prstGeom prst="ellipse">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op-l-5">
            <a:extLst>
              <a:ext uri="{FF2B5EF4-FFF2-40B4-BE49-F238E27FC236}">
                <a16:creationId xmlns:a16="http://schemas.microsoft.com/office/drawing/2014/main" id="{1F6C8093-AA51-4212-84BE-D25FFA58ADF4}"/>
              </a:ext>
            </a:extLst>
          </p:cNvPr>
          <p:cNvSpPr>
            <a:spLocks noGrp="1"/>
          </p:cNvSpPr>
          <p:nvPr/>
        </p:nvSpPr>
        <p:spPr>
          <a:xfrm>
            <a:off x="6353175" y="3533775"/>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E</a:t>
            </a:r>
          </a:p>
        </p:txBody>
      </p:sp>
      <p:sp>
        <p:nvSpPr>
          <p:cNvPr id="35" name="op-name-5">
            <a:extLst>
              <a:ext uri="{FF2B5EF4-FFF2-40B4-BE49-F238E27FC236}">
                <a16:creationId xmlns:a16="http://schemas.microsoft.com/office/drawing/2014/main" id="{3BC98CAC-1A81-4E6C-B166-DAE46E55AEF5}"/>
              </a:ext>
            </a:extLst>
          </p:cNvPr>
          <p:cNvSpPr>
            <a:spLocks noGrp="1"/>
          </p:cNvSpPr>
          <p:nvPr/>
        </p:nvSpPr>
        <p:spPr>
          <a:xfrm>
            <a:off x="6858000" y="3457575"/>
            <a:ext cx="2114550" cy="257175"/>
          </a:xfrm>
          <a:prstGeom prst="rect">
            <a:avLst/>
          </a:prstGeom>
          <a:noFill/>
          <a:ln w="0">
            <a:noFill/>
            <a:prstDash val="solid"/>
          </a:ln>
        </p:spPr>
        <p:txBody>
          <a:bodyPr anchor="ctr"/>
          <a:lstStyle/>
          <a:p>
            <a:pPr algn="l">
              <a:defRPr sz="1275" b="1">
                <a:solidFill>
                  <a:srgbClr val="D94F45"/>
                </a:solidFill>
              </a:defRPr>
            </a:pPr>
            <a:r>
              <a:rPr sz="1275" b="1">
                <a:solidFill>
                  <a:srgbClr val="D94F45"/>
                </a:solidFill>
                <a:latin typeface="微软雅黑" panose="020B0503020204020204" pitchFamily="34" charset="-122"/>
                <a:ea typeface="微软雅黑" panose="020B0503020204020204" pitchFamily="34" charset="-122"/>
              </a:rPr>
              <a:t>取消 Eliminate</a:t>
            </a:r>
          </a:p>
        </p:txBody>
      </p:sp>
      <p:sp>
        <p:nvSpPr>
          <p:cNvPr id="36" name="op-q-5">
            <a:extLst>
              <a:ext uri="{FF2B5EF4-FFF2-40B4-BE49-F238E27FC236}">
                <a16:creationId xmlns:a16="http://schemas.microsoft.com/office/drawing/2014/main" id="{309A3EF7-3039-45CA-9089-4FAB8E4DB3B4}"/>
              </a:ext>
            </a:extLst>
          </p:cNvPr>
          <p:cNvSpPr>
            <a:spLocks noGrp="1"/>
          </p:cNvSpPr>
          <p:nvPr/>
        </p:nvSpPr>
        <p:spPr>
          <a:xfrm>
            <a:off x="6858000" y="3733800"/>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什么可以删除、简化、缩短或停止？</a:t>
            </a:r>
          </a:p>
        </p:txBody>
      </p:sp>
      <p:sp>
        <p:nvSpPr>
          <p:cNvPr id="37" name="op-line-5">
            <a:extLst>
              <a:ext uri="{FF2B5EF4-FFF2-40B4-BE49-F238E27FC236}">
                <a16:creationId xmlns:a16="http://schemas.microsoft.com/office/drawing/2014/main" id="{0EB9FF06-63C5-4313-8413-F3188F604409}"/>
              </a:ext>
            </a:extLst>
          </p:cNvPr>
          <p:cNvSpPr>
            <a:spLocks noGrp="1"/>
          </p:cNvSpPr>
          <p:nvPr/>
        </p:nvSpPr>
        <p:spPr>
          <a:xfrm>
            <a:off x="6858000" y="4086225"/>
            <a:ext cx="446722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op-c-6">
            <a:extLst>
              <a:ext uri="{FF2B5EF4-FFF2-40B4-BE49-F238E27FC236}">
                <a16:creationId xmlns:a16="http://schemas.microsoft.com/office/drawing/2014/main" id="{2794E959-96AC-4B41-9E4B-67D687E4A46E}"/>
              </a:ext>
            </a:extLst>
          </p:cNvPr>
          <p:cNvSpPr>
            <a:spLocks noGrp="1"/>
          </p:cNvSpPr>
          <p:nvPr/>
        </p:nvSpPr>
        <p:spPr>
          <a:xfrm>
            <a:off x="6286500" y="4171950"/>
            <a:ext cx="438150" cy="438150"/>
          </a:xfrm>
          <a:prstGeom prst="ellipse">
            <a:avLst/>
          </a:prstGeom>
          <a:solidFill>
            <a:srgbClr val="0D3765"/>
          </a:solidFill>
          <a:ln w="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op-l-6">
            <a:extLst>
              <a:ext uri="{FF2B5EF4-FFF2-40B4-BE49-F238E27FC236}">
                <a16:creationId xmlns:a16="http://schemas.microsoft.com/office/drawing/2014/main" id="{FA3B4F7C-C8A9-486A-B963-889D26475AF0}"/>
              </a:ext>
            </a:extLst>
          </p:cNvPr>
          <p:cNvSpPr>
            <a:spLocks noGrp="1"/>
          </p:cNvSpPr>
          <p:nvPr/>
        </p:nvSpPr>
        <p:spPr>
          <a:xfrm>
            <a:off x="6353175" y="4229100"/>
            <a:ext cx="304800" cy="314325"/>
          </a:xfrm>
          <a:prstGeom prst="rect">
            <a:avLst/>
          </a:prstGeom>
          <a:noFill/>
          <a:ln w="0">
            <a:noFill/>
            <a:prstDash val="solid"/>
          </a:ln>
        </p:spPr>
        <p:txBody>
          <a:bodyPr anchor="ctr"/>
          <a:lstStyle/>
          <a:p>
            <a:pPr algn="ctr">
              <a:defRPr sz="1500" b="1">
                <a:solidFill>
                  <a:srgbClr val="FFFFFF"/>
                </a:solidFill>
              </a:defRPr>
            </a:pPr>
            <a:r>
              <a:rPr sz="1500" b="1">
                <a:solidFill>
                  <a:srgbClr val="FFFFFF"/>
                </a:solidFill>
                <a:latin typeface="微软雅黑" panose="020B0503020204020204" pitchFamily="34" charset="-122"/>
                <a:ea typeface="微软雅黑" panose="020B0503020204020204" pitchFamily="34" charset="-122"/>
              </a:rPr>
              <a:t>R</a:t>
            </a:r>
          </a:p>
        </p:txBody>
      </p:sp>
      <p:sp>
        <p:nvSpPr>
          <p:cNvPr id="40" name="op-name-6">
            <a:extLst>
              <a:ext uri="{FF2B5EF4-FFF2-40B4-BE49-F238E27FC236}">
                <a16:creationId xmlns:a16="http://schemas.microsoft.com/office/drawing/2014/main" id="{33FB93E2-BF4E-4D53-B391-5D342A609031}"/>
              </a:ext>
            </a:extLst>
          </p:cNvPr>
          <p:cNvSpPr>
            <a:spLocks noGrp="1"/>
          </p:cNvSpPr>
          <p:nvPr/>
        </p:nvSpPr>
        <p:spPr>
          <a:xfrm>
            <a:off x="6858000" y="4152900"/>
            <a:ext cx="2114550" cy="257175"/>
          </a:xfrm>
          <a:prstGeom prst="rect">
            <a:avLst/>
          </a:prstGeom>
          <a:noFill/>
          <a:ln w="0">
            <a:noFill/>
            <a:prstDash val="solid"/>
          </a:ln>
        </p:spPr>
        <p:txBody>
          <a:bodyPr anchor="ctr"/>
          <a:lstStyle/>
          <a:p>
            <a:pPr algn="l">
              <a:defRPr sz="1275" b="1">
                <a:solidFill>
                  <a:srgbClr val="0D3765"/>
                </a:solidFill>
              </a:defRPr>
            </a:pPr>
            <a:r>
              <a:rPr sz="1275" b="1">
                <a:solidFill>
                  <a:srgbClr val="0D3765"/>
                </a:solidFill>
                <a:latin typeface="微软雅黑" panose="020B0503020204020204" pitchFamily="34" charset="-122"/>
                <a:ea typeface="微软雅黑" panose="020B0503020204020204" pitchFamily="34" charset="-122"/>
              </a:rPr>
              <a:t>翻转 Reverse</a:t>
            </a:r>
          </a:p>
        </p:txBody>
      </p:sp>
      <p:sp>
        <p:nvSpPr>
          <p:cNvPr id="41" name="op-q-6">
            <a:extLst>
              <a:ext uri="{FF2B5EF4-FFF2-40B4-BE49-F238E27FC236}">
                <a16:creationId xmlns:a16="http://schemas.microsoft.com/office/drawing/2014/main" id="{5315E776-9519-4920-8235-C59306CE879F}"/>
              </a:ext>
            </a:extLst>
          </p:cNvPr>
          <p:cNvSpPr>
            <a:spLocks noGrp="1"/>
          </p:cNvSpPr>
          <p:nvPr/>
        </p:nvSpPr>
        <p:spPr>
          <a:xfrm>
            <a:off x="6858000" y="4429125"/>
            <a:ext cx="4514850" cy="295275"/>
          </a:xfrm>
          <a:prstGeom prst="rect">
            <a:avLst/>
          </a:prstGeom>
          <a:noFill/>
          <a:ln w="0">
            <a:noFill/>
            <a:prstDash val="solid"/>
          </a:ln>
        </p:spPr>
        <p:txBody>
          <a:bodyPr anchor="ctr"/>
          <a:lstStyle/>
          <a:p>
            <a:pPr algn="l">
              <a:defRPr sz="1125" b="0">
                <a:solidFill>
                  <a:srgbClr val="53657B"/>
                </a:solidFill>
              </a:defRPr>
            </a:pPr>
            <a:r>
              <a:rPr sz="1125" b="0">
                <a:solidFill>
                  <a:srgbClr val="53657B"/>
                </a:solidFill>
                <a:latin typeface="微软雅黑" panose="020B0503020204020204" pitchFamily="34" charset="-122"/>
                <a:ea typeface="微软雅黑" panose="020B0503020204020204" pitchFamily="34" charset="-122"/>
              </a:rPr>
              <a:t>能否反转角色、顺序、方向或因果假设？</a:t>
            </a:r>
          </a:p>
        </p:txBody>
      </p:sp>
      <p:sp>
        <p:nvSpPr>
          <p:cNvPr id="42" name="not-all">
            <a:extLst>
              <a:ext uri="{FF2B5EF4-FFF2-40B4-BE49-F238E27FC236}">
                <a16:creationId xmlns:a16="http://schemas.microsoft.com/office/drawing/2014/main" id="{5B45A5FF-E55F-4A9B-88F1-6CAE5937D32D}"/>
              </a:ext>
            </a:extLst>
          </p:cNvPr>
          <p:cNvSpPr>
            <a:spLocks noGrp="1"/>
          </p:cNvSpPr>
          <p:nvPr/>
        </p:nvSpPr>
        <p:spPr>
          <a:xfrm>
            <a:off x="6286500" y="4953000"/>
            <a:ext cx="5181600" cy="609600"/>
          </a:xfrm>
          <a:prstGeom prst="roundRect">
            <a:avLst>
              <a:gd name="adj" fmla="val 14063"/>
            </a:avLst>
          </a:prstGeom>
          <a:solidFill>
            <a:srgbClr val="EEF8DF"/>
          </a:solidFill>
          <a:ln w="9525">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3" name="not-all-t">
            <a:extLst>
              <a:ext uri="{FF2B5EF4-FFF2-40B4-BE49-F238E27FC236}">
                <a16:creationId xmlns:a16="http://schemas.microsoft.com/office/drawing/2014/main" id="{69EC1D04-816B-4183-A718-0AD3F3F84AFC}"/>
              </a:ext>
            </a:extLst>
          </p:cNvPr>
          <p:cNvSpPr>
            <a:spLocks noGrp="1"/>
          </p:cNvSpPr>
          <p:nvPr/>
        </p:nvSpPr>
        <p:spPr>
          <a:xfrm>
            <a:off x="6496050" y="5057775"/>
            <a:ext cx="4762500" cy="381000"/>
          </a:xfrm>
          <a:prstGeom prst="rect">
            <a:avLst/>
          </a:prstGeom>
          <a:noFill/>
          <a:ln w="0">
            <a:noFill/>
            <a:prstDash val="solid"/>
          </a:ln>
        </p:spPr>
        <p:txBody>
          <a:bodyPr anchor="ctr"/>
          <a:lstStyle/>
          <a:p>
            <a:pPr algn="ctr">
              <a:defRPr sz="1275" b="1">
                <a:solidFill>
                  <a:srgbClr val="10233F"/>
                </a:solidFill>
              </a:defRPr>
            </a:pPr>
            <a:r>
              <a:rPr sz="1275" b="1">
                <a:solidFill>
                  <a:srgbClr val="10233F"/>
                </a:solidFill>
                <a:latin typeface="微软雅黑" panose="020B0503020204020204" pitchFamily="34" charset="-122"/>
                <a:ea typeface="微软雅黑" panose="020B0503020204020204" pitchFamily="34" charset="-122"/>
              </a:rPr>
              <a:t>不要求七问都有答案：目标是产生差异，而不是填满表格。</a:t>
            </a:r>
          </a:p>
        </p:txBody>
      </p:sp>
      <p:sp>
        <p:nvSpPr>
          <p:cNvPr id="51" name="页脚占位符 3">
            <a:extLst>
              <a:ext uri="{FF2B5EF4-FFF2-40B4-BE49-F238E27FC236}">
                <a16:creationId xmlns:a16="http://schemas.microsoft.com/office/drawing/2014/main" id="{E45392D2-16B0-6769-5694-EF370601407D}"/>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200"/>
              <a:t>Leo Huang</a:t>
            </a:r>
            <a:endParaRPr lang="de-DE" altLang="zh-CN" sz="1200" dirty="0"/>
          </a:p>
        </p:txBody>
      </p:sp>
      <p:sp>
        <p:nvSpPr>
          <p:cNvPr id="53" name="灯片编号占位符 4">
            <a:extLst>
              <a:ext uri="{FF2B5EF4-FFF2-40B4-BE49-F238E27FC236}">
                <a16:creationId xmlns:a16="http://schemas.microsoft.com/office/drawing/2014/main" id="{BA1A74CD-2FFF-8D4B-EFBD-6AD4FB748EB2}"/>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200" smtClean="0"/>
              <a:pPr algn="r">
                <a:defRPr/>
              </a:pPr>
              <a:t>73</a:t>
            </a:fld>
            <a:endParaRPr lang="de-DE" altLang="zh-CN" sz="1200" dirty="0"/>
          </a:p>
        </p:txBody>
      </p:sp>
    </p:spTree>
    <p:extLst>
      <p:ext uri="{BB962C8B-B14F-4D97-AF65-F5344CB8AC3E}">
        <p14:creationId xmlns:p14="http://schemas.microsoft.com/office/powerpoint/2010/main" val="15350999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2FAD078-C138-4476-8F81-81C7AC261A30}"/>
              </a:ext>
            </a:extLst>
          </p:cNvPr>
          <p:cNvSpPr>
            <a:spLocks noGrp="1"/>
          </p:cNvSpPr>
          <p:nvPr/>
        </p:nvSpPr>
        <p:spPr>
          <a:xfrm>
            <a:off x="723900" y="542925"/>
            <a:ext cx="10820400" cy="495300"/>
          </a:xfrm>
          <a:prstGeom prst="rect">
            <a:avLst/>
          </a:prstGeom>
          <a:noFill/>
          <a:ln w="0">
            <a:noFill/>
            <a:prstDash val="solid"/>
          </a:ln>
        </p:spPr>
        <p:txBody>
          <a:bodyPr anchor="ctr"/>
          <a:lstStyle/>
          <a:p>
            <a:pPr algn="l">
              <a:defRPr sz="2625" b="1">
                <a:solidFill>
                  <a:srgbClr val="10233F"/>
                </a:solidFill>
              </a:defRPr>
            </a:pPr>
            <a:r>
              <a:rPr sz="2625" b="1" dirty="0">
                <a:solidFill>
                  <a:srgbClr val="10233F"/>
                </a:solidFill>
                <a:latin typeface="微软雅黑" panose="020B0503020204020204" pitchFamily="34" charset="-122"/>
                <a:ea typeface="微软雅黑" panose="020B0503020204020204" pitchFamily="34" charset="-122"/>
              </a:rPr>
              <a:t>5W × </a:t>
            </a:r>
            <a:r>
              <a:rPr sz="2625" b="1" dirty="0" err="1">
                <a:solidFill>
                  <a:srgbClr val="10233F"/>
                </a:solidFill>
                <a:latin typeface="微软雅黑" panose="020B0503020204020204" pitchFamily="34" charset="-122"/>
                <a:ea typeface="微软雅黑" panose="020B0503020204020204" pitchFamily="34" charset="-122"/>
              </a:rPr>
              <a:t>SCAMPER｜创造对策模板</a:t>
            </a:r>
            <a:endParaRPr sz="2625" b="1" dirty="0">
              <a:solidFill>
                <a:srgbClr val="10233F"/>
              </a:solidFill>
              <a:latin typeface="微软雅黑" panose="020B0503020204020204" pitchFamily="34" charset="-122"/>
              <a:ea typeface="微软雅黑" panose="020B0503020204020204" pitchFamily="34" charset="-122"/>
            </a:endParaRPr>
          </a:p>
        </p:txBody>
      </p:sp>
      <p:sp>
        <p:nvSpPr>
          <p:cNvPr id="7" name="task-bg">
            <a:extLst>
              <a:ext uri="{FF2B5EF4-FFF2-40B4-BE49-F238E27FC236}">
                <a16:creationId xmlns:a16="http://schemas.microsoft.com/office/drawing/2014/main" id="{CBC6B4AD-C279-46F8-B259-2610CAB28C08}"/>
              </a:ext>
            </a:extLst>
          </p:cNvPr>
          <p:cNvSpPr>
            <a:spLocks noGrp="1"/>
          </p:cNvSpPr>
          <p:nvPr/>
        </p:nvSpPr>
        <p:spPr>
          <a:xfrm>
            <a:off x="590550" y="1674668"/>
            <a:ext cx="10744200" cy="666750"/>
          </a:xfrm>
          <a:prstGeom prst="roundRect">
            <a:avLst>
              <a:gd name="adj" fmla="val 12857"/>
            </a:avLst>
          </a:prstGeom>
          <a:solidFill>
            <a:srgbClr val="F1F6FB"/>
          </a:solidFill>
          <a:ln w="9525">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task-l1">
            <a:extLst>
              <a:ext uri="{FF2B5EF4-FFF2-40B4-BE49-F238E27FC236}">
                <a16:creationId xmlns:a16="http://schemas.microsoft.com/office/drawing/2014/main" id="{CF8A388B-A63B-4F66-BC9A-88095153AF7E}"/>
              </a:ext>
            </a:extLst>
          </p:cNvPr>
          <p:cNvSpPr>
            <a:spLocks noGrp="1"/>
          </p:cNvSpPr>
          <p:nvPr/>
        </p:nvSpPr>
        <p:spPr>
          <a:xfrm>
            <a:off x="781050" y="1769918"/>
            <a:ext cx="1619250" cy="238125"/>
          </a:xfrm>
          <a:prstGeom prst="rect">
            <a:avLst/>
          </a:prstGeom>
          <a:noFill/>
          <a:ln w="0">
            <a:noFill/>
            <a:prstDash val="solid"/>
          </a:ln>
        </p:spPr>
        <p:txBody>
          <a:bodyPr anchor="ctr"/>
          <a:lstStyle/>
          <a:p>
            <a:pPr algn="l">
              <a:defRPr sz="1125" b="1">
                <a:solidFill>
                  <a:srgbClr val="3478E5"/>
                </a:solidFill>
              </a:defRPr>
            </a:pPr>
            <a:r>
              <a:rPr sz="1125" b="1">
                <a:solidFill>
                  <a:srgbClr val="3478E5"/>
                </a:solidFill>
                <a:latin typeface="微软雅黑" panose="020B0503020204020204" pitchFamily="34" charset="-122"/>
                <a:ea typeface="微软雅黑" panose="020B0503020204020204" pitchFamily="34" charset="-122"/>
              </a:rPr>
              <a:t>现有任务／普通方案</a:t>
            </a:r>
          </a:p>
        </p:txBody>
      </p:sp>
      <p:sp>
        <p:nvSpPr>
          <p:cNvPr id="9" name="task-line1">
            <a:extLst>
              <a:ext uri="{FF2B5EF4-FFF2-40B4-BE49-F238E27FC236}">
                <a16:creationId xmlns:a16="http://schemas.microsoft.com/office/drawing/2014/main" id="{F4C39D83-1F19-4834-8A08-13A9DAB50BBC}"/>
              </a:ext>
            </a:extLst>
          </p:cNvPr>
          <p:cNvSpPr>
            <a:spLocks noGrp="1"/>
          </p:cNvSpPr>
          <p:nvPr/>
        </p:nvSpPr>
        <p:spPr>
          <a:xfrm>
            <a:off x="2400300" y="2008043"/>
            <a:ext cx="3429000" cy="9525"/>
          </a:xfrm>
          <a:prstGeom prst="rect">
            <a:avLst/>
          </a:prstGeom>
          <a:solidFill>
            <a:srgbClr val="7D8EA3"/>
          </a:solidFill>
          <a:ln w="0">
            <a:solidFill>
              <a:srgbClr val="7D8EA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task-l2">
            <a:extLst>
              <a:ext uri="{FF2B5EF4-FFF2-40B4-BE49-F238E27FC236}">
                <a16:creationId xmlns:a16="http://schemas.microsoft.com/office/drawing/2014/main" id="{7A4C9A43-6939-45E4-AB33-6D5966442CEA}"/>
              </a:ext>
            </a:extLst>
          </p:cNvPr>
          <p:cNvSpPr>
            <a:spLocks noGrp="1"/>
          </p:cNvSpPr>
          <p:nvPr/>
        </p:nvSpPr>
        <p:spPr>
          <a:xfrm>
            <a:off x="6096000" y="1769918"/>
            <a:ext cx="1381125" cy="238125"/>
          </a:xfrm>
          <a:prstGeom prst="rect">
            <a:avLst/>
          </a:prstGeom>
          <a:noFill/>
          <a:ln w="0">
            <a:noFill/>
            <a:prstDash val="solid"/>
          </a:ln>
        </p:spPr>
        <p:txBody>
          <a:bodyPr anchor="ctr"/>
          <a:lstStyle/>
          <a:p>
            <a:pPr algn="l">
              <a:defRPr sz="1125" b="1">
                <a:solidFill>
                  <a:srgbClr val="78C500"/>
                </a:solidFill>
              </a:defRPr>
            </a:pPr>
            <a:r>
              <a:rPr sz="1125" b="1">
                <a:solidFill>
                  <a:srgbClr val="78C500"/>
                </a:solidFill>
                <a:latin typeface="微软雅黑" panose="020B0503020204020204" pitchFamily="34" charset="-122"/>
                <a:ea typeface="微软雅黑" panose="020B0503020204020204" pitchFamily="34" charset="-122"/>
              </a:rPr>
              <a:t>希望改善的目标</a:t>
            </a:r>
          </a:p>
        </p:txBody>
      </p:sp>
      <p:sp>
        <p:nvSpPr>
          <p:cNvPr id="11" name="task-line2">
            <a:extLst>
              <a:ext uri="{FF2B5EF4-FFF2-40B4-BE49-F238E27FC236}">
                <a16:creationId xmlns:a16="http://schemas.microsoft.com/office/drawing/2014/main" id="{3030BC22-0444-4F49-999A-9E2633CB9694}"/>
              </a:ext>
            </a:extLst>
          </p:cNvPr>
          <p:cNvSpPr>
            <a:spLocks noGrp="1"/>
          </p:cNvSpPr>
          <p:nvPr/>
        </p:nvSpPr>
        <p:spPr>
          <a:xfrm>
            <a:off x="7477125" y="2008043"/>
            <a:ext cx="3571875" cy="9525"/>
          </a:xfrm>
          <a:prstGeom prst="rect">
            <a:avLst/>
          </a:prstGeom>
          <a:solidFill>
            <a:srgbClr val="7D8EA3"/>
          </a:solidFill>
          <a:ln w="0">
            <a:solidFill>
              <a:srgbClr val="7D8EA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task-l3">
            <a:extLst>
              <a:ext uri="{FF2B5EF4-FFF2-40B4-BE49-F238E27FC236}">
                <a16:creationId xmlns:a16="http://schemas.microsoft.com/office/drawing/2014/main" id="{B7669133-BEAC-44CC-97A0-0363F262E802}"/>
              </a:ext>
            </a:extLst>
          </p:cNvPr>
          <p:cNvSpPr>
            <a:spLocks noGrp="1"/>
          </p:cNvSpPr>
          <p:nvPr/>
        </p:nvSpPr>
        <p:spPr>
          <a:xfrm>
            <a:off x="781050" y="2046143"/>
            <a:ext cx="1619250" cy="238125"/>
          </a:xfrm>
          <a:prstGeom prst="rect">
            <a:avLst/>
          </a:prstGeom>
          <a:noFill/>
          <a:ln w="0">
            <a:noFill/>
            <a:prstDash val="solid"/>
          </a:ln>
        </p:spPr>
        <p:txBody>
          <a:bodyPr anchor="ctr"/>
          <a:lstStyle/>
          <a:p>
            <a:pPr algn="l">
              <a:defRPr sz="1125" b="1">
                <a:solidFill>
                  <a:srgbClr val="D78900"/>
                </a:solidFill>
              </a:defRPr>
            </a:pPr>
            <a:r>
              <a:rPr sz="1125" b="1">
                <a:solidFill>
                  <a:srgbClr val="D78900"/>
                </a:solidFill>
                <a:latin typeface="微软雅黑" panose="020B0503020204020204" pitchFamily="34" charset="-122"/>
                <a:ea typeface="微软雅黑" panose="020B0503020204020204" pitchFamily="34" charset="-122"/>
              </a:rPr>
              <a:t>必须守住的约束</a:t>
            </a:r>
          </a:p>
        </p:txBody>
      </p:sp>
      <p:sp>
        <p:nvSpPr>
          <p:cNvPr id="13" name="task-line3">
            <a:extLst>
              <a:ext uri="{FF2B5EF4-FFF2-40B4-BE49-F238E27FC236}">
                <a16:creationId xmlns:a16="http://schemas.microsoft.com/office/drawing/2014/main" id="{CDBB7529-2D7F-4789-831E-4E8BE8BA29C2}"/>
              </a:ext>
            </a:extLst>
          </p:cNvPr>
          <p:cNvSpPr>
            <a:spLocks noGrp="1"/>
          </p:cNvSpPr>
          <p:nvPr/>
        </p:nvSpPr>
        <p:spPr>
          <a:xfrm>
            <a:off x="2400300" y="2255693"/>
            <a:ext cx="8648700" cy="9525"/>
          </a:xfrm>
          <a:prstGeom prst="rect">
            <a:avLst/>
          </a:prstGeom>
          <a:solidFill>
            <a:srgbClr val="7D8EA3"/>
          </a:solidFill>
          <a:ln w="0">
            <a:solidFill>
              <a:srgbClr val="7D8EA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left-bg">
            <a:extLst>
              <a:ext uri="{FF2B5EF4-FFF2-40B4-BE49-F238E27FC236}">
                <a16:creationId xmlns:a16="http://schemas.microsoft.com/office/drawing/2014/main" id="{D77A5A15-FF95-4FD4-BC32-D8B8CFA1F4F5}"/>
              </a:ext>
            </a:extLst>
          </p:cNvPr>
          <p:cNvSpPr>
            <a:spLocks noGrp="1"/>
          </p:cNvSpPr>
          <p:nvPr/>
        </p:nvSpPr>
        <p:spPr>
          <a:xfrm>
            <a:off x="590550" y="2512868"/>
            <a:ext cx="3314700" cy="3181350"/>
          </a:xfrm>
          <a:prstGeom prst="roundRect">
            <a:avLst>
              <a:gd name="adj" fmla="val 2994"/>
            </a:avLst>
          </a:prstGeom>
          <a:solidFill>
            <a:srgbClr val="FAFCFE"/>
          </a:solidFill>
          <a:ln w="10478">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mid-bg">
            <a:extLst>
              <a:ext uri="{FF2B5EF4-FFF2-40B4-BE49-F238E27FC236}">
                <a16:creationId xmlns:a16="http://schemas.microsoft.com/office/drawing/2014/main" id="{A9665923-7E62-4415-87EC-9F8206B41052}"/>
              </a:ext>
            </a:extLst>
          </p:cNvPr>
          <p:cNvSpPr>
            <a:spLocks noGrp="1"/>
          </p:cNvSpPr>
          <p:nvPr/>
        </p:nvSpPr>
        <p:spPr>
          <a:xfrm>
            <a:off x="4095750" y="2512868"/>
            <a:ext cx="2819400" cy="3181350"/>
          </a:xfrm>
          <a:prstGeom prst="roundRect">
            <a:avLst>
              <a:gd name="adj" fmla="val 3378"/>
            </a:avLst>
          </a:prstGeom>
          <a:solidFill>
            <a:srgbClr val="FCFBFF"/>
          </a:solidFill>
          <a:ln w="10478">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right-bg">
            <a:extLst>
              <a:ext uri="{FF2B5EF4-FFF2-40B4-BE49-F238E27FC236}">
                <a16:creationId xmlns:a16="http://schemas.microsoft.com/office/drawing/2014/main" id="{9AC2517B-A98B-4652-B817-179ACAFE8ADD}"/>
              </a:ext>
            </a:extLst>
          </p:cNvPr>
          <p:cNvSpPr>
            <a:spLocks noGrp="1"/>
          </p:cNvSpPr>
          <p:nvPr/>
        </p:nvSpPr>
        <p:spPr>
          <a:xfrm>
            <a:off x="7105650" y="2512868"/>
            <a:ext cx="4229100" cy="3181350"/>
          </a:xfrm>
          <a:prstGeom prst="roundRect">
            <a:avLst>
              <a:gd name="adj" fmla="val 2994"/>
            </a:avLst>
          </a:prstGeom>
          <a:solidFill>
            <a:srgbClr val="FBFDF8"/>
          </a:solidFill>
          <a:ln w="10478">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left-h">
            <a:extLst>
              <a:ext uri="{FF2B5EF4-FFF2-40B4-BE49-F238E27FC236}">
                <a16:creationId xmlns:a16="http://schemas.microsoft.com/office/drawing/2014/main" id="{5B45C81D-57B2-44A6-823B-ED4071FF4900}"/>
              </a:ext>
            </a:extLst>
          </p:cNvPr>
          <p:cNvSpPr>
            <a:spLocks noGrp="1"/>
          </p:cNvSpPr>
          <p:nvPr/>
        </p:nvSpPr>
        <p:spPr>
          <a:xfrm>
            <a:off x="781050" y="2636693"/>
            <a:ext cx="2952750" cy="295275"/>
          </a:xfrm>
          <a:prstGeom prst="rect">
            <a:avLst/>
          </a:prstGeom>
          <a:noFill/>
          <a:ln w="0">
            <a:noFill/>
            <a:prstDash val="solid"/>
          </a:ln>
        </p:spPr>
        <p:txBody>
          <a:bodyPr anchor="ctr"/>
          <a:lstStyle/>
          <a:p>
            <a:pPr algn="l">
              <a:defRPr sz="1425" b="1">
                <a:solidFill>
                  <a:srgbClr val="3478E5"/>
                </a:solidFill>
              </a:defRPr>
            </a:pPr>
            <a:r>
              <a:rPr sz="1425" b="1">
                <a:solidFill>
                  <a:srgbClr val="3478E5"/>
                </a:solidFill>
                <a:latin typeface="微软雅黑" panose="020B0503020204020204" pitchFamily="34" charset="-122"/>
                <a:ea typeface="微软雅黑" panose="020B0503020204020204" pitchFamily="34" charset="-122"/>
              </a:rPr>
              <a:t>① 5W回答｜选择变化焦点</a:t>
            </a:r>
          </a:p>
        </p:txBody>
      </p:sp>
      <p:sp>
        <p:nvSpPr>
          <p:cNvPr id="18" name="mid-h">
            <a:extLst>
              <a:ext uri="{FF2B5EF4-FFF2-40B4-BE49-F238E27FC236}">
                <a16:creationId xmlns:a16="http://schemas.microsoft.com/office/drawing/2014/main" id="{B7451CE5-5190-417A-B7DB-7642F67E575E}"/>
              </a:ext>
            </a:extLst>
          </p:cNvPr>
          <p:cNvSpPr>
            <a:spLocks noGrp="1"/>
          </p:cNvSpPr>
          <p:nvPr/>
        </p:nvSpPr>
        <p:spPr>
          <a:xfrm>
            <a:off x="4286250" y="2636693"/>
            <a:ext cx="2438400" cy="295275"/>
          </a:xfrm>
          <a:prstGeom prst="rect">
            <a:avLst/>
          </a:prstGeom>
          <a:noFill/>
          <a:ln w="0">
            <a:noFill/>
            <a:prstDash val="solid"/>
          </a:ln>
        </p:spPr>
        <p:txBody>
          <a:bodyPr anchor="ctr"/>
          <a:lstStyle/>
          <a:p>
            <a:pPr algn="l">
              <a:defRPr sz="1425" b="1">
                <a:solidFill>
                  <a:srgbClr val="7457C8"/>
                </a:solidFill>
              </a:defRPr>
            </a:pPr>
            <a:r>
              <a:rPr sz="1425" b="1">
                <a:solidFill>
                  <a:srgbClr val="7457C8"/>
                </a:solidFill>
                <a:latin typeface="微软雅黑" panose="020B0503020204020204" pitchFamily="34" charset="-122"/>
                <a:ea typeface="微软雅黑" panose="020B0503020204020204" pitchFamily="34" charset="-122"/>
              </a:rPr>
              <a:t>② SCAMPER｜勾选动作</a:t>
            </a:r>
          </a:p>
        </p:txBody>
      </p:sp>
      <p:sp>
        <p:nvSpPr>
          <p:cNvPr id="19" name="right-h">
            <a:extLst>
              <a:ext uri="{FF2B5EF4-FFF2-40B4-BE49-F238E27FC236}">
                <a16:creationId xmlns:a16="http://schemas.microsoft.com/office/drawing/2014/main" id="{44D772F2-082A-4330-A728-20BA471CCEF8}"/>
              </a:ext>
            </a:extLst>
          </p:cNvPr>
          <p:cNvSpPr>
            <a:spLocks noGrp="1"/>
          </p:cNvSpPr>
          <p:nvPr/>
        </p:nvSpPr>
        <p:spPr>
          <a:xfrm>
            <a:off x="7296150" y="2636693"/>
            <a:ext cx="3810000" cy="295275"/>
          </a:xfrm>
          <a:prstGeom prst="rect">
            <a:avLst/>
          </a:prstGeom>
          <a:noFill/>
          <a:ln w="0">
            <a:noFill/>
            <a:prstDash val="solid"/>
          </a:ln>
        </p:spPr>
        <p:txBody>
          <a:bodyPr anchor="ctr"/>
          <a:lstStyle/>
          <a:p>
            <a:pPr algn="l">
              <a:defRPr sz="1425" b="1">
                <a:solidFill>
                  <a:srgbClr val="78C500"/>
                </a:solidFill>
              </a:defRPr>
            </a:pPr>
            <a:r>
              <a:rPr sz="1425" b="1">
                <a:solidFill>
                  <a:srgbClr val="78C500"/>
                </a:solidFill>
                <a:latin typeface="微软雅黑" panose="020B0503020204020204" pitchFamily="34" charset="-122"/>
                <a:ea typeface="微软雅黑" panose="020B0503020204020204" pitchFamily="34" charset="-122"/>
              </a:rPr>
              <a:t>③ 候选想法｜先发散，不评价</a:t>
            </a:r>
          </a:p>
        </p:txBody>
      </p:sp>
      <p:sp>
        <p:nvSpPr>
          <p:cNvPr id="20" name="left-head-line">
            <a:extLst>
              <a:ext uri="{FF2B5EF4-FFF2-40B4-BE49-F238E27FC236}">
                <a16:creationId xmlns:a16="http://schemas.microsoft.com/office/drawing/2014/main" id="{E853C3BB-0672-422D-B323-5B8550BCB592}"/>
              </a:ext>
            </a:extLst>
          </p:cNvPr>
          <p:cNvSpPr>
            <a:spLocks noGrp="1"/>
          </p:cNvSpPr>
          <p:nvPr/>
        </p:nvSpPr>
        <p:spPr>
          <a:xfrm>
            <a:off x="781050" y="2989118"/>
            <a:ext cx="2933700" cy="12383"/>
          </a:xfrm>
          <a:prstGeom prst="rect">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mid-head-line">
            <a:extLst>
              <a:ext uri="{FF2B5EF4-FFF2-40B4-BE49-F238E27FC236}">
                <a16:creationId xmlns:a16="http://schemas.microsoft.com/office/drawing/2014/main" id="{231902BF-26B9-4444-9661-6C21CC644A18}"/>
              </a:ext>
            </a:extLst>
          </p:cNvPr>
          <p:cNvSpPr>
            <a:spLocks noGrp="1"/>
          </p:cNvSpPr>
          <p:nvPr/>
        </p:nvSpPr>
        <p:spPr>
          <a:xfrm>
            <a:off x="4286250" y="2989118"/>
            <a:ext cx="2438400" cy="12383"/>
          </a:xfrm>
          <a:prstGeom prst="rect">
            <a:avLst/>
          </a:prstGeom>
          <a:solidFill>
            <a:srgbClr val="7457C8"/>
          </a:solidFill>
          <a:ln w="0">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right-head-line">
            <a:extLst>
              <a:ext uri="{FF2B5EF4-FFF2-40B4-BE49-F238E27FC236}">
                <a16:creationId xmlns:a16="http://schemas.microsoft.com/office/drawing/2014/main" id="{450F6FB9-5505-4EB2-A368-AE50C29EA972}"/>
              </a:ext>
            </a:extLst>
          </p:cNvPr>
          <p:cNvSpPr>
            <a:spLocks noGrp="1"/>
          </p:cNvSpPr>
          <p:nvPr/>
        </p:nvSpPr>
        <p:spPr>
          <a:xfrm>
            <a:off x="7296150" y="2989118"/>
            <a:ext cx="3810000" cy="12383"/>
          </a:xfrm>
          <a:prstGeom prst="rect">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w-c-0">
            <a:extLst>
              <a:ext uri="{FF2B5EF4-FFF2-40B4-BE49-F238E27FC236}">
                <a16:creationId xmlns:a16="http://schemas.microsoft.com/office/drawing/2014/main" id="{66F6CE1D-2938-4DA2-9C8A-E952FA8453C3}"/>
              </a:ext>
            </a:extLst>
          </p:cNvPr>
          <p:cNvSpPr>
            <a:spLocks noGrp="1"/>
          </p:cNvSpPr>
          <p:nvPr/>
        </p:nvSpPr>
        <p:spPr>
          <a:xfrm>
            <a:off x="781050" y="3122468"/>
            <a:ext cx="285750" cy="285750"/>
          </a:xfrm>
          <a:prstGeom prst="ellipse">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w-letter-0">
            <a:extLst>
              <a:ext uri="{FF2B5EF4-FFF2-40B4-BE49-F238E27FC236}">
                <a16:creationId xmlns:a16="http://schemas.microsoft.com/office/drawing/2014/main" id="{0BE6CEE0-7B2C-4C5E-BA1B-6996667AFAC8}"/>
              </a:ext>
            </a:extLst>
          </p:cNvPr>
          <p:cNvSpPr>
            <a:spLocks noGrp="1"/>
          </p:cNvSpPr>
          <p:nvPr/>
        </p:nvSpPr>
        <p:spPr>
          <a:xfrm>
            <a:off x="838200" y="31510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W</a:t>
            </a:r>
          </a:p>
        </p:txBody>
      </p:sp>
      <p:sp>
        <p:nvSpPr>
          <p:cNvPr id="25" name="w-code-0">
            <a:extLst>
              <a:ext uri="{FF2B5EF4-FFF2-40B4-BE49-F238E27FC236}">
                <a16:creationId xmlns:a16="http://schemas.microsoft.com/office/drawing/2014/main" id="{38EBF8BF-5D40-4D00-B83E-99E17BE85BB4}"/>
              </a:ext>
            </a:extLst>
          </p:cNvPr>
          <p:cNvSpPr>
            <a:spLocks noGrp="1"/>
          </p:cNvSpPr>
          <p:nvPr/>
        </p:nvSpPr>
        <p:spPr>
          <a:xfrm>
            <a:off x="1143000" y="3122468"/>
            <a:ext cx="685800" cy="228600"/>
          </a:xfrm>
          <a:prstGeom prst="rect">
            <a:avLst/>
          </a:prstGeom>
          <a:noFill/>
          <a:ln w="0">
            <a:noFill/>
            <a:prstDash val="solid"/>
          </a:ln>
        </p:spPr>
        <p:txBody>
          <a:bodyPr anchor="ctr"/>
          <a:lstStyle/>
          <a:p>
            <a:pPr algn="l">
              <a:defRPr sz="900" b="1">
                <a:solidFill>
                  <a:srgbClr val="D78900"/>
                </a:solidFill>
              </a:defRPr>
            </a:pPr>
            <a:r>
              <a:rPr sz="900" b="1">
                <a:solidFill>
                  <a:srgbClr val="D78900"/>
                </a:solidFill>
                <a:latin typeface="微软雅黑" panose="020B0503020204020204" pitchFamily="34" charset="-122"/>
                <a:ea typeface="微软雅黑" panose="020B0503020204020204" pitchFamily="34" charset="-122"/>
              </a:rPr>
              <a:t>WHY</a:t>
            </a:r>
          </a:p>
        </p:txBody>
      </p:sp>
      <p:sp>
        <p:nvSpPr>
          <p:cNvPr id="26" name="w-q-0">
            <a:extLst>
              <a:ext uri="{FF2B5EF4-FFF2-40B4-BE49-F238E27FC236}">
                <a16:creationId xmlns:a16="http://schemas.microsoft.com/office/drawing/2014/main" id="{95E3357C-9E31-4E7C-A860-78139DB08196}"/>
              </a:ext>
            </a:extLst>
          </p:cNvPr>
          <p:cNvSpPr>
            <a:spLocks noGrp="1"/>
          </p:cNvSpPr>
          <p:nvPr/>
        </p:nvSpPr>
        <p:spPr>
          <a:xfrm>
            <a:off x="1866900" y="3122468"/>
            <a:ext cx="181927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真正目的是什么？</a:t>
            </a:r>
          </a:p>
        </p:txBody>
      </p:sp>
      <p:sp>
        <p:nvSpPr>
          <p:cNvPr id="27" name="w-line-0">
            <a:extLst>
              <a:ext uri="{FF2B5EF4-FFF2-40B4-BE49-F238E27FC236}">
                <a16:creationId xmlns:a16="http://schemas.microsoft.com/office/drawing/2014/main" id="{B248D885-338D-4806-AFDB-4F900D15EB4E}"/>
              </a:ext>
            </a:extLst>
          </p:cNvPr>
          <p:cNvSpPr>
            <a:spLocks noGrp="1"/>
          </p:cNvSpPr>
          <p:nvPr/>
        </p:nvSpPr>
        <p:spPr>
          <a:xfrm>
            <a:off x="1143000" y="3436793"/>
            <a:ext cx="254317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w-c-1">
            <a:extLst>
              <a:ext uri="{FF2B5EF4-FFF2-40B4-BE49-F238E27FC236}">
                <a16:creationId xmlns:a16="http://schemas.microsoft.com/office/drawing/2014/main" id="{D36E3A4E-3937-49FD-824B-BAA2A644425F}"/>
              </a:ext>
            </a:extLst>
          </p:cNvPr>
          <p:cNvSpPr>
            <a:spLocks noGrp="1"/>
          </p:cNvSpPr>
          <p:nvPr/>
        </p:nvSpPr>
        <p:spPr>
          <a:xfrm>
            <a:off x="781050" y="3493943"/>
            <a:ext cx="285750" cy="285750"/>
          </a:xfrm>
          <a:prstGeom prst="ellipse">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w-letter-1">
            <a:extLst>
              <a:ext uri="{FF2B5EF4-FFF2-40B4-BE49-F238E27FC236}">
                <a16:creationId xmlns:a16="http://schemas.microsoft.com/office/drawing/2014/main" id="{C314ADC3-0256-48D6-99D5-03502AF23A04}"/>
              </a:ext>
            </a:extLst>
          </p:cNvPr>
          <p:cNvSpPr>
            <a:spLocks noGrp="1"/>
          </p:cNvSpPr>
          <p:nvPr/>
        </p:nvSpPr>
        <p:spPr>
          <a:xfrm>
            <a:off x="838200" y="3522518"/>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W</a:t>
            </a:r>
          </a:p>
        </p:txBody>
      </p:sp>
      <p:sp>
        <p:nvSpPr>
          <p:cNvPr id="30" name="w-code-1">
            <a:extLst>
              <a:ext uri="{FF2B5EF4-FFF2-40B4-BE49-F238E27FC236}">
                <a16:creationId xmlns:a16="http://schemas.microsoft.com/office/drawing/2014/main" id="{AC970E8C-8811-4D53-AF34-CF3B0720637A}"/>
              </a:ext>
            </a:extLst>
          </p:cNvPr>
          <p:cNvSpPr>
            <a:spLocks noGrp="1"/>
          </p:cNvSpPr>
          <p:nvPr/>
        </p:nvSpPr>
        <p:spPr>
          <a:xfrm>
            <a:off x="1143000" y="3493943"/>
            <a:ext cx="685800" cy="228600"/>
          </a:xfrm>
          <a:prstGeom prst="rect">
            <a:avLst/>
          </a:prstGeom>
          <a:noFill/>
          <a:ln w="0">
            <a:noFill/>
            <a:prstDash val="solid"/>
          </a:ln>
        </p:spPr>
        <p:txBody>
          <a:bodyPr anchor="ctr"/>
          <a:lstStyle/>
          <a:p>
            <a:pPr algn="l">
              <a:defRPr sz="900" b="1">
                <a:solidFill>
                  <a:srgbClr val="3478E5"/>
                </a:solidFill>
              </a:defRPr>
            </a:pPr>
            <a:r>
              <a:rPr sz="900" b="1">
                <a:solidFill>
                  <a:srgbClr val="3478E5"/>
                </a:solidFill>
                <a:latin typeface="微软雅黑" panose="020B0503020204020204" pitchFamily="34" charset="-122"/>
                <a:ea typeface="微软雅黑" panose="020B0503020204020204" pitchFamily="34" charset="-122"/>
              </a:rPr>
              <a:t>WHAT</a:t>
            </a:r>
          </a:p>
        </p:txBody>
      </p:sp>
      <p:sp>
        <p:nvSpPr>
          <p:cNvPr id="31" name="w-q-1">
            <a:extLst>
              <a:ext uri="{FF2B5EF4-FFF2-40B4-BE49-F238E27FC236}">
                <a16:creationId xmlns:a16="http://schemas.microsoft.com/office/drawing/2014/main" id="{A823CE79-D612-48C4-8F6B-03CFCB142BBF}"/>
              </a:ext>
            </a:extLst>
          </p:cNvPr>
          <p:cNvSpPr>
            <a:spLocks noGrp="1"/>
          </p:cNvSpPr>
          <p:nvPr/>
        </p:nvSpPr>
        <p:spPr>
          <a:xfrm>
            <a:off x="1866900" y="3493943"/>
            <a:ext cx="181927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要改变什么功能或内容？</a:t>
            </a:r>
          </a:p>
        </p:txBody>
      </p:sp>
      <p:sp>
        <p:nvSpPr>
          <p:cNvPr id="32" name="w-line-1">
            <a:extLst>
              <a:ext uri="{FF2B5EF4-FFF2-40B4-BE49-F238E27FC236}">
                <a16:creationId xmlns:a16="http://schemas.microsoft.com/office/drawing/2014/main" id="{F4FD1F97-B0C4-4305-AB22-545AF5F9CEE1}"/>
              </a:ext>
            </a:extLst>
          </p:cNvPr>
          <p:cNvSpPr>
            <a:spLocks noGrp="1"/>
          </p:cNvSpPr>
          <p:nvPr/>
        </p:nvSpPr>
        <p:spPr>
          <a:xfrm>
            <a:off x="1143000" y="3808268"/>
            <a:ext cx="254317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w-c-2">
            <a:extLst>
              <a:ext uri="{FF2B5EF4-FFF2-40B4-BE49-F238E27FC236}">
                <a16:creationId xmlns:a16="http://schemas.microsoft.com/office/drawing/2014/main" id="{FAB20C7D-F9DF-4086-ACE3-44EB3A9103A8}"/>
              </a:ext>
            </a:extLst>
          </p:cNvPr>
          <p:cNvSpPr>
            <a:spLocks noGrp="1"/>
          </p:cNvSpPr>
          <p:nvPr/>
        </p:nvSpPr>
        <p:spPr>
          <a:xfrm>
            <a:off x="781050" y="3865418"/>
            <a:ext cx="285750" cy="285750"/>
          </a:xfrm>
          <a:prstGeom prst="ellipse">
            <a:avLst/>
          </a:prstGeom>
          <a:solidFill>
            <a:srgbClr val="12A7BD"/>
          </a:solidFill>
          <a:ln w="0">
            <a:solidFill>
              <a:srgbClr val="12A7B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w-letter-2">
            <a:extLst>
              <a:ext uri="{FF2B5EF4-FFF2-40B4-BE49-F238E27FC236}">
                <a16:creationId xmlns:a16="http://schemas.microsoft.com/office/drawing/2014/main" id="{D67E87E2-1EDF-4382-B1F8-6E279FC7AA3E}"/>
              </a:ext>
            </a:extLst>
          </p:cNvPr>
          <p:cNvSpPr>
            <a:spLocks noGrp="1"/>
          </p:cNvSpPr>
          <p:nvPr/>
        </p:nvSpPr>
        <p:spPr>
          <a:xfrm>
            <a:off x="838200" y="389399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W</a:t>
            </a:r>
          </a:p>
        </p:txBody>
      </p:sp>
      <p:sp>
        <p:nvSpPr>
          <p:cNvPr id="35" name="w-code-2">
            <a:extLst>
              <a:ext uri="{FF2B5EF4-FFF2-40B4-BE49-F238E27FC236}">
                <a16:creationId xmlns:a16="http://schemas.microsoft.com/office/drawing/2014/main" id="{73CB54A4-F6B9-48E5-8F90-974D66729DD8}"/>
              </a:ext>
            </a:extLst>
          </p:cNvPr>
          <p:cNvSpPr>
            <a:spLocks noGrp="1"/>
          </p:cNvSpPr>
          <p:nvPr/>
        </p:nvSpPr>
        <p:spPr>
          <a:xfrm>
            <a:off x="1143000" y="3865418"/>
            <a:ext cx="685800" cy="228600"/>
          </a:xfrm>
          <a:prstGeom prst="rect">
            <a:avLst/>
          </a:prstGeom>
          <a:noFill/>
          <a:ln w="0">
            <a:noFill/>
            <a:prstDash val="solid"/>
          </a:ln>
        </p:spPr>
        <p:txBody>
          <a:bodyPr anchor="ctr"/>
          <a:lstStyle/>
          <a:p>
            <a:pPr algn="l">
              <a:defRPr sz="900" b="1">
                <a:solidFill>
                  <a:srgbClr val="12A7BD"/>
                </a:solidFill>
              </a:defRPr>
            </a:pPr>
            <a:r>
              <a:rPr sz="900" b="1">
                <a:solidFill>
                  <a:srgbClr val="12A7BD"/>
                </a:solidFill>
                <a:latin typeface="微软雅黑" panose="020B0503020204020204" pitchFamily="34" charset="-122"/>
                <a:ea typeface="微软雅黑" panose="020B0503020204020204" pitchFamily="34" charset="-122"/>
              </a:rPr>
              <a:t>WHERE</a:t>
            </a:r>
          </a:p>
        </p:txBody>
      </p:sp>
      <p:sp>
        <p:nvSpPr>
          <p:cNvPr id="36" name="w-q-2">
            <a:extLst>
              <a:ext uri="{FF2B5EF4-FFF2-40B4-BE49-F238E27FC236}">
                <a16:creationId xmlns:a16="http://schemas.microsoft.com/office/drawing/2014/main" id="{EC66DBEC-B25A-4D0A-8E30-E48CCE0E1353}"/>
              </a:ext>
            </a:extLst>
          </p:cNvPr>
          <p:cNvSpPr>
            <a:spLocks noGrp="1"/>
          </p:cNvSpPr>
          <p:nvPr/>
        </p:nvSpPr>
        <p:spPr>
          <a:xfrm>
            <a:off x="1866900" y="3865418"/>
            <a:ext cx="181927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能否换地点或空间？</a:t>
            </a:r>
          </a:p>
        </p:txBody>
      </p:sp>
      <p:sp>
        <p:nvSpPr>
          <p:cNvPr id="37" name="w-line-2">
            <a:extLst>
              <a:ext uri="{FF2B5EF4-FFF2-40B4-BE49-F238E27FC236}">
                <a16:creationId xmlns:a16="http://schemas.microsoft.com/office/drawing/2014/main" id="{0110E360-F879-483F-81AC-E8E7A1651AF8}"/>
              </a:ext>
            </a:extLst>
          </p:cNvPr>
          <p:cNvSpPr>
            <a:spLocks noGrp="1"/>
          </p:cNvSpPr>
          <p:nvPr/>
        </p:nvSpPr>
        <p:spPr>
          <a:xfrm>
            <a:off x="1143000" y="4179743"/>
            <a:ext cx="254317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w-c-3">
            <a:extLst>
              <a:ext uri="{FF2B5EF4-FFF2-40B4-BE49-F238E27FC236}">
                <a16:creationId xmlns:a16="http://schemas.microsoft.com/office/drawing/2014/main" id="{BC5C4ED4-B11B-4A7B-B5A2-A5AAEF4360FF}"/>
              </a:ext>
            </a:extLst>
          </p:cNvPr>
          <p:cNvSpPr>
            <a:spLocks noGrp="1"/>
          </p:cNvSpPr>
          <p:nvPr/>
        </p:nvSpPr>
        <p:spPr>
          <a:xfrm>
            <a:off x="781050" y="4236893"/>
            <a:ext cx="285750" cy="285750"/>
          </a:xfrm>
          <a:prstGeom prst="ellipse">
            <a:avLst/>
          </a:prstGeom>
          <a:solidFill>
            <a:srgbClr val="7457C8"/>
          </a:solidFill>
          <a:ln w="0">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w-letter-3">
            <a:extLst>
              <a:ext uri="{FF2B5EF4-FFF2-40B4-BE49-F238E27FC236}">
                <a16:creationId xmlns:a16="http://schemas.microsoft.com/office/drawing/2014/main" id="{0ADA687C-BB9E-4F3B-A2FD-37407BAB73BB}"/>
              </a:ext>
            </a:extLst>
          </p:cNvPr>
          <p:cNvSpPr>
            <a:spLocks noGrp="1"/>
          </p:cNvSpPr>
          <p:nvPr/>
        </p:nvSpPr>
        <p:spPr>
          <a:xfrm>
            <a:off x="838200" y="4265468"/>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W</a:t>
            </a:r>
          </a:p>
        </p:txBody>
      </p:sp>
      <p:sp>
        <p:nvSpPr>
          <p:cNvPr id="40" name="w-code-3">
            <a:extLst>
              <a:ext uri="{FF2B5EF4-FFF2-40B4-BE49-F238E27FC236}">
                <a16:creationId xmlns:a16="http://schemas.microsoft.com/office/drawing/2014/main" id="{E9542C63-42B1-4D8D-91F4-AEDE8B6EB8B6}"/>
              </a:ext>
            </a:extLst>
          </p:cNvPr>
          <p:cNvSpPr>
            <a:spLocks noGrp="1"/>
          </p:cNvSpPr>
          <p:nvPr/>
        </p:nvSpPr>
        <p:spPr>
          <a:xfrm>
            <a:off x="1143000" y="4236893"/>
            <a:ext cx="685800" cy="228600"/>
          </a:xfrm>
          <a:prstGeom prst="rect">
            <a:avLst/>
          </a:prstGeom>
          <a:noFill/>
          <a:ln w="0">
            <a:noFill/>
            <a:prstDash val="solid"/>
          </a:ln>
        </p:spPr>
        <p:txBody>
          <a:bodyPr anchor="ctr"/>
          <a:lstStyle/>
          <a:p>
            <a:pPr algn="l">
              <a:defRPr sz="900" b="1">
                <a:solidFill>
                  <a:srgbClr val="7457C8"/>
                </a:solidFill>
              </a:defRPr>
            </a:pPr>
            <a:r>
              <a:rPr sz="900" b="1">
                <a:solidFill>
                  <a:srgbClr val="7457C8"/>
                </a:solidFill>
                <a:latin typeface="微软雅黑" panose="020B0503020204020204" pitchFamily="34" charset="-122"/>
                <a:ea typeface="微软雅黑" panose="020B0503020204020204" pitchFamily="34" charset="-122"/>
              </a:rPr>
              <a:t>WHEN</a:t>
            </a:r>
          </a:p>
        </p:txBody>
      </p:sp>
      <p:sp>
        <p:nvSpPr>
          <p:cNvPr id="41" name="w-q-3">
            <a:extLst>
              <a:ext uri="{FF2B5EF4-FFF2-40B4-BE49-F238E27FC236}">
                <a16:creationId xmlns:a16="http://schemas.microsoft.com/office/drawing/2014/main" id="{14C3A601-5559-4BC7-A46F-788B0D55E16E}"/>
              </a:ext>
            </a:extLst>
          </p:cNvPr>
          <p:cNvSpPr>
            <a:spLocks noGrp="1"/>
          </p:cNvSpPr>
          <p:nvPr/>
        </p:nvSpPr>
        <p:spPr>
          <a:xfrm>
            <a:off x="1866900" y="4236893"/>
            <a:ext cx="181927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能否提前、延后或错峰？</a:t>
            </a:r>
          </a:p>
        </p:txBody>
      </p:sp>
      <p:sp>
        <p:nvSpPr>
          <p:cNvPr id="42" name="w-line-3">
            <a:extLst>
              <a:ext uri="{FF2B5EF4-FFF2-40B4-BE49-F238E27FC236}">
                <a16:creationId xmlns:a16="http://schemas.microsoft.com/office/drawing/2014/main" id="{215BA600-0E0E-408A-9A39-AF85D11F8573}"/>
              </a:ext>
            </a:extLst>
          </p:cNvPr>
          <p:cNvSpPr>
            <a:spLocks noGrp="1"/>
          </p:cNvSpPr>
          <p:nvPr/>
        </p:nvSpPr>
        <p:spPr>
          <a:xfrm>
            <a:off x="1143000" y="4551218"/>
            <a:ext cx="254317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3" name="w-c-4">
            <a:extLst>
              <a:ext uri="{FF2B5EF4-FFF2-40B4-BE49-F238E27FC236}">
                <a16:creationId xmlns:a16="http://schemas.microsoft.com/office/drawing/2014/main" id="{8C8DE010-F83A-4F55-94A1-3A543ADBA0CD}"/>
              </a:ext>
            </a:extLst>
          </p:cNvPr>
          <p:cNvSpPr>
            <a:spLocks noGrp="1"/>
          </p:cNvSpPr>
          <p:nvPr/>
        </p:nvSpPr>
        <p:spPr>
          <a:xfrm>
            <a:off x="781050" y="4608368"/>
            <a:ext cx="285750" cy="285750"/>
          </a:xfrm>
          <a:prstGeom prst="ellipse">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4" name="w-letter-4">
            <a:extLst>
              <a:ext uri="{FF2B5EF4-FFF2-40B4-BE49-F238E27FC236}">
                <a16:creationId xmlns:a16="http://schemas.microsoft.com/office/drawing/2014/main" id="{1DC0D189-6A4B-4890-BAE8-187A50F3DB6A}"/>
              </a:ext>
            </a:extLst>
          </p:cNvPr>
          <p:cNvSpPr>
            <a:spLocks noGrp="1"/>
          </p:cNvSpPr>
          <p:nvPr/>
        </p:nvSpPr>
        <p:spPr>
          <a:xfrm>
            <a:off x="838200" y="46369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W</a:t>
            </a:r>
          </a:p>
        </p:txBody>
      </p:sp>
      <p:sp>
        <p:nvSpPr>
          <p:cNvPr id="45" name="w-code-4">
            <a:extLst>
              <a:ext uri="{FF2B5EF4-FFF2-40B4-BE49-F238E27FC236}">
                <a16:creationId xmlns:a16="http://schemas.microsoft.com/office/drawing/2014/main" id="{C17491EE-2FDD-4696-857A-7A939FC1EE9F}"/>
              </a:ext>
            </a:extLst>
          </p:cNvPr>
          <p:cNvSpPr>
            <a:spLocks noGrp="1"/>
          </p:cNvSpPr>
          <p:nvPr/>
        </p:nvSpPr>
        <p:spPr>
          <a:xfrm>
            <a:off x="1143000" y="4608368"/>
            <a:ext cx="685800" cy="228600"/>
          </a:xfrm>
          <a:prstGeom prst="rect">
            <a:avLst/>
          </a:prstGeom>
          <a:noFill/>
          <a:ln w="0">
            <a:noFill/>
            <a:prstDash val="solid"/>
          </a:ln>
        </p:spPr>
        <p:txBody>
          <a:bodyPr anchor="ctr"/>
          <a:lstStyle/>
          <a:p>
            <a:pPr algn="l">
              <a:defRPr sz="900" b="1">
                <a:solidFill>
                  <a:srgbClr val="78C500"/>
                </a:solidFill>
              </a:defRPr>
            </a:pPr>
            <a:r>
              <a:rPr sz="900" b="1">
                <a:solidFill>
                  <a:srgbClr val="78C500"/>
                </a:solidFill>
                <a:latin typeface="微软雅黑" panose="020B0503020204020204" pitchFamily="34" charset="-122"/>
                <a:ea typeface="微软雅黑" panose="020B0503020204020204" pitchFamily="34" charset="-122"/>
              </a:rPr>
              <a:t>WHO</a:t>
            </a:r>
          </a:p>
        </p:txBody>
      </p:sp>
      <p:sp>
        <p:nvSpPr>
          <p:cNvPr id="46" name="w-q-4">
            <a:extLst>
              <a:ext uri="{FF2B5EF4-FFF2-40B4-BE49-F238E27FC236}">
                <a16:creationId xmlns:a16="http://schemas.microsoft.com/office/drawing/2014/main" id="{36A92082-6AB8-47E0-886C-73E884D06889}"/>
              </a:ext>
            </a:extLst>
          </p:cNvPr>
          <p:cNvSpPr>
            <a:spLocks noGrp="1"/>
          </p:cNvSpPr>
          <p:nvPr/>
        </p:nvSpPr>
        <p:spPr>
          <a:xfrm>
            <a:off x="1866900" y="4608368"/>
            <a:ext cx="181927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能否换人、协作或接力？</a:t>
            </a:r>
          </a:p>
        </p:txBody>
      </p:sp>
      <p:sp>
        <p:nvSpPr>
          <p:cNvPr id="47" name="w-line-4">
            <a:extLst>
              <a:ext uri="{FF2B5EF4-FFF2-40B4-BE49-F238E27FC236}">
                <a16:creationId xmlns:a16="http://schemas.microsoft.com/office/drawing/2014/main" id="{5E28B910-FB06-412D-95F4-EB95339D5465}"/>
              </a:ext>
            </a:extLst>
          </p:cNvPr>
          <p:cNvSpPr>
            <a:spLocks noGrp="1"/>
          </p:cNvSpPr>
          <p:nvPr/>
        </p:nvSpPr>
        <p:spPr>
          <a:xfrm>
            <a:off x="1143000" y="4922693"/>
            <a:ext cx="254317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w-c-5">
            <a:extLst>
              <a:ext uri="{FF2B5EF4-FFF2-40B4-BE49-F238E27FC236}">
                <a16:creationId xmlns:a16="http://schemas.microsoft.com/office/drawing/2014/main" id="{55DEC610-9275-4DEF-A765-CD83C58D8097}"/>
              </a:ext>
            </a:extLst>
          </p:cNvPr>
          <p:cNvSpPr>
            <a:spLocks noGrp="1"/>
          </p:cNvSpPr>
          <p:nvPr/>
        </p:nvSpPr>
        <p:spPr>
          <a:xfrm>
            <a:off x="781050" y="4979843"/>
            <a:ext cx="285750" cy="285750"/>
          </a:xfrm>
          <a:prstGeom prst="ellipse">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9" name="w-letter-5">
            <a:extLst>
              <a:ext uri="{FF2B5EF4-FFF2-40B4-BE49-F238E27FC236}">
                <a16:creationId xmlns:a16="http://schemas.microsoft.com/office/drawing/2014/main" id="{3ED25E53-C357-4A48-AE48-38CA2072F1A0}"/>
              </a:ext>
            </a:extLst>
          </p:cNvPr>
          <p:cNvSpPr>
            <a:spLocks noGrp="1"/>
          </p:cNvSpPr>
          <p:nvPr/>
        </p:nvSpPr>
        <p:spPr>
          <a:xfrm>
            <a:off x="838200" y="5008418"/>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H</a:t>
            </a:r>
          </a:p>
        </p:txBody>
      </p:sp>
      <p:sp>
        <p:nvSpPr>
          <p:cNvPr id="50" name="w-code-5">
            <a:extLst>
              <a:ext uri="{FF2B5EF4-FFF2-40B4-BE49-F238E27FC236}">
                <a16:creationId xmlns:a16="http://schemas.microsoft.com/office/drawing/2014/main" id="{9C95791C-5C9D-4605-8D13-AEF085617321}"/>
              </a:ext>
            </a:extLst>
          </p:cNvPr>
          <p:cNvSpPr>
            <a:spLocks noGrp="1"/>
          </p:cNvSpPr>
          <p:nvPr/>
        </p:nvSpPr>
        <p:spPr>
          <a:xfrm>
            <a:off x="1143000" y="4979843"/>
            <a:ext cx="685800" cy="228600"/>
          </a:xfrm>
          <a:prstGeom prst="rect">
            <a:avLst/>
          </a:prstGeom>
          <a:noFill/>
          <a:ln w="0">
            <a:noFill/>
            <a:prstDash val="solid"/>
          </a:ln>
        </p:spPr>
        <p:txBody>
          <a:bodyPr anchor="ctr"/>
          <a:lstStyle/>
          <a:p>
            <a:pPr algn="l">
              <a:defRPr sz="900" b="1">
                <a:solidFill>
                  <a:srgbClr val="D94F45"/>
                </a:solidFill>
              </a:defRPr>
            </a:pPr>
            <a:r>
              <a:rPr sz="900" b="1">
                <a:solidFill>
                  <a:srgbClr val="D94F45"/>
                </a:solidFill>
                <a:latin typeface="微软雅黑" panose="020B0503020204020204" pitchFamily="34" charset="-122"/>
                <a:ea typeface="微软雅黑" panose="020B0503020204020204" pitchFamily="34" charset="-122"/>
              </a:rPr>
              <a:t>HOW</a:t>
            </a:r>
          </a:p>
        </p:txBody>
      </p:sp>
      <p:sp>
        <p:nvSpPr>
          <p:cNvPr id="51" name="w-q-5">
            <a:extLst>
              <a:ext uri="{FF2B5EF4-FFF2-40B4-BE49-F238E27FC236}">
                <a16:creationId xmlns:a16="http://schemas.microsoft.com/office/drawing/2014/main" id="{0FAB9A54-129B-4A84-A78C-2A37577B124F}"/>
              </a:ext>
            </a:extLst>
          </p:cNvPr>
          <p:cNvSpPr>
            <a:spLocks noGrp="1"/>
          </p:cNvSpPr>
          <p:nvPr/>
        </p:nvSpPr>
        <p:spPr>
          <a:xfrm>
            <a:off x="1866900" y="4979843"/>
            <a:ext cx="181927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目前怎样做？</a:t>
            </a:r>
          </a:p>
        </p:txBody>
      </p:sp>
      <p:sp>
        <p:nvSpPr>
          <p:cNvPr id="52" name="w-line-5">
            <a:extLst>
              <a:ext uri="{FF2B5EF4-FFF2-40B4-BE49-F238E27FC236}">
                <a16:creationId xmlns:a16="http://schemas.microsoft.com/office/drawing/2014/main" id="{BE31D4EF-797D-40AD-BE44-E68E738AF620}"/>
              </a:ext>
            </a:extLst>
          </p:cNvPr>
          <p:cNvSpPr>
            <a:spLocks noGrp="1"/>
          </p:cNvSpPr>
          <p:nvPr/>
        </p:nvSpPr>
        <p:spPr>
          <a:xfrm>
            <a:off x="1143000" y="5294168"/>
            <a:ext cx="2543175" cy="9525"/>
          </a:xfrm>
          <a:prstGeom prst="rect">
            <a:avLst/>
          </a:prstGeom>
          <a:solidFill>
            <a:srgbClr val="CBD7E3"/>
          </a:solidFill>
          <a:ln w="0">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3" name="left-pick">
            <a:extLst>
              <a:ext uri="{FF2B5EF4-FFF2-40B4-BE49-F238E27FC236}">
                <a16:creationId xmlns:a16="http://schemas.microsoft.com/office/drawing/2014/main" id="{0D9EDA66-1C6F-4B2A-893D-01025A40D21F}"/>
              </a:ext>
            </a:extLst>
          </p:cNvPr>
          <p:cNvSpPr>
            <a:spLocks noGrp="1"/>
          </p:cNvSpPr>
          <p:nvPr/>
        </p:nvSpPr>
        <p:spPr>
          <a:xfrm>
            <a:off x="838200" y="5398943"/>
            <a:ext cx="2800350" cy="228600"/>
          </a:xfrm>
          <a:prstGeom prst="rect">
            <a:avLst/>
          </a:prstGeom>
          <a:noFill/>
          <a:ln w="0">
            <a:noFill/>
            <a:prstDash val="solid"/>
          </a:ln>
        </p:spPr>
        <p:txBody>
          <a:bodyPr anchor="ctr"/>
          <a:lstStyle/>
          <a:p>
            <a:pPr algn="ctr">
              <a:defRPr sz="1050" b="1">
                <a:solidFill>
                  <a:srgbClr val="3478E5"/>
                </a:solidFill>
              </a:defRPr>
            </a:pPr>
            <a:r>
              <a:rPr sz="1050" b="1">
                <a:solidFill>
                  <a:srgbClr val="3478E5"/>
                </a:solidFill>
                <a:latin typeface="微软雅黑" panose="020B0503020204020204" pitchFamily="34" charset="-122"/>
                <a:ea typeface="微软雅黑" panose="020B0503020204020204" pitchFamily="34" charset="-122"/>
              </a:rPr>
              <a:t>本轮优先焦点：______________</a:t>
            </a:r>
          </a:p>
        </p:txBody>
      </p:sp>
      <p:sp>
        <p:nvSpPr>
          <p:cNvPr id="54" name="check-0">
            <a:extLst>
              <a:ext uri="{FF2B5EF4-FFF2-40B4-BE49-F238E27FC236}">
                <a16:creationId xmlns:a16="http://schemas.microsoft.com/office/drawing/2014/main" id="{35C359A1-C8A9-4578-81DB-24377570BB20}"/>
              </a:ext>
            </a:extLst>
          </p:cNvPr>
          <p:cNvSpPr>
            <a:spLocks noGrp="1"/>
          </p:cNvSpPr>
          <p:nvPr/>
        </p:nvSpPr>
        <p:spPr>
          <a:xfrm>
            <a:off x="4286250" y="3189143"/>
            <a:ext cx="152400" cy="152400"/>
          </a:xfrm>
          <a:prstGeom prst="roundRect">
            <a:avLst>
              <a:gd name="adj" fmla="val 12500"/>
            </a:avLst>
          </a:prstGeom>
          <a:solidFill>
            <a:srgbClr val="FFFFFF"/>
          </a:solidFill>
          <a:ln w="12383">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5" name="op-c-0">
            <a:extLst>
              <a:ext uri="{FF2B5EF4-FFF2-40B4-BE49-F238E27FC236}">
                <a16:creationId xmlns:a16="http://schemas.microsoft.com/office/drawing/2014/main" id="{9AD263C2-2693-460C-A650-D0D2A6F3A406}"/>
              </a:ext>
            </a:extLst>
          </p:cNvPr>
          <p:cNvSpPr>
            <a:spLocks noGrp="1"/>
          </p:cNvSpPr>
          <p:nvPr/>
        </p:nvSpPr>
        <p:spPr>
          <a:xfrm>
            <a:off x="4533900" y="3122468"/>
            <a:ext cx="285750" cy="285750"/>
          </a:xfrm>
          <a:prstGeom prst="ellipse">
            <a:avLst/>
          </a:prstGeom>
          <a:solidFill>
            <a:srgbClr val="3478E5"/>
          </a:solidFill>
          <a:ln w="0">
            <a:solidFill>
              <a:srgbClr val="3478E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6" name="op-letter-0">
            <a:extLst>
              <a:ext uri="{FF2B5EF4-FFF2-40B4-BE49-F238E27FC236}">
                <a16:creationId xmlns:a16="http://schemas.microsoft.com/office/drawing/2014/main" id="{8089BE13-D067-4A03-910F-A77E4353658E}"/>
              </a:ext>
            </a:extLst>
          </p:cNvPr>
          <p:cNvSpPr>
            <a:spLocks noGrp="1"/>
          </p:cNvSpPr>
          <p:nvPr/>
        </p:nvSpPr>
        <p:spPr>
          <a:xfrm>
            <a:off x="4591050" y="31510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S</a:t>
            </a:r>
          </a:p>
        </p:txBody>
      </p:sp>
      <p:sp>
        <p:nvSpPr>
          <p:cNvPr id="57" name="op-name-0">
            <a:extLst>
              <a:ext uri="{FF2B5EF4-FFF2-40B4-BE49-F238E27FC236}">
                <a16:creationId xmlns:a16="http://schemas.microsoft.com/office/drawing/2014/main" id="{22690869-B4E6-4161-8AAD-F21F4BEAB983}"/>
              </a:ext>
            </a:extLst>
          </p:cNvPr>
          <p:cNvSpPr>
            <a:spLocks noGrp="1"/>
          </p:cNvSpPr>
          <p:nvPr/>
        </p:nvSpPr>
        <p:spPr>
          <a:xfrm>
            <a:off x="4895850" y="3122468"/>
            <a:ext cx="495300" cy="266700"/>
          </a:xfrm>
          <a:prstGeom prst="rect">
            <a:avLst/>
          </a:prstGeom>
          <a:noFill/>
          <a:ln w="0">
            <a:noFill/>
            <a:prstDash val="solid"/>
          </a:ln>
        </p:spPr>
        <p:txBody>
          <a:bodyPr anchor="ctr"/>
          <a:lstStyle/>
          <a:p>
            <a:pPr algn="l">
              <a:defRPr sz="1050" b="1">
                <a:solidFill>
                  <a:srgbClr val="3478E5"/>
                </a:solidFill>
              </a:defRPr>
            </a:pPr>
            <a:r>
              <a:rPr sz="1050" b="1">
                <a:solidFill>
                  <a:srgbClr val="3478E5"/>
                </a:solidFill>
                <a:latin typeface="微软雅黑" panose="020B0503020204020204" pitchFamily="34" charset="-122"/>
                <a:ea typeface="微软雅黑" panose="020B0503020204020204" pitchFamily="34" charset="-122"/>
              </a:rPr>
              <a:t>替代</a:t>
            </a:r>
          </a:p>
        </p:txBody>
      </p:sp>
      <p:sp>
        <p:nvSpPr>
          <p:cNvPr id="58" name="op-q-0">
            <a:extLst>
              <a:ext uri="{FF2B5EF4-FFF2-40B4-BE49-F238E27FC236}">
                <a16:creationId xmlns:a16="http://schemas.microsoft.com/office/drawing/2014/main" id="{D6066388-4F95-4F67-9E62-14C661A2AFC5}"/>
              </a:ext>
            </a:extLst>
          </p:cNvPr>
          <p:cNvSpPr>
            <a:spLocks noGrp="1"/>
          </p:cNvSpPr>
          <p:nvPr/>
        </p:nvSpPr>
        <p:spPr>
          <a:xfrm>
            <a:off x="5410200" y="31224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换人／物／方法</a:t>
            </a:r>
          </a:p>
        </p:txBody>
      </p:sp>
      <p:sp>
        <p:nvSpPr>
          <p:cNvPr id="59" name="check-1">
            <a:extLst>
              <a:ext uri="{FF2B5EF4-FFF2-40B4-BE49-F238E27FC236}">
                <a16:creationId xmlns:a16="http://schemas.microsoft.com/office/drawing/2014/main" id="{42D2E9CE-1280-4B86-B2B8-E6625340A625}"/>
              </a:ext>
            </a:extLst>
          </p:cNvPr>
          <p:cNvSpPr>
            <a:spLocks noGrp="1"/>
          </p:cNvSpPr>
          <p:nvPr/>
        </p:nvSpPr>
        <p:spPr>
          <a:xfrm>
            <a:off x="4286250" y="3532043"/>
            <a:ext cx="152400" cy="152400"/>
          </a:xfrm>
          <a:prstGeom prst="roundRect">
            <a:avLst>
              <a:gd name="adj" fmla="val 12500"/>
            </a:avLst>
          </a:prstGeom>
          <a:solidFill>
            <a:srgbClr val="FFFFFF"/>
          </a:solidFill>
          <a:ln w="12383">
            <a:solidFill>
              <a:srgbClr val="12A7B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0" name="op-c-1">
            <a:extLst>
              <a:ext uri="{FF2B5EF4-FFF2-40B4-BE49-F238E27FC236}">
                <a16:creationId xmlns:a16="http://schemas.microsoft.com/office/drawing/2014/main" id="{C61304DD-10BA-49FA-9CD6-31FC0B8C2A2B}"/>
              </a:ext>
            </a:extLst>
          </p:cNvPr>
          <p:cNvSpPr>
            <a:spLocks noGrp="1"/>
          </p:cNvSpPr>
          <p:nvPr/>
        </p:nvSpPr>
        <p:spPr>
          <a:xfrm>
            <a:off x="4533900" y="3465368"/>
            <a:ext cx="285750" cy="285750"/>
          </a:xfrm>
          <a:prstGeom prst="ellipse">
            <a:avLst/>
          </a:prstGeom>
          <a:solidFill>
            <a:srgbClr val="12A7BD"/>
          </a:solidFill>
          <a:ln w="0">
            <a:solidFill>
              <a:srgbClr val="12A7B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1" name="op-letter-1">
            <a:extLst>
              <a:ext uri="{FF2B5EF4-FFF2-40B4-BE49-F238E27FC236}">
                <a16:creationId xmlns:a16="http://schemas.microsoft.com/office/drawing/2014/main" id="{B05BE75C-8AAF-400A-A77F-0F1D5BD39675}"/>
              </a:ext>
            </a:extLst>
          </p:cNvPr>
          <p:cNvSpPr>
            <a:spLocks noGrp="1"/>
          </p:cNvSpPr>
          <p:nvPr/>
        </p:nvSpPr>
        <p:spPr>
          <a:xfrm>
            <a:off x="4591050" y="34939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C</a:t>
            </a:r>
          </a:p>
        </p:txBody>
      </p:sp>
      <p:sp>
        <p:nvSpPr>
          <p:cNvPr id="62" name="op-name-1">
            <a:extLst>
              <a:ext uri="{FF2B5EF4-FFF2-40B4-BE49-F238E27FC236}">
                <a16:creationId xmlns:a16="http://schemas.microsoft.com/office/drawing/2014/main" id="{D5FBA161-754E-423D-B6D9-3111D9F2DD06}"/>
              </a:ext>
            </a:extLst>
          </p:cNvPr>
          <p:cNvSpPr>
            <a:spLocks noGrp="1"/>
          </p:cNvSpPr>
          <p:nvPr/>
        </p:nvSpPr>
        <p:spPr>
          <a:xfrm>
            <a:off x="4895850" y="3465368"/>
            <a:ext cx="495300" cy="266700"/>
          </a:xfrm>
          <a:prstGeom prst="rect">
            <a:avLst/>
          </a:prstGeom>
          <a:noFill/>
          <a:ln w="0">
            <a:noFill/>
            <a:prstDash val="solid"/>
          </a:ln>
        </p:spPr>
        <p:txBody>
          <a:bodyPr anchor="ctr"/>
          <a:lstStyle/>
          <a:p>
            <a:pPr algn="l">
              <a:defRPr sz="1050" b="1">
                <a:solidFill>
                  <a:srgbClr val="12A7BD"/>
                </a:solidFill>
              </a:defRPr>
            </a:pPr>
            <a:r>
              <a:rPr sz="1050" b="1">
                <a:solidFill>
                  <a:srgbClr val="12A7BD"/>
                </a:solidFill>
                <a:latin typeface="微软雅黑" panose="020B0503020204020204" pitchFamily="34" charset="-122"/>
                <a:ea typeface="微软雅黑" panose="020B0503020204020204" pitchFamily="34" charset="-122"/>
              </a:rPr>
              <a:t>结合</a:t>
            </a:r>
          </a:p>
        </p:txBody>
      </p:sp>
      <p:sp>
        <p:nvSpPr>
          <p:cNvPr id="63" name="op-q-1">
            <a:extLst>
              <a:ext uri="{FF2B5EF4-FFF2-40B4-BE49-F238E27FC236}">
                <a16:creationId xmlns:a16="http://schemas.microsoft.com/office/drawing/2014/main" id="{5212299A-267D-4541-8D1F-DAFCF36AE0B5}"/>
              </a:ext>
            </a:extLst>
          </p:cNvPr>
          <p:cNvSpPr>
            <a:spLocks noGrp="1"/>
          </p:cNvSpPr>
          <p:nvPr/>
        </p:nvSpPr>
        <p:spPr>
          <a:xfrm>
            <a:off x="5410200" y="34653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合并步骤或资源</a:t>
            </a:r>
          </a:p>
        </p:txBody>
      </p:sp>
      <p:sp>
        <p:nvSpPr>
          <p:cNvPr id="64" name="check-2">
            <a:extLst>
              <a:ext uri="{FF2B5EF4-FFF2-40B4-BE49-F238E27FC236}">
                <a16:creationId xmlns:a16="http://schemas.microsoft.com/office/drawing/2014/main" id="{CCAC370B-911A-4317-B6B4-5B60C55EC7D5}"/>
              </a:ext>
            </a:extLst>
          </p:cNvPr>
          <p:cNvSpPr>
            <a:spLocks noGrp="1"/>
          </p:cNvSpPr>
          <p:nvPr/>
        </p:nvSpPr>
        <p:spPr>
          <a:xfrm>
            <a:off x="4286250" y="3874943"/>
            <a:ext cx="152400" cy="152400"/>
          </a:xfrm>
          <a:prstGeom prst="roundRect">
            <a:avLst>
              <a:gd name="adj" fmla="val 12500"/>
            </a:avLst>
          </a:prstGeom>
          <a:solidFill>
            <a:srgbClr val="FFFFFF"/>
          </a:solidFill>
          <a:ln w="12383">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5" name="op-c-2">
            <a:extLst>
              <a:ext uri="{FF2B5EF4-FFF2-40B4-BE49-F238E27FC236}">
                <a16:creationId xmlns:a16="http://schemas.microsoft.com/office/drawing/2014/main" id="{B12AC4B1-9534-4888-AF87-63C8005B1D83}"/>
              </a:ext>
            </a:extLst>
          </p:cNvPr>
          <p:cNvSpPr>
            <a:spLocks noGrp="1"/>
          </p:cNvSpPr>
          <p:nvPr/>
        </p:nvSpPr>
        <p:spPr>
          <a:xfrm>
            <a:off x="4533900" y="3808268"/>
            <a:ext cx="285750" cy="285750"/>
          </a:xfrm>
          <a:prstGeom prst="ellipse">
            <a:avLst/>
          </a:prstGeom>
          <a:solidFill>
            <a:srgbClr val="78C500"/>
          </a:solidFill>
          <a:ln w="0">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66" name="op-letter-2">
            <a:extLst>
              <a:ext uri="{FF2B5EF4-FFF2-40B4-BE49-F238E27FC236}">
                <a16:creationId xmlns:a16="http://schemas.microsoft.com/office/drawing/2014/main" id="{F188AA5F-82DF-4E4B-9651-D44AD2F9C684}"/>
              </a:ext>
            </a:extLst>
          </p:cNvPr>
          <p:cNvSpPr>
            <a:spLocks noGrp="1"/>
          </p:cNvSpPr>
          <p:nvPr/>
        </p:nvSpPr>
        <p:spPr>
          <a:xfrm>
            <a:off x="4591050" y="38368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A</a:t>
            </a:r>
          </a:p>
        </p:txBody>
      </p:sp>
      <p:sp>
        <p:nvSpPr>
          <p:cNvPr id="67" name="op-name-2">
            <a:extLst>
              <a:ext uri="{FF2B5EF4-FFF2-40B4-BE49-F238E27FC236}">
                <a16:creationId xmlns:a16="http://schemas.microsoft.com/office/drawing/2014/main" id="{FFF33963-4860-4407-8F12-6C3CF27E5FA2}"/>
              </a:ext>
            </a:extLst>
          </p:cNvPr>
          <p:cNvSpPr>
            <a:spLocks noGrp="1"/>
          </p:cNvSpPr>
          <p:nvPr/>
        </p:nvSpPr>
        <p:spPr>
          <a:xfrm>
            <a:off x="4895850" y="3808268"/>
            <a:ext cx="495300" cy="266700"/>
          </a:xfrm>
          <a:prstGeom prst="rect">
            <a:avLst/>
          </a:prstGeom>
          <a:noFill/>
          <a:ln w="0">
            <a:noFill/>
            <a:prstDash val="solid"/>
          </a:ln>
        </p:spPr>
        <p:txBody>
          <a:bodyPr anchor="ctr"/>
          <a:lstStyle/>
          <a:p>
            <a:pPr algn="l">
              <a:defRPr sz="1050" b="1">
                <a:solidFill>
                  <a:srgbClr val="78C500"/>
                </a:solidFill>
              </a:defRPr>
            </a:pPr>
            <a:r>
              <a:rPr sz="1050" b="1">
                <a:solidFill>
                  <a:srgbClr val="78C500"/>
                </a:solidFill>
                <a:latin typeface="微软雅黑" panose="020B0503020204020204" pitchFamily="34" charset="-122"/>
                <a:ea typeface="微软雅黑" panose="020B0503020204020204" pitchFamily="34" charset="-122"/>
              </a:rPr>
              <a:t>调整</a:t>
            </a:r>
          </a:p>
        </p:txBody>
      </p:sp>
      <p:sp>
        <p:nvSpPr>
          <p:cNvPr id="68" name="op-q-2">
            <a:extLst>
              <a:ext uri="{FF2B5EF4-FFF2-40B4-BE49-F238E27FC236}">
                <a16:creationId xmlns:a16="http://schemas.microsoft.com/office/drawing/2014/main" id="{3E6D022B-B94E-498B-B4FB-6E714FC21F52}"/>
              </a:ext>
            </a:extLst>
          </p:cNvPr>
          <p:cNvSpPr>
            <a:spLocks noGrp="1"/>
          </p:cNvSpPr>
          <p:nvPr/>
        </p:nvSpPr>
        <p:spPr>
          <a:xfrm>
            <a:off x="5410200" y="38082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借鉴其他场景</a:t>
            </a:r>
          </a:p>
        </p:txBody>
      </p:sp>
      <p:sp>
        <p:nvSpPr>
          <p:cNvPr id="69" name="check-3">
            <a:extLst>
              <a:ext uri="{FF2B5EF4-FFF2-40B4-BE49-F238E27FC236}">
                <a16:creationId xmlns:a16="http://schemas.microsoft.com/office/drawing/2014/main" id="{852991AF-DEE7-4929-8433-33BBE730F197}"/>
              </a:ext>
            </a:extLst>
          </p:cNvPr>
          <p:cNvSpPr>
            <a:spLocks noGrp="1"/>
          </p:cNvSpPr>
          <p:nvPr/>
        </p:nvSpPr>
        <p:spPr>
          <a:xfrm>
            <a:off x="4286250" y="4217843"/>
            <a:ext cx="152400" cy="152400"/>
          </a:xfrm>
          <a:prstGeom prst="roundRect">
            <a:avLst>
              <a:gd name="adj" fmla="val 12500"/>
            </a:avLst>
          </a:prstGeom>
          <a:solidFill>
            <a:srgbClr val="FFFFFF"/>
          </a:solidFill>
          <a:ln w="12383">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0" name="op-c-3">
            <a:extLst>
              <a:ext uri="{FF2B5EF4-FFF2-40B4-BE49-F238E27FC236}">
                <a16:creationId xmlns:a16="http://schemas.microsoft.com/office/drawing/2014/main" id="{B6B278E3-A210-4728-A580-554E9D97B0EF}"/>
              </a:ext>
            </a:extLst>
          </p:cNvPr>
          <p:cNvSpPr>
            <a:spLocks noGrp="1"/>
          </p:cNvSpPr>
          <p:nvPr/>
        </p:nvSpPr>
        <p:spPr>
          <a:xfrm>
            <a:off x="4533900" y="4151168"/>
            <a:ext cx="285750" cy="285750"/>
          </a:xfrm>
          <a:prstGeom prst="ellipse">
            <a:avLst/>
          </a:prstGeom>
          <a:solidFill>
            <a:srgbClr val="D78900"/>
          </a:solidFill>
          <a:ln w="0">
            <a:solidFill>
              <a:srgbClr val="D78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1" name="op-letter-3">
            <a:extLst>
              <a:ext uri="{FF2B5EF4-FFF2-40B4-BE49-F238E27FC236}">
                <a16:creationId xmlns:a16="http://schemas.microsoft.com/office/drawing/2014/main" id="{BEA2819F-4128-431C-8E5A-547ED6F7D821}"/>
              </a:ext>
            </a:extLst>
          </p:cNvPr>
          <p:cNvSpPr>
            <a:spLocks noGrp="1"/>
          </p:cNvSpPr>
          <p:nvPr/>
        </p:nvSpPr>
        <p:spPr>
          <a:xfrm>
            <a:off x="4591050" y="41797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M</a:t>
            </a:r>
          </a:p>
        </p:txBody>
      </p:sp>
      <p:sp>
        <p:nvSpPr>
          <p:cNvPr id="72" name="op-name-3">
            <a:extLst>
              <a:ext uri="{FF2B5EF4-FFF2-40B4-BE49-F238E27FC236}">
                <a16:creationId xmlns:a16="http://schemas.microsoft.com/office/drawing/2014/main" id="{9BB25DF6-7D63-4B67-B863-C48144F210BD}"/>
              </a:ext>
            </a:extLst>
          </p:cNvPr>
          <p:cNvSpPr>
            <a:spLocks noGrp="1"/>
          </p:cNvSpPr>
          <p:nvPr/>
        </p:nvSpPr>
        <p:spPr>
          <a:xfrm>
            <a:off x="4895850" y="4151168"/>
            <a:ext cx="495300" cy="266700"/>
          </a:xfrm>
          <a:prstGeom prst="rect">
            <a:avLst/>
          </a:prstGeom>
          <a:noFill/>
          <a:ln w="0">
            <a:noFill/>
            <a:prstDash val="solid"/>
          </a:ln>
        </p:spPr>
        <p:txBody>
          <a:bodyPr anchor="ctr"/>
          <a:lstStyle/>
          <a:p>
            <a:pPr algn="l">
              <a:defRPr sz="1050" b="1">
                <a:solidFill>
                  <a:srgbClr val="D78900"/>
                </a:solidFill>
              </a:defRPr>
            </a:pPr>
            <a:r>
              <a:rPr sz="1050" b="1">
                <a:solidFill>
                  <a:srgbClr val="D78900"/>
                </a:solidFill>
                <a:latin typeface="微软雅黑" panose="020B0503020204020204" pitchFamily="34" charset="-122"/>
                <a:ea typeface="微软雅黑" panose="020B0503020204020204" pitchFamily="34" charset="-122"/>
              </a:rPr>
              <a:t>修改</a:t>
            </a:r>
          </a:p>
        </p:txBody>
      </p:sp>
      <p:sp>
        <p:nvSpPr>
          <p:cNvPr id="73" name="op-q-3">
            <a:extLst>
              <a:ext uri="{FF2B5EF4-FFF2-40B4-BE49-F238E27FC236}">
                <a16:creationId xmlns:a16="http://schemas.microsoft.com/office/drawing/2014/main" id="{F4839435-98EC-4BC4-B2EE-51CCB916C403}"/>
              </a:ext>
            </a:extLst>
          </p:cNvPr>
          <p:cNvSpPr>
            <a:spLocks noGrp="1"/>
          </p:cNvSpPr>
          <p:nvPr/>
        </p:nvSpPr>
        <p:spPr>
          <a:xfrm>
            <a:off x="5410200" y="41511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放大／缩小／变形</a:t>
            </a:r>
          </a:p>
        </p:txBody>
      </p:sp>
      <p:sp>
        <p:nvSpPr>
          <p:cNvPr id="74" name="check-4">
            <a:extLst>
              <a:ext uri="{FF2B5EF4-FFF2-40B4-BE49-F238E27FC236}">
                <a16:creationId xmlns:a16="http://schemas.microsoft.com/office/drawing/2014/main" id="{57333719-859C-47E7-A2F6-06C58F541631}"/>
              </a:ext>
            </a:extLst>
          </p:cNvPr>
          <p:cNvSpPr>
            <a:spLocks noGrp="1"/>
          </p:cNvSpPr>
          <p:nvPr/>
        </p:nvSpPr>
        <p:spPr>
          <a:xfrm>
            <a:off x="4286250" y="4560743"/>
            <a:ext cx="152400" cy="152400"/>
          </a:xfrm>
          <a:prstGeom prst="roundRect">
            <a:avLst>
              <a:gd name="adj" fmla="val 12500"/>
            </a:avLst>
          </a:prstGeom>
          <a:solidFill>
            <a:srgbClr val="FFFFFF"/>
          </a:solidFill>
          <a:ln w="12383">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5" name="op-c-4">
            <a:extLst>
              <a:ext uri="{FF2B5EF4-FFF2-40B4-BE49-F238E27FC236}">
                <a16:creationId xmlns:a16="http://schemas.microsoft.com/office/drawing/2014/main" id="{86C0BB1E-1639-48AD-B3E3-E96A9B37EC22}"/>
              </a:ext>
            </a:extLst>
          </p:cNvPr>
          <p:cNvSpPr>
            <a:spLocks noGrp="1"/>
          </p:cNvSpPr>
          <p:nvPr/>
        </p:nvSpPr>
        <p:spPr>
          <a:xfrm>
            <a:off x="4533900" y="4494068"/>
            <a:ext cx="285750" cy="285750"/>
          </a:xfrm>
          <a:prstGeom prst="ellipse">
            <a:avLst/>
          </a:prstGeom>
          <a:solidFill>
            <a:srgbClr val="7457C8"/>
          </a:solidFill>
          <a:ln w="0">
            <a:solidFill>
              <a:srgbClr val="7457C8"/>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6" name="op-letter-4">
            <a:extLst>
              <a:ext uri="{FF2B5EF4-FFF2-40B4-BE49-F238E27FC236}">
                <a16:creationId xmlns:a16="http://schemas.microsoft.com/office/drawing/2014/main" id="{02C0D76C-595A-45F7-9144-F661003AEFAA}"/>
              </a:ext>
            </a:extLst>
          </p:cNvPr>
          <p:cNvSpPr>
            <a:spLocks noGrp="1"/>
          </p:cNvSpPr>
          <p:nvPr/>
        </p:nvSpPr>
        <p:spPr>
          <a:xfrm>
            <a:off x="4591050" y="45226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P</a:t>
            </a:r>
          </a:p>
        </p:txBody>
      </p:sp>
      <p:sp>
        <p:nvSpPr>
          <p:cNvPr id="77" name="op-name-4">
            <a:extLst>
              <a:ext uri="{FF2B5EF4-FFF2-40B4-BE49-F238E27FC236}">
                <a16:creationId xmlns:a16="http://schemas.microsoft.com/office/drawing/2014/main" id="{F4D47F21-D703-4260-A1CC-B557F72C9C7B}"/>
              </a:ext>
            </a:extLst>
          </p:cNvPr>
          <p:cNvSpPr>
            <a:spLocks noGrp="1"/>
          </p:cNvSpPr>
          <p:nvPr/>
        </p:nvSpPr>
        <p:spPr>
          <a:xfrm>
            <a:off x="4895850" y="4494068"/>
            <a:ext cx="495300" cy="266700"/>
          </a:xfrm>
          <a:prstGeom prst="rect">
            <a:avLst/>
          </a:prstGeom>
          <a:noFill/>
          <a:ln w="0">
            <a:noFill/>
            <a:prstDash val="solid"/>
          </a:ln>
        </p:spPr>
        <p:txBody>
          <a:bodyPr anchor="ctr"/>
          <a:lstStyle/>
          <a:p>
            <a:pPr algn="l">
              <a:defRPr sz="1050" b="1">
                <a:solidFill>
                  <a:srgbClr val="7457C8"/>
                </a:solidFill>
              </a:defRPr>
            </a:pPr>
            <a:r>
              <a:rPr sz="1050" b="1">
                <a:solidFill>
                  <a:srgbClr val="7457C8"/>
                </a:solidFill>
                <a:latin typeface="微软雅黑" panose="020B0503020204020204" pitchFamily="34" charset="-122"/>
                <a:ea typeface="微软雅黑" panose="020B0503020204020204" pitchFamily="34" charset="-122"/>
              </a:rPr>
              <a:t>他用</a:t>
            </a:r>
          </a:p>
        </p:txBody>
      </p:sp>
      <p:sp>
        <p:nvSpPr>
          <p:cNvPr id="78" name="op-q-4">
            <a:extLst>
              <a:ext uri="{FF2B5EF4-FFF2-40B4-BE49-F238E27FC236}">
                <a16:creationId xmlns:a16="http://schemas.microsoft.com/office/drawing/2014/main" id="{7CFF146B-5CD7-4F0D-8F0D-F82DBB142083}"/>
              </a:ext>
            </a:extLst>
          </p:cNvPr>
          <p:cNvSpPr>
            <a:spLocks noGrp="1"/>
          </p:cNvSpPr>
          <p:nvPr/>
        </p:nvSpPr>
        <p:spPr>
          <a:xfrm>
            <a:off x="5410200" y="44940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改变用途或用户</a:t>
            </a:r>
          </a:p>
        </p:txBody>
      </p:sp>
      <p:sp>
        <p:nvSpPr>
          <p:cNvPr id="79" name="check-5">
            <a:extLst>
              <a:ext uri="{FF2B5EF4-FFF2-40B4-BE49-F238E27FC236}">
                <a16:creationId xmlns:a16="http://schemas.microsoft.com/office/drawing/2014/main" id="{FAA71132-8576-4E2A-9ABF-C1FF5C069E19}"/>
              </a:ext>
            </a:extLst>
          </p:cNvPr>
          <p:cNvSpPr>
            <a:spLocks noGrp="1"/>
          </p:cNvSpPr>
          <p:nvPr/>
        </p:nvSpPr>
        <p:spPr>
          <a:xfrm>
            <a:off x="4286250" y="4903643"/>
            <a:ext cx="152400" cy="152400"/>
          </a:xfrm>
          <a:prstGeom prst="roundRect">
            <a:avLst>
              <a:gd name="adj" fmla="val 12500"/>
            </a:avLst>
          </a:prstGeom>
          <a:solidFill>
            <a:srgbClr val="FFFFFF"/>
          </a:solidFill>
          <a:ln w="12383">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0" name="op-c-5">
            <a:extLst>
              <a:ext uri="{FF2B5EF4-FFF2-40B4-BE49-F238E27FC236}">
                <a16:creationId xmlns:a16="http://schemas.microsoft.com/office/drawing/2014/main" id="{5DDEBAD7-9FD1-4BCC-AD23-0BB1C0FC7BF1}"/>
              </a:ext>
            </a:extLst>
          </p:cNvPr>
          <p:cNvSpPr>
            <a:spLocks noGrp="1"/>
          </p:cNvSpPr>
          <p:nvPr/>
        </p:nvSpPr>
        <p:spPr>
          <a:xfrm>
            <a:off x="4533900" y="4836968"/>
            <a:ext cx="285750" cy="285750"/>
          </a:xfrm>
          <a:prstGeom prst="ellipse">
            <a:avLst/>
          </a:prstGeom>
          <a:solidFill>
            <a:srgbClr val="D94F45"/>
          </a:solidFill>
          <a:ln w="0">
            <a:solidFill>
              <a:srgbClr val="D94F4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1" name="op-letter-5">
            <a:extLst>
              <a:ext uri="{FF2B5EF4-FFF2-40B4-BE49-F238E27FC236}">
                <a16:creationId xmlns:a16="http://schemas.microsoft.com/office/drawing/2014/main" id="{F6AAA327-6E18-4CEE-9574-2EE69ED4E802}"/>
              </a:ext>
            </a:extLst>
          </p:cNvPr>
          <p:cNvSpPr>
            <a:spLocks noGrp="1"/>
          </p:cNvSpPr>
          <p:nvPr/>
        </p:nvSpPr>
        <p:spPr>
          <a:xfrm>
            <a:off x="4591050" y="48655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E</a:t>
            </a:r>
          </a:p>
        </p:txBody>
      </p:sp>
      <p:sp>
        <p:nvSpPr>
          <p:cNvPr id="82" name="op-name-5">
            <a:extLst>
              <a:ext uri="{FF2B5EF4-FFF2-40B4-BE49-F238E27FC236}">
                <a16:creationId xmlns:a16="http://schemas.microsoft.com/office/drawing/2014/main" id="{CF2DEC2F-5BE6-4965-BCE1-69562A9A88BE}"/>
              </a:ext>
            </a:extLst>
          </p:cNvPr>
          <p:cNvSpPr>
            <a:spLocks noGrp="1"/>
          </p:cNvSpPr>
          <p:nvPr/>
        </p:nvSpPr>
        <p:spPr>
          <a:xfrm>
            <a:off x="4895850" y="4836968"/>
            <a:ext cx="495300" cy="266700"/>
          </a:xfrm>
          <a:prstGeom prst="rect">
            <a:avLst/>
          </a:prstGeom>
          <a:noFill/>
          <a:ln w="0">
            <a:noFill/>
            <a:prstDash val="solid"/>
          </a:ln>
        </p:spPr>
        <p:txBody>
          <a:bodyPr anchor="ctr"/>
          <a:lstStyle/>
          <a:p>
            <a:pPr algn="l">
              <a:defRPr sz="1050" b="1">
                <a:solidFill>
                  <a:srgbClr val="D94F45"/>
                </a:solidFill>
              </a:defRPr>
            </a:pPr>
            <a:r>
              <a:rPr sz="1050" b="1">
                <a:solidFill>
                  <a:srgbClr val="D94F45"/>
                </a:solidFill>
                <a:latin typeface="微软雅黑" panose="020B0503020204020204" pitchFamily="34" charset="-122"/>
                <a:ea typeface="微软雅黑" panose="020B0503020204020204" pitchFamily="34" charset="-122"/>
              </a:rPr>
              <a:t>取消</a:t>
            </a:r>
          </a:p>
        </p:txBody>
      </p:sp>
      <p:sp>
        <p:nvSpPr>
          <p:cNvPr id="83" name="op-q-5">
            <a:extLst>
              <a:ext uri="{FF2B5EF4-FFF2-40B4-BE49-F238E27FC236}">
                <a16:creationId xmlns:a16="http://schemas.microsoft.com/office/drawing/2014/main" id="{3BA14575-549B-4FF8-A101-5D8D10A59CFD}"/>
              </a:ext>
            </a:extLst>
          </p:cNvPr>
          <p:cNvSpPr>
            <a:spLocks noGrp="1"/>
          </p:cNvSpPr>
          <p:nvPr/>
        </p:nvSpPr>
        <p:spPr>
          <a:xfrm>
            <a:off x="5410200" y="48369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删除／简化／停止</a:t>
            </a:r>
          </a:p>
        </p:txBody>
      </p:sp>
      <p:sp>
        <p:nvSpPr>
          <p:cNvPr id="84" name="check-6">
            <a:extLst>
              <a:ext uri="{FF2B5EF4-FFF2-40B4-BE49-F238E27FC236}">
                <a16:creationId xmlns:a16="http://schemas.microsoft.com/office/drawing/2014/main" id="{0F67CCDA-976F-46DF-901F-44487E6C99CD}"/>
              </a:ext>
            </a:extLst>
          </p:cNvPr>
          <p:cNvSpPr>
            <a:spLocks noGrp="1"/>
          </p:cNvSpPr>
          <p:nvPr/>
        </p:nvSpPr>
        <p:spPr>
          <a:xfrm>
            <a:off x="4286250" y="5246543"/>
            <a:ext cx="152400" cy="152400"/>
          </a:xfrm>
          <a:prstGeom prst="roundRect">
            <a:avLst>
              <a:gd name="adj" fmla="val 12500"/>
            </a:avLst>
          </a:prstGeom>
          <a:solidFill>
            <a:srgbClr val="FFFFFF"/>
          </a:solidFill>
          <a:ln w="12383">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5" name="op-c-6">
            <a:extLst>
              <a:ext uri="{FF2B5EF4-FFF2-40B4-BE49-F238E27FC236}">
                <a16:creationId xmlns:a16="http://schemas.microsoft.com/office/drawing/2014/main" id="{16C26B78-1060-482E-B086-C8432C4A0069}"/>
              </a:ext>
            </a:extLst>
          </p:cNvPr>
          <p:cNvSpPr>
            <a:spLocks noGrp="1"/>
          </p:cNvSpPr>
          <p:nvPr/>
        </p:nvSpPr>
        <p:spPr>
          <a:xfrm>
            <a:off x="4533900" y="5179868"/>
            <a:ext cx="285750" cy="285750"/>
          </a:xfrm>
          <a:prstGeom prst="ellipse">
            <a:avLst/>
          </a:prstGeom>
          <a:solidFill>
            <a:srgbClr val="0D3765"/>
          </a:solidFill>
          <a:ln w="0">
            <a:solidFill>
              <a:srgbClr val="0D3765"/>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6" name="op-letter-6">
            <a:extLst>
              <a:ext uri="{FF2B5EF4-FFF2-40B4-BE49-F238E27FC236}">
                <a16:creationId xmlns:a16="http://schemas.microsoft.com/office/drawing/2014/main" id="{DA3DF2EB-1DB2-4068-91C7-0193FE04DD36}"/>
              </a:ext>
            </a:extLst>
          </p:cNvPr>
          <p:cNvSpPr>
            <a:spLocks noGrp="1"/>
          </p:cNvSpPr>
          <p:nvPr/>
        </p:nvSpPr>
        <p:spPr>
          <a:xfrm>
            <a:off x="4591050" y="5208443"/>
            <a:ext cx="1714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微软雅黑" panose="020B0503020204020204" pitchFamily="34" charset="-122"/>
                <a:ea typeface="微软雅黑" panose="020B0503020204020204" pitchFamily="34" charset="-122"/>
              </a:rPr>
              <a:t>R</a:t>
            </a:r>
          </a:p>
        </p:txBody>
      </p:sp>
      <p:sp>
        <p:nvSpPr>
          <p:cNvPr id="87" name="op-name-6">
            <a:extLst>
              <a:ext uri="{FF2B5EF4-FFF2-40B4-BE49-F238E27FC236}">
                <a16:creationId xmlns:a16="http://schemas.microsoft.com/office/drawing/2014/main" id="{DE6FAF34-6BE7-4776-8ABD-A55AA23EB84C}"/>
              </a:ext>
            </a:extLst>
          </p:cNvPr>
          <p:cNvSpPr>
            <a:spLocks noGrp="1"/>
          </p:cNvSpPr>
          <p:nvPr/>
        </p:nvSpPr>
        <p:spPr>
          <a:xfrm>
            <a:off x="4895850" y="5179868"/>
            <a:ext cx="495300" cy="266700"/>
          </a:xfrm>
          <a:prstGeom prst="rect">
            <a:avLst/>
          </a:prstGeom>
          <a:noFill/>
          <a:ln w="0">
            <a:noFill/>
            <a:prstDash val="solid"/>
          </a:ln>
        </p:spPr>
        <p:txBody>
          <a:bodyPr anchor="ctr"/>
          <a:lstStyle/>
          <a:p>
            <a:pPr algn="l">
              <a:defRPr sz="1050" b="1">
                <a:solidFill>
                  <a:srgbClr val="0D3765"/>
                </a:solidFill>
              </a:defRPr>
            </a:pPr>
            <a:r>
              <a:rPr sz="1050" b="1">
                <a:solidFill>
                  <a:srgbClr val="0D3765"/>
                </a:solidFill>
                <a:latin typeface="微软雅黑" panose="020B0503020204020204" pitchFamily="34" charset="-122"/>
                <a:ea typeface="微软雅黑" panose="020B0503020204020204" pitchFamily="34" charset="-122"/>
              </a:rPr>
              <a:t>翻转</a:t>
            </a:r>
          </a:p>
        </p:txBody>
      </p:sp>
      <p:sp>
        <p:nvSpPr>
          <p:cNvPr id="88" name="op-q-6">
            <a:extLst>
              <a:ext uri="{FF2B5EF4-FFF2-40B4-BE49-F238E27FC236}">
                <a16:creationId xmlns:a16="http://schemas.microsoft.com/office/drawing/2014/main" id="{F6F59636-FC9C-4401-B9AD-B9271F27C28F}"/>
              </a:ext>
            </a:extLst>
          </p:cNvPr>
          <p:cNvSpPr>
            <a:spLocks noGrp="1"/>
          </p:cNvSpPr>
          <p:nvPr/>
        </p:nvSpPr>
        <p:spPr>
          <a:xfrm>
            <a:off x="5410200" y="5179868"/>
            <a:ext cx="1295400" cy="2667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反转角色或顺序</a:t>
            </a:r>
          </a:p>
        </p:txBody>
      </p:sp>
      <p:sp>
        <p:nvSpPr>
          <p:cNvPr id="89" name="mid-note">
            <a:extLst>
              <a:ext uri="{FF2B5EF4-FFF2-40B4-BE49-F238E27FC236}">
                <a16:creationId xmlns:a16="http://schemas.microsoft.com/office/drawing/2014/main" id="{C3E42854-FEE0-4E38-84F9-47E7037EAA71}"/>
              </a:ext>
            </a:extLst>
          </p:cNvPr>
          <p:cNvSpPr>
            <a:spLocks noGrp="1"/>
          </p:cNvSpPr>
          <p:nvPr/>
        </p:nvSpPr>
        <p:spPr>
          <a:xfrm>
            <a:off x="4286250" y="5446568"/>
            <a:ext cx="2438400" cy="161925"/>
          </a:xfrm>
          <a:prstGeom prst="roundRect">
            <a:avLst>
              <a:gd name="adj" fmla="val 23529"/>
            </a:avLst>
          </a:prstGeom>
          <a:solidFill>
            <a:srgbClr val="F2EDFF"/>
          </a:solidFill>
          <a:ln w="0">
            <a:solidFill>
              <a:srgbClr val="F2ED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0" name="mid-note-t">
            <a:extLst>
              <a:ext uri="{FF2B5EF4-FFF2-40B4-BE49-F238E27FC236}">
                <a16:creationId xmlns:a16="http://schemas.microsoft.com/office/drawing/2014/main" id="{7BC776B1-3342-44A4-BB1B-873C8B937A33}"/>
              </a:ext>
            </a:extLst>
          </p:cNvPr>
          <p:cNvSpPr>
            <a:spLocks noGrp="1"/>
          </p:cNvSpPr>
          <p:nvPr/>
        </p:nvSpPr>
        <p:spPr>
          <a:xfrm>
            <a:off x="4324350" y="5427518"/>
            <a:ext cx="2362200" cy="200025"/>
          </a:xfrm>
          <a:prstGeom prst="rect">
            <a:avLst/>
          </a:prstGeom>
          <a:noFill/>
          <a:ln w="0">
            <a:noFill/>
            <a:prstDash val="solid"/>
          </a:ln>
        </p:spPr>
        <p:txBody>
          <a:bodyPr anchor="ctr"/>
          <a:lstStyle/>
          <a:p>
            <a:pPr algn="ctr">
              <a:defRPr sz="900" b="1">
                <a:solidFill>
                  <a:srgbClr val="7457C8"/>
                </a:solidFill>
              </a:defRPr>
            </a:pPr>
            <a:r>
              <a:rPr sz="900" b="1">
                <a:solidFill>
                  <a:srgbClr val="7457C8"/>
                </a:solidFill>
                <a:latin typeface="微软雅黑" panose="020B0503020204020204" pitchFamily="34" charset="-122"/>
                <a:ea typeface="微软雅黑" panose="020B0503020204020204" pitchFamily="34" charset="-122"/>
              </a:rPr>
              <a:t>选择2—3个即可，不要求全部使用</a:t>
            </a:r>
          </a:p>
        </p:txBody>
      </p:sp>
      <p:sp>
        <p:nvSpPr>
          <p:cNvPr id="91" name="idea-bg-0">
            <a:extLst>
              <a:ext uri="{FF2B5EF4-FFF2-40B4-BE49-F238E27FC236}">
                <a16:creationId xmlns:a16="http://schemas.microsoft.com/office/drawing/2014/main" id="{5A06F0C5-9EE2-4E4B-9C5F-EF364A280BC9}"/>
              </a:ext>
            </a:extLst>
          </p:cNvPr>
          <p:cNvSpPr>
            <a:spLocks noGrp="1"/>
          </p:cNvSpPr>
          <p:nvPr/>
        </p:nvSpPr>
        <p:spPr>
          <a:xfrm>
            <a:off x="7296150" y="3122468"/>
            <a:ext cx="3810000" cy="628650"/>
          </a:xfrm>
          <a:prstGeom prst="roundRect">
            <a:avLst>
              <a:gd name="adj" fmla="val 12121"/>
            </a:avLst>
          </a:prstGeom>
          <a:solidFill>
            <a:srgbClr val="FFFFFF"/>
          </a:solidFill>
          <a:ln w="10478">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2" name="idea-no-0">
            <a:extLst>
              <a:ext uri="{FF2B5EF4-FFF2-40B4-BE49-F238E27FC236}">
                <a16:creationId xmlns:a16="http://schemas.microsoft.com/office/drawing/2014/main" id="{D0A4FD68-B647-4E33-85E4-54D8B76F318F}"/>
              </a:ext>
            </a:extLst>
          </p:cNvPr>
          <p:cNvSpPr>
            <a:spLocks noGrp="1"/>
          </p:cNvSpPr>
          <p:nvPr/>
        </p:nvSpPr>
        <p:spPr>
          <a:xfrm>
            <a:off x="7429500" y="3170093"/>
            <a:ext cx="914400" cy="228600"/>
          </a:xfrm>
          <a:prstGeom prst="rect">
            <a:avLst/>
          </a:prstGeom>
          <a:noFill/>
          <a:ln w="0">
            <a:noFill/>
            <a:prstDash val="solid"/>
          </a:ln>
        </p:spPr>
        <p:txBody>
          <a:bodyPr anchor="ctr"/>
          <a:lstStyle/>
          <a:p>
            <a:pPr algn="l">
              <a:defRPr sz="1050" b="1">
                <a:solidFill>
                  <a:srgbClr val="78C500"/>
                </a:solidFill>
              </a:defRPr>
            </a:pPr>
            <a:r>
              <a:rPr sz="1050" b="1">
                <a:solidFill>
                  <a:srgbClr val="78C500"/>
                </a:solidFill>
                <a:latin typeface="微软雅黑" panose="020B0503020204020204" pitchFamily="34" charset="-122"/>
                <a:ea typeface="微软雅黑" panose="020B0503020204020204" pitchFamily="34" charset="-122"/>
              </a:rPr>
              <a:t>候选想法 1</a:t>
            </a:r>
          </a:p>
        </p:txBody>
      </p:sp>
      <p:sp>
        <p:nvSpPr>
          <p:cNvPr id="93" name="idea-form-0">
            <a:extLst>
              <a:ext uri="{FF2B5EF4-FFF2-40B4-BE49-F238E27FC236}">
                <a16:creationId xmlns:a16="http://schemas.microsoft.com/office/drawing/2014/main" id="{6F4E99E7-B686-462C-ABB7-A883AFFCBEF0}"/>
              </a:ext>
            </a:extLst>
          </p:cNvPr>
          <p:cNvSpPr>
            <a:spLocks noGrp="1"/>
          </p:cNvSpPr>
          <p:nvPr/>
        </p:nvSpPr>
        <p:spPr>
          <a:xfrm>
            <a:off x="8439150" y="3170093"/>
            <a:ext cx="252412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焦点：________  ×  动作：________</a:t>
            </a:r>
          </a:p>
        </p:txBody>
      </p:sp>
      <p:sp>
        <p:nvSpPr>
          <p:cNvPr id="94" name="idea-line-0">
            <a:extLst>
              <a:ext uri="{FF2B5EF4-FFF2-40B4-BE49-F238E27FC236}">
                <a16:creationId xmlns:a16="http://schemas.microsoft.com/office/drawing/2014/main" id="{B2978F04-EE69-4FA8-9B86-D8294484DB5D}"/>
              </a:ext>
            </a:extLst>
          </p:cNvPr>
          <p:cNvSpPr>
            <a:spLocks noGrp="1"/>
          </p:cNvSpPr>
          <p:nvPr/>
        </p:nvSpPr>
        <p:spPr>
          <a:xfrm>
            <a:off x="7429500" y="3579668"/>
            <a:ext cx="3524250" cy="9525"/>
          </a:xfrm>
          <a:prstGeom prst="rect">
            <a:avLst/>
          </a:prstGeom>
          <a:solidFill>
            <a:srgbClr val="7D8EA3"/>
          </a:solidFill>
          <a:ln w="0">
            <a:solidFill>
              <a:srgbClr val="7D8EA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5" name="idea-bg-1">
            <a:extLst>
              <a:ext uri="{FF2B5EF4-FFF2-40B4-BE49-F238E27FC236}">
                <a16:creationId xmlns:a16="http://schemas.microsoft.com/office/drawing/2014/main" id="{F7226C41-E580-49E8-93BD-329432743715}"/>
              </a:ext>
            </a:extLst>
          </p:cNvPr>
          <p:cNvSpPr>
            <a:spLocks noGrp="1"/>
          </p:cNvSpPr>
          <p:nvPr/>
        </p:nvSpPr>
        <p:spPr>
          <a:xfrm>
            <a:off x="7296150" y="3865418"/>
            <a:ext cx="3810000" cy="628650"/>
          </a:xfrm>
          <a:prstGeom prst="roundRect">
            <a:avLst>
              <a:gd name="adj" fmla="val 12121"/>
            </a:avLst>
          </a:prstGeom>
          <a:solidFill>
            <a:srgbClr val="FFFFFF"/>
          </a:solidFill>
          <a:ln w="10478">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6" name="idea-no-1">
            <a:extLst>
              <a:ext uri="{FF2B5EF4-FFF2-40B4-BE49-F238E27FC236}">
                <a16:creationId xmlns:a16="http://schemas.microsoft.com/office/drawing/2014/main" id="{AA13DF7B-C10E-48CE-9134-2CBC69887334}"/>
              </a:ext>
            </a:extLst>
          </p:cNvPr>
          <p:cNvSpPr>
            <a:spLocks noGrp="1"/>
          </p:cNvSpPr>
          <p:nvPr/>
        </p:nvSpPr>
        <p:spPr>
          <a:xfrm>
            <a:off x="7429500" y="3913043"/>
            <a:ext cx="914400" cy="228600"/>
          </a:xfrm>
          <a:prstGeom prst="rect">
            <a:avLst/>
          </a:prstGeom>
          <a:noFill/>
          <a:ln w="0">
            <a:noFill/>
            <a:prstDash val="solid"/>
          </a:ln>
        </p:spPr>
        <p:txBody>
          <a:bodyPr anchor="ctr"/>
          <a:lstStyle/>
          <a:p>
            <a:pPr algn="l">
              <a:defRPr sz="1050" b="1">
                <a:solidFill>
                  <a:srgbClr val="3478E5"/>
                </a:solidFill>
              </a:defRPr>
            </a:pPr>
            <a:r>
              <a:rPr sz="1050" b="1">
                <a:solidFill>
                  <a:srgbClr val="3478E5"/>
                </a:solidFill>
                <a:latin typeface="微软雅黑" panose="020B0503020204020204" pitchFamily="34" charset="-122"/>
                <a:ea typeface="微软雅黑" panose="020B0503020204020204" pitchFamily="34" charset="-122"/>
              </a:rPr>
              <a:t>候选想法 2</a:t>
            </a:r>
          </a:p>
        </p:txBody>
      </p:sp>
      <p:sp>
        <p:nvSpPr>
          <p:cNvPr id="97" name="idea-form-1">
            <a:extLst>
              <a:ext uri="{FF2B5EF4-FFF2-40B4-BE49-F238E27FC236}">
                <a16:creationId xmlns:a16="http://schemas.microsoft.com/office/drawing/2014/main" id="{BAF5A781-95B8-4D72-A7D6-8B2E748909A9}"/>
              </a:ext>
            </a:extLst>
          </p:cNvPr>
          <p:cNvSpPr>
            <a:spLocks noGrp="1"/>
          </p:cNvSpPr>
          <p:nvPr/>
        </p:nvSpPr>
        <p:spPr>
          <a:xfrm>
            <a:off x="8439150" y="3913043"/>
            <a:ext cx="252412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焦点：________  ×  动作：________</a:t>
            </a:r>
          </a:p>
        </p:txBody>
      </p:sp>
      <p:sp>
        <p:nvSpPr>
          <p:cNvPr id="98" name="idea-line-1">
            <a:extLst>
              <a:ext uri="{FF2B5EF4-FFF2-40B4-BE49-F238E27FC236}">
                <a16:creationId xmlns:a16="http://schemas.microsoft.com/office/drawing/2014/main" id="{16ABDAE8-E8A4-4296-993C-17C799F22ED4}"/>
              </a:ext>
            </a:extLst>
          </p:cNvPr>
          <p:cNvSpPr>
            <a:spLocks noGrp="1"/>
          </p:cNvSpPr>
          <p:nvPr/>
        </p:nvSpPr>
        <p:spPr>
          <a:xfrm>
            <a:off x="7429500" y="4322618"/>
            <a:ext cx="3524250" cy="9525"/>
          </a:xfrm>
          <a:prstGeom prst="rect">
            <a:avLst/>
          </a:prstGeom>
          <a:solidFill>
            <a:srgbClr val="7D8EA3"/>
          </a:solidFill>
          <a:ln w="0">
            <a:solidFill>
              <a:srgbClr val="7D8EA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99" name="idea-bg-2">
            <a:extLst>
              <a:ext uri="{FF2B5EF4-FFF2-40B4-BE49-F238E27FC236}">
                <a16:creationId xmlns:a16="http://schemas.microsoft.com/office/drawing/2014/main" id="{8F467C9B-9F37-454D-AB21-FBFC09D70474}"/>
              </a:ext>
            </a:extLst>
          </p:cNvPr>
          <p:cNvSpPr>
            <a:spLocks noGrp="1"/>
          </p:cNvSpPr>
          <p:nvPr/>
        </p:nvSpPr>
        <p:spPr>
          <a:xfrm>
            <a:off x="7296150" y="4608368"/>
            <a:ext cx="3810000" cy="628650"/>
          </a:xfrm>
          <a:prstGeom prst="roundRect">
            <a:avLst>
              <a:gd name="adj" fmla="val 12121"/>
            </a:avLst>
          </a:prstGeom>
          <a:solidFill>
            <a:srgbClr val="FFFFFF"/>
          </a:solidFill>
          <a:ln w="10478">
            <a:solidFill>
              <a:srgbClr val="CBD7E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0" name="idea-no-2">
            <a:extLst>
              <a:ext uri="{FF2B5EF4-FFF2-40B4-BE49-F238E27FC236}">
                <a16:creationId xmlns:a16="http://schemas.microsoft.com/office/drawing/2014/main" id="{CA9A7372-3EDD-419A-B603-94BDE5EFC11C}"/>
              </a:ext>
            </a:extLst>
          </p:cNvPr>
          <p:cNvSpPr>
            <a:spLocks noGrp="1"/>
          </p:cNvSpPr>
          <p:nvPr/>
        </p:nvSpPr>
        <p:spPr>
          <a:xfrm>
            <a:off x="7429500" y="4655993"/>
            <a:ext cx="914400" cy="228600"/>
          </a:xfrm>
          <a:prstGeom prst="rect">
            <a:avLst/>
          </a:prstGeom>
          <a:noFill/>
          <a:ln w="0">
            <a:noFill/>
            <a:prstDash val="solid"/>
          </a:ln>
        </p:spPr>
        <p:txBody>
          <a:bodyPr anchor="ctr"/>
          <a:lstStyle/>
          <a:p>
            <a:pPr algn="l">
              <a:defRPr sz="1050" b="1">
                <a:solidFill>
                  <a:srgbClr val="3478E5"/>
                </a:solidFill>
              </a:defRPr>
            </a:pPr>
            <a:r>
              <a:rPr sz="1050" b="1">
                <a:solidFill>
                  <a:srgbClr val="3478E5"/>
                </a:solidFill>
                <a:latin typeface="微软雅黑" panose="020B0503020204020204" pitchFamily="34" charset="-122"/>
                <a:ea typeface="微软雅黑" panose="020B0503020204020204" pitchFamily="34" charset="-122"/>
              </a:rPr>
              <a:t>候选想法 3</a:t>
            </a:r>
          </a:p>
        </p:txBody>
      </p:sp>
      <p:sp>
        <p:nvSpPr>
          <p:cNvPr id="101" name="idea-form-2">
            <a:extLst>
              <a:ext uri="{FF2B5EF4-FFF2-40B4-BE49-F238E27FC236}">
                <a16:creationId xmlns:a16="http://schemas.microsoft.com/office/drawing/2014/main" id="{5C492BEA-CFE5-4FC0-8C63-FDFD9DDB0C33}"/>
              </a:ext>
            </a:extLst>
          </p:cNvPr>
          <p:cNvSpPr>
            <a:spLocks noGrp="1"/>
          </p:cNvSpPr>
          <p:nvPr/>
        </p:nvSpPr>
        <p:spPr>
          <a:xfrm>
            <a:off x="8439150" y="4655993"/>
            <a:ext cx="2524125" cy="228600"/>
          </a:xfrm>
          <a:prstGeom prst="rect">
            <a:avLst/>
          </a:prstGeom>
          <a:noFill/>
          <a:ln w="0">
            <a:noFill/>
            <a:prstDash val="solid"/>
          </a:ln>
        </p:spPr>
        <p:txBody>
          <a:bodyPr anchor="ctr"/>
          <a:lstStyle/>
          <a:p>
            <a:pPr algn="l">
              <a:defRPr sz="975" b="0">
                <a:solidFill>
                  <a:srgbClr val="53657B"/>
                </a:solidFill>
              </a:defRPr>
            </a:pPr>
            <a:r>
              <a:rPr sz="975" b="0">
                <a:solidFill>
                  <a:srgbClr val="53657B"/>
                </a:solidFill>
                <a:latin typeface="微软雅黑" panose="020B0503020204020204" pitchFamily="34" charset="-122"/>
                <a:ea typeface="微软雅黑" panose="020B0503020204020204" pitchFamily="34" charset="-122"/>
              </a:rPr>
              <a:t>焦点：________  ×  动作：________</a:t>
            </a:r>
          </a:p>
        </p:txBody>
      </p:sp>
      <p:sp>
        <p:nvSpPr>
          <p:cNvPr id="102" name="idea-line-2">
            <a:extLst>
              <a:ext uri="{FF2B5EF4-FFF2-40B4-BE49-F238E27FC236}">
                <a16:creationId xmlns:a16="http://schemas.microsoft.com/office/drawing/2014/main" id="{FCA5230E-E98C-4DD8-9049-54543C250FC8}"/>
              </a:ext>
            </a:extLst>
          </p:cNvPr>
          <p:cNvSpPr>
            <a:spLocks noGrp="1"/>
          </p:cNvSpPr>
          <p:nvPr/>
        </p:nvSpPr>
        <p:spPr>
          <a:xfrm>
            <a:off x="7429500" y="5065568"/>
            <a:ext cx="3524250" cy="9525"/>
          </a:xfrm>
          <a:prstGeom prst="rect">
            <a:avLst/>
          </a:prstGeom>
          <a:solidFill>
            <a:srgbClr val="7D8EA3"/>
          </a:solidFill>
          <a:ln w="0">
            <a:solidFill>
              <a:srgbClr val="7D8EA3"/>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3" name="best-bg">
            <a:extLst>
              <a:ext uri="{FF2B5EF4-FFF2-40B4-BE49-F238E27FC236}">
                <a16:creationId xmlns:a16="http://schemas.microsoft.com/office/drawing/2014/main" id="{439D6F64-4080-4E25-B3A1-DC221459D5D9}"/>
              </a:ext>
            </a:extLst>
          </p:cNvPr>
          <p:cNvSpPr>
            <a:spLocks noGrp="1"/>
          </p:cNvSpPr>
          <p:nvPr/>
        </p:nvSpPr>
        <p:spPr>
          <a:xfrm>
            <a:off x="7296150" y="5389418"/>
            <a:ext cx="3810000" cy="209550"/>
          </a:xfrm>
          <a:prstGeom prst="roundRect">
            <a:avLst>
              <a:gd name="adj" fmla="val 22727"/>
            </a:avLst>
          </a:prstGeom>
          <a:solidFill>
            <a:srgbClr val="EEF8DF"/>
          </a:solidFill>
          <a:ln w="9525">
            <a:solidFill>
              <a:srgbClr val="78C5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4" name="best-t">
            <a:extLst>
              <a:ext uri="{FF2B5EF4-FFF2-40B4-BE49-F238E27FC236}">
                <a16:creationId xmlns:a16="http://schemas.microsoft.com/office/drawing/2014/main" id="{5DC0FE22-B657-49AE-A0F2-3618854DD2F3}"/>
              </a:ext>
            </a:extLst>
          </p:cNvPr>
          <p:cNvSpPr>
            <a:spLocks noGrp="1"/>
          </p:cNvSpPr>
          <p:nvPr/>
        </p:nvSpPr>
        <p:spPr>
          <a:xfrm>
            <a:off x="7410450" y="5379893"/>
            <a:ext cx="3581400" cy="219075"/>
          </a:xfrm>
          <a:prstGeom prst="rect">
            <a:avLst/>
          </a:prstGeom>
          <a:noFill/>
          <a:ln w="0">
            <a:noFill/>
            <a:prstDash val="solid"/>
          </a:ln>
        </p:spPr>
        <p:txBody>
          <a:bodyPr anchor="ctr"/>
          <a:lstStyle/>
          <a:p>
            <a:pPr algn="ctr">
              <a:defRPr sz="975" b="1">
                <a:solidFill>
                  <a:srgbClr val="78C500"/>
                </a:solidFill>
              </a:defRPr>
            </a:pPr>
            <a:r>
              <a:rPr sz="975" b="1">
                <a:solidFill>
                  <a:srgbClr val="78C500"/>
                </a:solidFill>
                <a:latin typeface="微软雅黑" panose="020B0503020204020204" pitchFamily="34" charset="-122"/>
                <a:ea typeface="微软雅黑" panose="020B0503020204020204" pitchFamily="34" charset="-122"/>
              </a:rPr>
              <a:t>本轮最值得继续迭代的想法：____________________________</a:t>
            </a:r>
          </a:p>
        </p:txBody>
      </p:sp>
      <p:sp>
        <p:nvSpPr>
          <p:cNvPr id="109" name="页脚占位符 3">
            <a:extLst>
              <a:ext uri="{FF2B5EF4-FFF2-40B4-BE49-F238E27FC236}">
                <a16:creationId xmlns:a16="http://schemas.microsoft.com/office/drawing/2014/main" id="{F2B595B0-3187-ADBA-56CD-BB269E723202}"/>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200" dirty="0"/>
              <a:t>Leo Huang</a:t>
            </a:r>
            <a:endParaRPr lang="de-DE" altLang="zh-CN" sz="1200" dirty="0"/>
          </a:p>
        </p:txBody>
      </p:sp>
      <p:sp>
        <p:nvSpPr>
          <p:cNvPr id="110" name="灯片编号占位符 4">
            <a:extLst>
              <a:ext uri="{FF2B5EF4-FFF2-40B4-BE49-F238E27FC236}">
                <a16:creationId xmlns:a16="http://schemas.microsoft.com/office/drawing/2014/main" id="{312E1FA3-2575-DEA5-11C0-2CE3E1B8F92F}"/>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200" smtClean="0"/>
              <a:pPr algn="r">
                <a:defRPr/>
              </a:pPr>
              <a:t>74</a:t>
            </a:fld>
            <a:endParaRPr lang="de-DE" altLang="zh-CN" sz="1200" dirty="0"/>
          </a:p>
        </p:txBody>
      </p:sp>
    </p:spTree>
    <p:extLst>
      <p:ext uri="{BB962C8B-B14F-4D97-AF65-F5344CB8AC3E}">
        <p14:creationId xmlns:p14="http://schemas.microsoft.com/office/powerpoint/2010/main" val="155228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645698F-5044-4369-B86F-11A30F493C3C}"/>
              </a:ext>
            </a:extLst>
          </p:cNvPr>
          <p:cNvSpPr>
            <a:spLocks noGrp="1"/>
          </p:cNvSpPr>
          <p:nvPr/>
        </p:nvSpPr>
        <p:spPr>
          <a:xfrm>
            <a:off x="704850" y="495300"/>
            <a:ext cx="8953500" cy="514350"/>
          </a:xfrm>
          <a:prstGeom prst="rect">
            <a:avLst/>
          </a:prstGeom>
          <a:noFill/>
          <a:ln w="0">
            <a:noFill/>
          </a:ln>
        </p:spPr>
        <p:txBody>
          <a:bodyPr anchor="ctr"/>
          <a:lstStyle/>
          <a:p>
            <a:pPr algn="l">
              <a:lnSpc>
                <a:spcPct val="108000"/>
              </a:lnSpc>
              <a:buNone/>
              <a:defRPr sz="2700" b="1">
                <a:solidFill>
                  <a:srgbClr val="102A4C"/>
                </a:solidFill>
              </a:defRPr>
            </a:pPr>
            <a:r>
              <a:rPr sz="2700" b="1">
                <a:solidFill>
                  <a:srgbClr val="102A4C"/>
                </a:solidFill>
                <a:latin typeface="微软雅黑" panose="020B0503020204020204" pitchFamily="34" charset="-122"/>
                <a:ea typeface="微软雅黑" panose="020B0503020204020204" pitchFamily="34" charset="-122"/>
              </a:rPr>
              <a:t>5W × SCAMPER｜AI创造对策提示词</a:t>
            </a:r>
          </a:p>
        </p:txBody>
      </p:sp>
      <p:sp>
        <p:nvSpPr>
          <p:cNvPr id="6" name="subtitle">
            <a:extLst>
              <a:ext uri="{FF2B5EF4-FFF2-40B4-BE49-F238E27FC236}">
                <a16:creationId xmlns:a16="http://schemas.microsoft.com/office/drawing/2014/main" id="{FC1581D2-8AFB-42C2-99B3-CFC64B47A8A5}"/>
              </a:ext>
            </a:extLst>
          </p:cNvPr>
          <p:cNvSpPr>
            <a:spLocks noGrp="1"/>
          </p:cNvSpPr>
          <p:nvPr/>
        </p:nvSpPr>
        <p:spPr>
          <a:xfrm>
            <a:off x="723900" y="1190625"/>
            <a:ext cx="10477500" cy="285750"/>
          </a:xfrm>
          <a:prstGeom prst="rect">
            <a:avLst/>
          </a:prstGeom>
          <a:noFill/>
          <a:ln w="0">
            <a:noFill/>
          </a:ln>
        </p:spPr>
        <p:txBody>
          <a:bodyPr anchor="ctr"/>
          <a:lstStyle/>
          <a:p>
            <a:pPr algn="l">
              <a:lnSpc>
                <a:spcPct val="108000"/>
              </a:lnSpc>
              <a:buNone/>
              <a:defRPr sz="1275" b="0">
                <a:solidFill>
                  <a:srgbClr val="63758D"/>
                </a:solidFill>
              </a:defRPr>
            </a:pPr>
            <a:r>
              <a:rPr sz="1275" b="0">
                <a:solidFill>
                  <a:srgbClr val="63758D"/>
                </a:solidFill>
                <a:latin typeface="微软雅黑" panose="020B0503020204020204" pitchFamily="34" charset="-122"/>
                <a:ea typeface="微软雅黑" panose="020B0503020204020204" pitchFamily="34" charset="-122"/>
              </a:rPr>
              <a:t>先用5W（含How）选择变化焦点，再用SCAMPER扩展方案空间；AI负责发散，人负责取舍。</a:t>
            </a:r>
          </a:p>
        </p:txBody>
      </p:sp>
      <p:sp>
        <p:nvSpPr>
          <p:cNvPr id="7" name="prompt-surface">
            <a:extLst>
              <a:ext uri="{FF2B5EF4-FFF2-40B4-BE49-F238E27FC236}">
                <a16:creationId xmlns:a16="http://schemas.microsoft.com/office/drawing/2014/main" id="{585F1B7E-FB6A-48AC-98AE-8BD15E41A7E8}"/>
              </a:ext>
            </a:extLst>
          </p:cNvPr>
          <p:cNvSpPr>
            <a:spLocks noGrp="1"/>
          </p:cNvSpPr>
          <p:nvPr/>
        </p:nvSpPr>
        <p:spPr>
          <a:xfrm>
            <a:off x="609600" y="1666875"/>
            <a:ext cx="8172450" cy="4295775"/>
          </a:xfrm>
          <a:prstGeom prst="roundRect">
            <a:avLst>
              <a:gd name="adj" fmla="val 1774"/>
            </a:avLst>
          </a:prstGeom>
          <a:solidFill>
            <a:srgbClr val="F2F7FC"/>
          </a:solidFill>
          <a:ln w="11430">
            <a:solidFill>
              <a:srgbClr val="BFD0E2"/>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prompt-accent">
            <a:extLst>
              <a:ext uri="{FF2B5EF4-FFF2-40B4-BE49-F238E27FC236}">
                <a16:creationId xmlns:a16="http://schemas.microsoft.com/office/drawing/2014/main" id="{EFCF9BCD-3CE8-4A3F-A10C-8F2C3C034ABD}"/>
              </a:ext>
            </a:extLst>
          </p:cNvPr>
          <p:cNvSpPr>
            <a:spLocks noGrp="1"/>
          </p:cNvSpPr>
          <p:nvPr/>
        </p:nvSpPr>
        <p:spPr>
          <a:xfrm>
            <a:off x="609600" y="1666875"/>
            <a:ext cx="76200" cy="4295775"/>
          </a:xfrm>
          <a:prstGeom prst="rect">
            <a:avLst/>
          </a:prstGeom>
          <a:solidFill>
            <a:srgbClr val="3478E5"/>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prompt-label">
            <a:extLst>
              <a:ext uri="{FF2B5EF4-FFF2-40B4-BE49-F238E27FC236}">
                <a16:creationId xmlns:a16="http://schemas.microsoft.com/office/drawing/2014/main" id="{9E6A78D8-A068-4188-8FB0-4DE00C0F9D98}"/>
              </a:ext>
            </a:extLst>
          </p:cNvPr>
          <p:cNvSpPr>
            <a:spLocks noGrp="1"/>
          </p:cNvSpPr>
          <p:nvPr/>
        </p:nvSpPr>
        <p:spPr>
          <a:xfrm>
            <a:off x="828675" y="1809750"/>
            <a:ext cx="2476500" cy="285750"/>
          </a:xfrm>
          <a:prstGeom prst="rect">
            <a:avLst/>
          </a:prstGeom>
          <a:noFill/>
          <a:ln w="0">
            <a:noFill/>
          </a:ln>
        </p:spPr>
        <p:txBody>
          <a:bodyPr anchor="ctr"/>
          <a:lstStyle/>
          <a:p>
            <a:pPr algn="l">
              <a:lnSpc>
                <a:spcPct val="108000"/>
              </a:lnSpc>
              <a:buNone/>
              <a:defRPr sz="1500" b="1">
                <a:solidFill>
                  <a:srgbClr val="3478E5"/>
                </a:solidFill>
              </a:defRPr>
            </a:pPr>
            <a:r>
              <a:rPr sz="1500" b="1">
                <a:solidFill>
                  <a:srgbClr val="3478E5"/>
                </a:solidFill>
                <a:latin typeface="微软雅黑" panose="020B0503020204020204" pitchFamily="34" charset="-122"/>
                <a:ea typeface="微软雅黑" panose="020B0503020204020204" pitchFamily="34" charset="-122"/>
              </a:rPr>
              <a:t>可直接复制给AI</a:t>
            </a:r>
          </a:p>
        </p:txBody>
      </p:sp>
      <p:sp>
        <p:nvSpPr>
          <p:cNvPr id="10" name="prompt-role">
            <a:extLst>
              <a:ext uri="{FF2B5EF4-FFF2-40B4-BE49-F238E27FC236}">
                <a16:creationId xmlns:a16="http://schemas.microsoft.com/office/drawing/2014/main" id="{A163520E-0BD6-4E59-B436-80F18EFB8A84}"/>
              </a:ext>
            </a:extLst>
          </p:cNvPr>
          <p:cNvSpPr>
            <a:spLocks noGrp="1"/>
          </p:cNvSpPr>
          <p:nvPr/>
        </p:nvSpPr>
        <p:spPr>
          <a:xfrm>
            <a:off x="828675" y="2114550"/>
            <a:ext cx="7734300" cy="457200"/>
          </a:xfrm>
          <a:prstGeom prst="rect">
            <a:avLst/>
          </a:prstGeom>
          <a:noFill/>
          <a:ln w="0">
            <a:noFill/>
          </a:ln>
        </p:spPr>
        <p:txBody>
          <a:bodyPr anchor="t"/>
          <a:lstStyle/>
          <a:p>
            <a:pPr algn="l">
              <a:lnSpc>
                <a:spcPct val="110000"/>
              </a:lnSpc>
              <a:buNone/>
              <a:defRPr sz="1200" b="1">
                <a:solidFill>
                  <a:srgbClr val="1D2E49"/>
                </a:solidFill>
              </a:defRPr>
            </a:pPr>
            <a:r>
              <a:rPr sz="1200" b="1">
                <a:solidFill>
                  <a:srgbClr val="1D2E49"/>
                </a:solidFill>
                <a:latin typeface="微软雅黑" panose="020B0503020204020204" pitchFamily="34" charset="-122"/>
                <a:ea typeface="微软雅黑" panose="020B0503020204020204" pitchFamily="34" charset="-122"/>
              </a:rPr>
              <a:t>请扮演“创新对策引导师”。围绕输入，用5W拆出变化焦点，再用SCAMPER生成候选想法。你的职责是扩展可能性，不替我做最终决定。</a:t>
            </a:r>
          </a:p>
        </p:txBody>
      </p:sp>
      <p:sp>
        <p:nvSpPr>
          <p:cNvPr id="11" name="input-label">
            <a:extLst>
              <a:ext uri="{FF2B5EF4-FFF2-40B4-BE49-F238E27FC236}">
                <a16:creationId xmlns:a16="http://schemas.microsoft.com/office/drawing/2014/main" id="{0F28F862-CA0E-4D39-92FD-9613BC577A4C}"/>
              </a:ext>
            </a:extLst>
          </p:cNvPr>
          <p:cNvSpPr>
            <a:spLocks noGrp="1"/>
          </p:cNvSpPr>
          <p:nvPr/>
        </p:nvSpPr>
        <p:spPr>
          <a:xfrm>
            <a:off x="828675" y="2609850"/>
            <a:ext cx="876300" cy="228600"/>
          </a:xfrm>
          <a:prstGeom prst="rect">
            <a:avLst/>
          </a:prstGeom>
          <a:noFill/>
          <a:ln w="0">
            <a:noFill/>
          </a:ln>
        </p:spPr>
        <p:txBody>
          <a:bodyPr anchor="ctr"/>
          <a:lstStyle/>
          <a:p>
            <a:pPr algn="l">
              <a:lnSpc>
                <a:spcPct val="108000"/>
              </a:lnSpc>
              <a:buNone/>
              <a:defRPr sz="1275" b="1">
                <a:solidFill>
                  <a:srgbClr val="D78900"/>
                </a:solidFill>
              </a:defRPr>
            </a:pPr>
            <a:r>
              <a:rPr sz="1275" b="1">
                <a:solidFill>
                  <a:srgbClr val="D78900"/>
                </a:solidFill>
                <a:latin typeface="微软雅黑" panose="020B0503020204020204" pitchFamily="34" charset="-122"/>
                <a:ea typeface="微软雅黑" panose="020B0503020204020204" pitchFamily="34" charset="-122"/>
              </a:rPr>
              <a:t>【输入】</a:t>
            </a:r>
          </a:p>
        </p:txBody>
      </p:sp>
      <p:sp>
        <p:nvSpPr>
          <p:cNvPr id="12" name="input-fields">
            <a:extLst>
              <a:ext uri="{FF2B5EF4-FFF2-40B4-BE49-F238E27FC236}">
                <a16:creationId xmlns:a16="http://schemas.microsoft.com/office/drawing/2014/main" id="{0DDC3481-6DBC-4B20-8559-B359F3AA685D}"/>
              </a:ext>
            </a:extLst>
          </p:cNvPr>
          <p:cNvSpPr>
            <a:spLocks noGrp="1"/>
          </p:cNvSpPr>
          <p:nvPr/>
        </p:nvSpPr>
        <p:spPr>
          <a:xfrm>
            <a:off x="1619250" y="2571750"/>
            <a:ext cx="6877050" cy="533400"/>
          </a:xfrm>
          <a:prstGeom prst="rect">
            <a:avLst/>
          </a:prstGeom>
          <a:noFill/>
          <a:ln w="0">
            <a:noFill/>
          </a:ln>
        </p:spPr>
        <p:txBody>
          <a:bodyPr anchor="t"/>
          <a:lstStyle/>
          <a:p>
            <a:pPr algn="l">
              <a:lnSpc>
                <a:spcPct val="112000"/>
              </a:lnSpc>
              <a:buNone/>
              <a:defRPr sz="1163" b="0">
                <a:solidFill>
                  <a:srgbClr val="1D2E49"/>
                </a:solidFill>
              </a:defRPr>
            </a:pPr>
            <a:r>
              <a:rPr sz="1163" b="0">
                <a:solidFill>
                  <a:srgbClr val="1D2E49"/>
                </a:solidFill>
                <a:latin typeface="微软雅黑" panose="020B0503020204020204" pitchFamily="34" charset="-122"/>
                <a:ea typeface="微软雅黑" panose="020B0503020204020204" pitchFamily="34" charset="-122"/>
              </a:rPr>
              <a:t>现有任务/普通方案：【填写】　　希望改善的目标：【填写】</a:t>
            </a:r>
          </a:p>
          <a:p>
            <a:pPr algn="l">
              <a:lnSpc>
                <a:spcPct val="112000"/>
              </a:lnSpc>
              <a:buNone/>
              <a:defRPr sz="1163" b="0">
                <a:solidFill>
                  <a:srgbClr val="1D2E49"/>
                </a:solidFill>
              </a:defRPr>
            </a:pPr>
            <a:r>
              <a:rPr sz="1163" b="0">
                <a:solidFill>
                  <a:srgbClr val="1D2E49"/>
                </a:solidFill>
                <a:latin typeface="微软雅黑" panose="020B0503020204020204" pitchFamily="34" charset="-122"/>
                <a:ea typeface="微软雅黑" panose="020B0503020204020204" pitchFamily="34" charset="-122"/>
              </a:rPr>
              <a:t>必须守住的约束：【填写】　　　　可利用的资源/背景：【填写】</a:t>
            </a:r>
          </a:p>
        </p:txBody>
      </p:sp>
      <p:sp>
        <p:nvSpPr>
          <p:cNvPr id="13" name="input-rule">
            <a:extLst>
              <a:ext uri="{FF2B5EF4-FFF2-40B4-BE49-F238E27FC236}">
                <a16:creationId xmlns:a16="http://schemas.microsoft.com/office/drawing/2014/main" id="{4CD4B2BA-670C-472E-8FF3-D3DC38BEB894}"/>
              </a:ext>
            </a:extLst>
          </p:cNvPr>
          <p:cNvSpPr>
            <a:spLocks noGrp="1"/>
          </p:cNvSpPr>
          <p:nvPr/>
        </p:nvSpPr>
        <p:spPr>
          <a:xfrm>
            <a:off x="828675" y="3143250"/>
            <a:ext cx="7734300" cy="0"/>
          </a:xfrm>
          <a:prstGeom prst="line">
            <a:avLst/>
          </a:prstGeom>
          <a:noFill/>
          <a:ln w="9525">
            <a:solidFill>
              <a:srgbClr val="B8C9DA"/>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steps-label">
            <a:extLst>
              <a:ext uri="{FF2B5EF4-FFF2-40B4-BE49-F238E27FC236}">
                <a16:creationId xmlns:a16="http://schemas.microsoft.com/office/drawing/2014/main" id="{EEBC55AF-94F2-451E-8D85-DFB3C72C4FBC}"/>
              </a:ext>
            </a:extLst>
          </p:cNvPr>
          <p:cNvSpPr>
            <a:spLocks noGrp="1"/>
          </p:cNvSpPr>
          <p:nvPr/>
        </p:nvSpPr>
        <p:spPr>
          <a:xfrm>
            <a:off x="828675" y="3238500"/>
            <a:ext cx="1524000" cy="247650"/>
          </a:xfrm>
          <a:prstGeom prst="rect">
            <a:avLst/>
          </a:prstGeom>
          <a:noFill/>
          <a:ln w="0">
            <a:noFill/>
          </a:ln>
        </p:spPr>
        <p:txBody>
          <a:bodyPr anchor="ctr"/>
          <a:lstStyle/>
          <a:p>
            <a:pPr algn="l">
              <a:lnSpc>
                <a:spcPct val="108000"/>
              </a:lnSpc>
              <a:buNone/>
              <a:defRPr sz="1275" b="1">
                <a:solidFill>
                  <a:srgbClr val="7457C8"/>
                </a:solidFill>
              </a:defRPr>
            </a:pPr>
            <a:r>
              <a:rPr sz="1275" b="1">
                <a:solidFill>
                  <a:srgbClr val="7457C8"/>
                </a:solidFill>
                <a:latin typeface="微软雅黑" panose="020B0503020204020204" pitchFamily="34" charset="-122"/>
                <a:ea typeface="微软雅黑" panose="020B0503020204020204" pitchFamily="34" charset="-122"/>
              </a:rPr>
              <a:t>【执行步骤】</a:t>
            </a:r>
          </a:p>
        </p:txBody>
      </p:sp>
      <p:sp>
        <p:nvSpPr>
          <p:cNvPr id="15" name="prompt-step-1">
            <a:extLst>
              <a:ext uri="{FF2B5EF4-FFF2-40B4-BE49-F238E27FC236}">
                <a16:creationId xmlns:a16="http://schemas.microsoft.com/office/drawing/2014/main" id="{F7E0A948-35BC-47CE-B61C-AFDED887680B}"/>
              </a:ext>
            </a:extLst>
          </p:cNvPr>
          <p:cNvSpPr>
            <a:spLocks noGrp="1"/>
          </p:cNvSpPr>
          <p:nvPr/>
        </p:nvSpPr>
        <p:spPr>
          <a:xfrm>
            <a:off x="828675" y="3533775"/>
            <a:ext cx="190500" cy="190500"/>
          </a:xfrm>
          <a:prstGeom prst="ellipse">
            <a:avLst/>
          </a:prstGeom>
          <a:solidFill>
            <a:srgbClr val="3478E5"/>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prompt-step-num-1">
            <a:extLst>
              <a:ext uri="{FF2B5EF4-FFF2-40B4-BE49-F238E27FC236}">
                <a16:creationId xmlns:a16="http://schemas.microsoft.com/office/drawing/2014/main" id="{86E4F8BA-DFD5-4901-B321-4EF49194F26C}"/>
              </a:ext>
            </a:extLst>
          </p:cNvPr>
          <p:cNvSpPr>
            <a:spLocks noGrp="1"/>
          </p:cNvSpPr>
          <p:nvPr/>
        </p:nvSpPr>
        <p:spPr>
          <a:xfrm>
            <a:off x="828675" y="3533775"/>
            <a:ext cx="190500" cy="190500"/>
          </a:xfrm>
          <a:prstGeom prst="rect">
            <a:avLst/>
          </a:prstGeom>
          <a:noFill/>
          <a:ln w="0">
            <a:noFill/>
          </a:ln>
        </p:spPr>
        <p:txBody>
          <a:bodyPr anchor="ctr"/>
          <a:lstStyle/>
          <a:p>
            <a:pPr algn="ctr">
              <a:lnSpc>
                <a:spcPct val="108000"/>
              </a:lnSpc>
              <a:buNone/>
              <a:defRPr sz="863" b="1">
                <a:solidFill>
                  <a:srgbClr val="FFFFFF"/>
                </a:solidFill>
              </a:defRPr>
            </a:pPr>
            <a:r>
              <a:rPr sz="863" b="1">
                <a:solidFill>
                  <a:srgbClr val="FFFFFF"/>
                </a:solidFill>
                <a:latin typeface="微软雅黑" panose="020B0503020204020204" pitchFamily="34" charset="-122"/>
                <a:ea typeface="微软雅黑" panose="020B0503020204020204" pitchFamily="34" charset="-122"/>
              </a:rPr>
              <a:t>1</a:t>
            </a:r>
          </a:p>
        </p:txBody>
      </p:sp>
      <p:sp>
        <p:nvSpPr>
          <p:cNvPr id="17" name="prompt-step-text-1">
            <a:extLst>
              <a:ext uri="{FF2B5EF4-FFF2-40B4-BE49-F238E27FC236}">
                <a16:creationId xmlns:a16="http://schemas.microsoft.com/office/drawing/2014/main" id="{019243E9-B2D8-4A8C-86BA-5FE31CF07822}"/>
              </a:ext>
            </a:extLst>
          </p:cNvPr>
          <p:cNvSpPr>
            <a:spLocks noGrp="1"/>
          </p:cNvSpPr>
          <p:nvPr/>
        </p:nvSpPr>
        <p:spPr>
          <a:xfrm>
            <a:off x="1104900" y="3524250"/>
            <a:ext cx="7458075" cy="409575"/>
          </a:xfrm>
          <a:prstGeom prst="rect">
            <a:avLst/>
          </a:prstGeom>
          <a:noFill/>
          <a:ln w="0">
            <a:noFill/>
          </a:ln>
        </p:spPr>
        <p:txBody>
          <a:bodyPr anchor="t"/>
          <a:lstStyle/>
          <a:p>
            <a:pPr algn="l">
              <a:lnSpc>
                <a:spcPct val="101000"/>
              </a:lnSpc>
              <a:buNone/>
              <a:defRPr sz="1073" b="0">
                <a:solidFill>
                  <a:srgbClr val="1D2E49"/>
                </a:solidFill>
              </a:defRPr>
            </a:pPr>
            <a:r>
              <a:rPr sz="1073" b="0">
                <a:solidFill>
                  <a:srgbClr val="1D2E49"/>
                </a:solidFill>
                <a:latin typeface="微软雅黑" panose="020B0503020204020204" pitchFamily="34" charset="-122"/>
                <a:ea typeface="微软雅黑" panose="020B0503020204020204" pitchFamily="34" charset="-122"/>
              </a:rPr>
              <a:t>5W聚焦：从Why、What、Where、When、Who、How各提1个挑战问题；依据目标与约束，选出2个优先焦点并说明理由。</a:t>
            </a:r>
          </a:p>
        </p:txBody>
      </p:sp>
      <p:sp>
        <p:nvSpPr>
          <p:cNvPr id="18" name="prompt-step-2">
            <a:extLst>
              <a:ext uri="{FF2B5EF4-FFF2-40B4-BE49-F238E27FC236}">
                <a16:creationId xmlns:a16="http://schemas.microsoft.com/office/drawing/2014/main" id="{30AD31B2-F5EC-4AA3-B683-E5F933FF35B3}"/>
              </a:ext>
            </a:extLst>
          </p:cNvPr>
          <p:cNvSpPr>
            <a:spLocks noGrp="1"/>
          </p:cNvSpPr>
          <p:nvPr/>
        </p:nvSpPr>
        <p:spPr>
          <a:xfrm>
            <a:off x="828675" y="3952875"/>
            <a:ext cx="190500" cy="190500"/>
          </a:xfrm>
          <a:prstGeom prst="ellipse">
            <a:avLst/>
          </a:prstGeom>
          <a:solidFill>
            <a:srgbClr val="7457C8"/>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prompt-step-num-2">
            <a:extLst>
              <a:ext uri="{FF2B5EF4-FFF2-40B4-BE49-F238E27FC236}">
                <a16:creationId xmlns:a16="http://schemas.microsoft.com/office/drawing/2014/main" id="{539D398D-2AC8-4755-AACE-D293711EEEA3}"/>
              </a:ext>
            </a:extLst>
          </p:cNvPr>
          <p:cNvSpPr>
            <a:spLocks noGrp="1"/>
          </p:cNvSpPr>
          <p:nvPr/>
        </p:nvSpPr>
        <p:spPr>
          <a:xfrm>
            <a:off x="828675" y="3952875"/>
            <a:ext cx="190500" cy="190500"/>
          </a:xfrm>
          <a:prstGeom prst="rect">
            <a:avLst/>
          </a:prstGeom>
          <a:noFill/>
          <a:ln w="0">
            <a:noFill/>
          </a:ln>
        </p:spPr>
        <p:txBody>
          <a:bodyPr anchor="ctr"/>
          <a:lstStyle/>
          <a:p>
            <a:pPr algn="ctr">
              <a:lnSpc>
                <a:spcPct val="108000"/>
              </a:lnSpc>
              <a:buNone/>
              <a:defRPr sz="863" b="1">
                <a:solidFill>
                  <a:srgbClr val="FFFFFF"/>
                </a:solidFill>
              </a:defRPr>
            </a:pPr>
            <a:r>
              <a:rPr sz="863" b="1">
                <a:solidFill>
                  <a:srgbClr val="FFFFFF"/>
                </a:solidFill>
                <a:latin typeface="微软雅黑" panose="020B0503020204020204" pitchFamily="34" charset="-122"/>
                <a:ea typeface="微软雅黑" panose="020B0503020204020204" pitchFamily="34" charset="-122"/>
              </a:rPr>
              <a:t>2</a:t>
            </a:r>
          </a:p>
        </p:txBody>
      </p:sp>
      <p:sp>
        <p:nvSpPr>
          <p:cNvPr id="20" name="prompt-step-text-2">
            <a:extLst>
              <a:ext uri="{FF2B5EF4-FFF2-40B4-BE49-F238E27FC236}">
                <a16:creationId xmlns:a16="http://schemas.microsoft.com/office/drawing/2014/main" id="{94978515-5B8E-4069-B1F7-023957A62AFA}"/>
              </a:ext>
            </a:extLst>
          </p:cNvPr>
          <p:cNvSpPr>
            <a:spLocks noGrp="1"/>
          </p:cNvSpPr>
          <p:nvPr/>
        </p:nvSpPr>
        <p:spPr>
          <a:xfrm>
            <a:off x="1104900" y="3943350"/>
            <a:ext cx="7458075" cy="466725"/>
          </a:xfrm>
          <a:prstGeom prst="rect">
            <a:avLst/>
          </a:prstGeom>
          <a:noFill/>
          <a:ln w="0">
            <a:noFill/>
          </a:ln>
        </p:spPr>
        <p:txBody>
          <a:bodyPr anchor="t"/>
          <a:lstStyle/>
          <a:p>
            <a:pPr algn="l">
              <a:lnSpc>
                <a:spcPct val="101000"/>
              </a:lnSpc>
              <a:buNone/>
              <a:defRPr sz="1073" b="0">
                <a:solidFill>
                  <a:srgbClr val="1D2E49"/>
                </a:solidFill>
              </a:defRPr>
            </a:pPr>
            <a:r>
              <a:rPr sz="1073" b="0">
                <a:solidFill>
                  <a:srgbClr val="1D2E49"/>
                </a:solidFill>
                <a:latin typeface="微软雅黑" panose="020B0503020204020204" pitchFamily="34" charset="-122"/>
                <a:ea typeface="微软雅黑" panose="020B0503020204020204" pitchFamily="34" charset="-122"/>
              </a:rPr>
              <a:t>SCAMPER发散：围绕每个焦点，从S替代、C结合、A调整、M修改、P他用、E取消、R翻转中至少选4种，每种提出1—2个想法。</a:t>
            </a:r>
          </a:p>
        </p:txBody>
      </p:sp>
      <p:sp>
        <p:nvSpPr>
          <p:cNvPr id="21" name="prompt-step-3">
            <a:extLst>
              <a:ext uri="{FF2B5EF4-FFF2-40B4-BE49-F238E27FC236}">
                <a16:creationId xmlns:a16="http://schemas.microsoft.com/office/drawing/2014/main" id="{DB261801-0521-4F2B-80F8-3727B5A958EC}"/>
              </a:ext>
            </a:extLst>
          </p:cNvPr>
          <p:cNvSpPr>
            <a:spLocks noGrp="1"/>
          </p:cNvSpPr>
          <p:nvPr/>
        </p:nvSpPr>
        <p:spPr>
          <a:xfrm>
            <a:off x="828675" y="4438650"/>
            <a:ext cx="190500" cy="190500"/>
          </a:xfrm>
          <a:prstGeom prst="ellipse">
            <a:avLst/>
          </a:prstGeom>
          <a:solidFill>
            <a:srgbClr val="12A7BD"/>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prompt-step-num-3">
            <a:extLst>
              <a:ext uri="{FF2B5EF4-FFF2-40B4-BE49-F238E27FC236}">
                <a16:creationId xmlns:a16="http://schemas.microsoft.com/office/drawing/2014/main" id="{C5014883-02B5-4EB8-BF5B-9B480B56B1D3}"/>
              </a:ext>
            </a:extLst>
          </p:cNvPr>
          <p:cNvSpPr>
            <a:spLocks noGrp="1"/>
          </p:cNvSpPr>
          <p:nvPr/>
        </p:nvSpPr>
        <p:spPr>
          <a:xfrm>
            <a:off x="828675" y="4438650"/>
            <a:ext cx="190500" cy="190500"/>
          </a:xfrm>
          <a:prstGeom prst="rect">
            <a:avLst/>
          </a:prstGeom>
          <a:noFill/>
          <a:ln w="0">
            <a:noFill/>
          </a:ln>
        </p:spPr>
        <p:txBody>
          <a:bodyPr anchor="ctr"/>
          <a:lstStyle/>
          <a:p>
            <a:pPr algn="ctr">
              <a:lnSpc>
                <a:spcPct val="108000"/>
              </a:lnSpc>
              <a:buNone/>
              <a:defRPr sz="863" b="1">
                <a:solidFill>
                  <a:srgbClr val="FFFFFF"/>
                </a:solidFill>
              </a:defRPr>
            </a:pPr>
            <a:r>
              <a:rPr sz="863" b="1">
                <a:solidFill>
                  <a:srgbClr val="FFFFFF"/>
                </a:solidFill>
                <a:latin typeface="微软雅黑" panose="020B0503020204020204" pitchFamily="34" charset="-122"/>
                <a:ea typeface="微软雅黑" panose="020B0503020204020204" pitchFamily="34" charset="-122"/>
              </a:rPr>
              <a:t>3</a:t>
            </a:r>
          </a:p>
        </p:txBody>
      </p:sp>
      <p:sp>
        <p:nvSpPr>
          <p:cNvPr id="23" name="prompt-step-text-3">
            <a:extLst>
              <a:ext uri="{FF2B5EF4-FFF2-40B4-BE49-F238E27FC236}">
                <a16:creationId xmlns:a16="http://schemas.microsoft.com/office/drawing/2014/main" id="{B5D77DD4-4E85-43E0-945E-E31FA0A66AEB}"/>
              </a:ext>
            </a:extLst>
          </p:cNvPr>
          <p:cNvSpPr>
            <a:spLocks noGrp="1"/>
          </p:cNvSpPr>
          <p:nvPr/>
        </p:nvSpPr>
        <p:spPr>
          <a:xfrm>
            <a:off x="1104900" y="4429125"/>
            <a:ext cx="7458075" cy="238125"/>
          </a:xfrm>
          <a:prstGeom prst="rect">
            <a:avLst/>
          </a:prstGeom>
          <a:noFill/>
          <a:ln w="0">
            <a:noFill/>
          </a:ln>
        </p:spPr>
        <p:txBody>
          <a:bodyPr anchor="t"/>
          <a:lstStyle/>
          <a:p>
            <a:pPr algn="l">
              <a:lnSpc>
                <a:spcPct val="101000"/>
              </a:lnSpc>
              <a:buNone/>
              <a:defRPr sz="1073" b="0">
                <a:solidFill>
                  <a:srgbClr val="1D2E49"/>
                </a:solidFill>
              </a:defRPr>
            </a:pPr>
            <a:r>
              <a:rPr sz="1073" b="0">
                <a:solidFill>
                  <a:srgbClr val="1D2E49"/>
                </a:solidFill>
                <a:latin typeface="微软雅黑" panose="020B0503020204020204" pitchFamily="34" charset="-122"/>
                <a:ea typeface="微软雅黑" panose="020B0503020204020204" pitchFamily="34" charset="-122"/>
              </a:rPr>
              <a:t>先发散：列出至少10个候选想法；不打分、不否定、不急于合并。</a:t>
            </a:r>
          </a:p>
        </p:txBody>
      </p:sp>
      <p:sp>
        <p:nvSpPr>
          <p:cNvPr id="24" name="prompt-step-4">
            <a:extLst>
              <a:ext uri="{FF2B5EF4-FFF2-40B4-BE49-F238E27FC236}">
                <a16:creationId xmlns:a16="http://schemas.microsoft.com/office/drawing/2014/main" id="{2689D08C-2667-413D-B559-C732D3F11769}"/>
              </a:ext>
            </a:extLst>
          </p:cNvPr>
          <p:cNvSpPr>
            <a:spLocks noGrp="1"/>
          </p:cNvSpPr>
          <p:nvPr/>
        </p:nvSpPr>
        <p:spPr>
          <a:xfrm>
            <a:off x="828675" y="4686300"/>
            <a:ext cx="190500" cy="190500"/>
          </a:xfrm>
          <a:prstGeom prst="ellipse">
            <a:avLst/>
          </a:prstGeom>
          <a:solidFill>
            <a:srgbClr val="D78900"/>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prompt-step-num-4">
            <a:extLst>
              <a:ext uri="{FF2B5EF4-FFF2-40B4-BE49-F238E27FC236}">
                <a16:creationId xmlns:a16="http://schemas.microsoft.com/office/drawing/2014/main" id="{F5F70356-3781-4828-989E-CC190D6F5362}"/>
              </a:ext>
            </a:extLst>
          </p:cNvPr>
          <p:cNvSpPr>
            <a:spLocks noGrp="1"/>
          </p:cNvSpPr>
          <p:nvPr/>
        </p:nvSpPr>
        <p:spPr>
          <a:xfrm>
            <a:off x="828675" y="4686300"/>
            <a:ext cx="190500" cy="190500"/>
          </a:xfrm>
          <a:prstGeom prst="rect">
            <a:avLst/>
          </a:prstGeom>
          <a:noFill/>
          <a:ln w="0">
            <a:noFill/>
          </a:ln>
        </p:spPr>
        <p:txBody>
          <a:bodyPr anchor="ctr"/>
          <a:lstStyle/>
          <a:p>
            <a:pPr algn="ctr">
              <a:lnSpc>
                <a:spcPct val="108000"/>
              </a:lnSpc>
              <a:buNone/>
              <a:defRPr sz="863" b="1">
                <a:solidFill>
                  <a:srgbClr val="FFFFFF"/>
                </a:solidFill>
              </a:defRPr>
            </a:pPr>
            <a:r>
              <a:rPr sz="863" b="1">
                <a:solidFill>
                  <a:srgbClr val="FFFFFF"/>
                </a:solidFill>
                <a:latin typeface="微软雅黑" panose="020B0503020204020204" pitchFamily="34" charset="-122"/>
                <a:ea typeface="微软雅黑" panose="020B0503020204020204" pitchFamily="34" charset="-122"/>
              </a:rPr>
              <a:t>4</a:t>
            </a:r>
          </a:p>
        </p:txBody>
      </p:sp>
      <p:sp>
        <p:nvSpPr>
          <p:cNvPr id="26" name="prompt-step-text-4">
            <a:extLst>
              <a:ext uri="{FF2B5EF4-FFF2-40B4-BE49-F238E27FC236}">
                <a16:creationId xmlns:a16="http://schemas.microsoft.com/office/drawing/2014/main" id="{6A538756-E47F-4E31-9E85-FE0CD324092F}"/>
              </a:ext>
            </a:extLst>
          </p:cNvPr>
          <p:cNvSpPr>
            <a:spLocks noGrp="1"/>
          </p:cNvSpPr>
          <p:nvPr/>
        </p:nvSpPr>
        <p:spPr>
          <a:xfrm>
            <a:off x="1104900" y="4676775"/>
            <a:ext cx="7458075" cy="238125"/>
          </a:xfrm>
          <a:prstGeom prst="rect">
            <a:avLst/>
          </a:prstGeom>
          <a:noFill/>
          <a:ln w="0">
            <a:noFill/>
          </a:ln>
        </p:spPr>
        <p:txBody>
          <a:bodyPr anchor="t"/>
          <a:lstStyle/>
          <a:p>
            <a:pPr algn="l">
              <a:lnSpc>
                <a:spcPct val="101000"/>
              </a:lnSpc>
              <a:buNone/>
              <a:defRPr sz="1073" b="0">
                <a:solidFill>
                  <a:srgbClr val="1D2E49"/>
                </a:solidFill>
              </a:defRPr>
            </a:pPr>
            <a:r>
              <a:rPr sz="1073" b="0">
                <a:solidFill>
                  <a:srgbClr val="1D2E49"/>
                </a:solidFill>
                <a:latin typeface="微软雅黑" panose="020B0503020204020204" pitchFamily="34" charset="-122"/>
                <a:ea typeface="微软雅黑" panose="020B0503020204020204" pitchFamily="34" charset="-122"/>
              </a:rPr>
              <a:t>双检验：再检查是否推动目标、守住约束；不符合的标“需要调整”，不要删除。</a:t>
            </a:r>
          </a:p>
        </p:txBody>
      </p:sp>
      <p:sp>
        <p:nvSpPr>
          <p:cNvPr id="27" name="prompt-step-5">
            <a:extLst>
              <a:ext uri="{FF2B5EF4-FFF2-40B4-BE49-F238E27FC236}">
                <a16:creationId xmlns:a16="http://schemas.microsoft.com/office/drawing/2014/main" id="{9CFAC0BC-37B9-46D1-A304-DA97FE93F643}"/>
              </a:ext>
            </a:extLst>
          </p:cNvPr>
          <p:cNvSpPr>
            <a:spLocks noGrp="1"/>
          </p:cNvSpPr>
          <p:nvPr/>
        </p:nvSpPr>
        <p:spPr>
          <a:xfrm>
            <a:off x="828675" y="4933950"/>
            <a:ext cx="190500" cy="190500"/>
          </a:xfrm>
          <a:prstGeom prst="ellipse">
            <a:avLst/>
          </a:prstGeom>
          <a:solidFill>
            <a:srgbClr val="5BAE00"/>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prompt-step-num-5">
            <a:extLst>
              <a:ext uri="{FF2B5EF4-FFF2-40B4-BE49-F238E27FC236}">
                <a16:creationId xmlns:a16="http://schemas.microsoft.com/office/drawing/2014/main" id="{ECEFDD0A-2231-49C0-A80F-0873F98E0B3E}"/>
              </a:ext>
            </a:extLst>
          </p:cNvPr>
          <p:cNvSpPr>
            <a:spLocks noGrp="1"/>
          </p:cNvSpPr>
          <p:nvPr/>
        </p:nvSpPr>
        <p:spPr>
          <a:xfrm>
            <a:off x="828675" y="4933950"/>
            <a:ext cx="190500" cy="190500"/>
          </a:xfrm>
          <a:prstGeom prst="rect">
            <a:avLst/>
          </a:prstGeom>
          <a:noFill/>
          <a:ln w="0">
            <a:noFill/>
          </a:ln>
        </p:spPr>
        <p:txBody>
          <a:bodyPr anchor="ctr"/>
          <a:lstStyle/>
          <a:p>
            <a:pPr algn="ctr">
              <a:lnSpc>
                <a:spcPct val="108000"/>
              </a:lnSpc>
              <a:buNone/>
              <a:defRPr sz="863" b="1">
                <a:solidFill>
                  <a:srgbClr val="FFFFFF"/>
                </a:solidFill>
              </a:defRPr>
            </a:pPr>
            <a:r>
              <a:rPr sz="863" b="1">
                <a:solidFill>
                  <a:srgbClr val="FFFFFF"/>
                </a:solidFill>
                <a:latin typeface="微软雅黑" panose="020B0503020204020204" pitchFamily="34" charset="-122"/>
                <a:ea typeface="微软雅黑" panose="020B0503020204020204" pitchFamily="34" charset="-122"/>
              </a:rPr>
              <a:t>5</a:t>
            </a:r>
          </a:p>
        </p:txBody>
      </p:sp>
      <p:sp>
        <p:nvSpPr>
          <p:cNvPr id="29" name="prompt-step-text-5">
            <a:extLst>
              <a:ext uri="{FF2B5EF4-FFF2-40B4-BE49-F238E27FC236}">
                <a16:creationId xmlns:a16="http://schemas.microsoft.com/office/drawing/2014/main" id="{3222A707-83E0-4B68-BCDD-72A3CF3DB0B7}"/>
              </a:ext>
            </a:extLst>
          </p:cNvPr>
          <p:cNvSpPr>
            <a:spLocks noGrp="1"/>
          </p:cNvSpPr>
          <p:nvPr/>
        </p:nvSpPr>
        <p:spPr>
          <a:xfrm>
            <a:off x="1104900" y="4924425"/>
            <a:ext cx="7458075" cy="238125"/>
          </a:xfrm>
          <a:prstGeom prst="rect">
            <a:avLst/>
          </a:prstGeom>
          <a:noFill/>
          <a:ln w="0">
            <a:noFill/>
          </a:ln>
        </p:spPr>
        <p:txBody>
          <a:bodyPr anchor="t"/>
          <a:lstStyle/>
          <a:p>
            <a:pPr algn="l">
              <a:lnSpc>
                <a:spcPct val="101000"/>
              </a:lnSpc>
              <a:buNone/>
              <a:defRPr sz="1073" b="0">
                <a:solidFill>
                  <a:srgbClr val="1D2E49"/>
                </a:solidFill>
              </a:defRPr>
            </a:pPr>
            <a:r>
              <a:rPr sz="1073" b="0">
                <a:solidFill>
                  <a:srgbClr val="1D2E49"/>
                </a:solidFill>
                <a:latin typeface="微软雅黑" panose="020B0503020204020204" pitchFamily="34" charset="-122"/>
                <a:ea typeface="微软雅黑" panose="020B0503020204020204" pitchFamily="34" charset="-122"/>
              </a:rPr>
              <a:t>再迭代：选3个值得验证的想法，各提出1个下一轮变化问题。</a:t>
            </a:r>
          </a:p>
        </p:txBody>
      </p:sp>
      <p:sp>
        <p:nvSpPr>
          <p:cNvPr id="30" name="output-label">
            <a:extLst>
              <a:ext uri="{FF2B5EF4-FFF2-40B4-BE49-F238E27FC236}">
                <a16:creationId xmlns:a16="http://schemas.microsoft.com/office/drawing/2014/main" id="{6D7B7F0B-40B5-4896-A9E9-A3204562089A}"/>
              </a:ext>
            </a:extLst>
          </p:cNvPr>
          <p:cNvSpPr>
            <a:spLocks noGrp="1"/>
          </p:cNvSpPr>
          <p:nvPr/>
        </p:nvSpPr>
        <p:spPr>
          <a:xfrm>
            <a:off x="828675" y="5219700"/>
            <a:ext cx="1524000" cy="247650"/>
          </a:xfrm>
          <a:prstGeom prst="rect">
            <a:avLst/>
          </a:prstGeom>
          <a:noFill/>
          <a:ln w="0">
            <a:noFill/>
          </a:ln>
        </p:spPr>
        <p:txBody>
          <a:bodyPr anchor="ctr"/>
          <a:lstStyle/>
          <a:p>
            <a:pPr algn="l">
              <a:lnSpc>
                <a:spcPct val="108000"/>
              </a:lnSpc>
              <a:buNone/>
              <a:defRPr sz="1275" b="1">
                <a:solidFill>
                  <a:srgbClr val="5BAE00"/>
                </a:solidFill>
              </a:defRPr>
            </a:pPr>
            <a:r>
              <a:rPr sz="1275" b="1">
                <a:solidFill>
                  <a:srgbClr val="5BAE00"/>
                </a:solidFill>
                <a:latin typeface="微软雅黑" panose="020B0503020204020204" pitchFamily="34" charset="-122"/>
                <a:ea typeface="微软雅黑" panose="020B0503020204020204" pitchFamily="34" charset="-122"/>
              </a:rPr>
              <a:t>【输出格式】</a:t>
            </a:r>
          </a:p>
        </p:txBody>
      </p:sp>
      <p:sp>
        <p:nvSpPr>
          <p:cNvPr id="31" name="output-text">
            <a:extLst>
              <a:ext uri="{FF2B5EF4-FFF2-40B4-BE49-F238E27FC236}">
                <a16:creationId xmlns:a16="http://schemas.microsoft.com/office/drawing/2014/main" id="{8556326C-A056-4C64-9357-358AA9E92736}"/>
              </a:ext>
            </a:extLst>
          </p:cNvPr>
          <p:cNvSpPr>
            <a:spLocks noGrp="1"/>
          </p:cNvSpPr>
          <p:nvPr/>
        </p:nvSpPr>
        <p:spPr>
          <a:xfrm>
            <a:off x="828675" y="5486400"/>
            <a:ext cx="7734300" cy="409575"/>
          </a:xfrm>
          <a:prstGeom prst="rect">
            <a:avLst/>
          </a:prstGeom>
          <a:noFill/>
          <a:ln w="0">
            <a:noFill/>
          </a:ln>
        </p:spPr>
        <p:txBody>
          <a:bodyPr anchor="t"/>
          <a:lstStyle/>
          <a:p>
            <a:pPr algn="l">
              <a:lnSpc>
                <a:spcPct val="102000"/>
              </a:lnSpc>
              <a:buNone/>
              <a:defRPr sz="1080" b="0">
                <a:solidFill>
                  <a:srgbClr val="1D2E49"/>
                </a:solidFill>
              </a:defRPr>
            </a:pPr>
            <a:r>
              <a:rPr sz="1080" b="0">
                <a:solidFill>
                  <a:srgbClr val="1D2E49"/>
                </a:solidFill>
                <a:latin typeface="微软雅黑" panose="020B0503020204020204" pitchFamily="34" charset="-122"/>
                <a:ea typeface="微软雅黑" panose="020B0503020204020204" pitchFamily="34" charset="-122"/>
              </a:rPr>
              <a:t>表格：编号｜5W焦点｜SCAMPER动作｜候选想法｜改善机制｜约束风险。</a:t>
            </a:r>
          </a:p>
          <a:p>
            <a:pPr algn="l">
              <a:lnSpc>
                <a:spcPct val="102000"/>
              </a:lnSpc>
              <a:buNone/>
              <a:defRPr sz="1080" b="0">
                <a:solidFill>
                  <a:srgbClr val="1D2E49"/>
                </a:solidFill>
              </a:defRPr>
            </a:pPr>
            <a:r>
              <a:rPr sz="1080" b="0">
                <a:solidFill>
                  <a:srgbClr val="1D2E49"/>
                </a:solidFill>
                <a:latin typeface="微软雅黑" panose="020B0503020204020204" pitchFamily="34" charset="-122"/>
                <a:ea typeface="微软雅黑" panose="020B0503020204020204" pitchFamily="34" charset="-122"/>
              </a:rPr>
              <a:t>结尾：3个优先验证想法＋理由＋需补证据。信息不足先问最多3个澄清问题；不要给唯一答案。</a:t>
            </a:r>
          </a:p>
        </p:txBody>
      </p:sp>
      <p:sp>
        <p:nvSpPr>
          <p:cNvPr id="32" name="usage-surface">
            <a:extLst>
              <a:ext uri="{FF2B5EF4-FFF2-40B4-BE49-F238E27FC236}">
                <a16:creationId xmlns:a16="http://schemas.microsoft.com/office/drawing/2014/main" id="{A719601D-6DB3-4B46-A8E9-221B38253BBB}"/>
              </a:ext>
            </a:extLst>
          </p:cNvPr>
          <p:cNvSpPr>
            <a:spLocks noGrp="1"/>
          </p:cNvSpPr>
          <p:nvPr/>
        </p:nvSpPr>
        <p:spPr>
          <a:xfrm>
            <a:off x="8953500" y="1666875"/>
            <a:ext cx="2609850" cy="4295775"/>
          </a:xfrm>
          <a:prstGeom prst="roundRect">
            <a:avLst>
              <a:gd name="adj" fmla="val 2920"/>
            </a:avLst>
          </a:prstGeom>
          <a:solidFill>
            <a:srgbClr val="FFFFFF"/>
          </a:solidFill>
          <a:ln w="11430">
            <a:solidFill>
              <a:srgbClr val="76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usage-title">
            <a:extLst>
              <a:ext uri="{FF2B5EF4-FFF2-40B4-BE49-F238E27FC236}">
                <a16:creationId xmlns:a16="http://schemas.microsoft.com/office/drawing/2014/main" id="{1E2E7ED1-F5FA-4C93-87F2-931CF6265585}"/>
              </a:ext>
            </a:extLst>
          </p:cNvPr>
          <p:cNvSpPr>
            <a:spLocks noGrp="1"/>
          </p:cNvSpPr>
          <p:nvPr/>
        </p:nvSpPr>
        <p:spPr>
          <a:xfrm>
            <a:off x="9163050" y="1828800"/>
            <a:ext cx="2095500" cy="285750"/>
          </a:xfrm>
          <a:prstGeom prst="rect">
            <a:avLst/>
          </a:prstGeom>
          <a:noFill/>
          <a:ln w="0">
            <a:noFill/>
          </a:ln>
        </p:spPr>
        <p:txBody>
          <a:bodyPr anchor="ctr"/>
          <a:lstStyle/>
          <a:p>
            <a:pPr algn="l">
              <a:lnSpc>
                <a:spcPct val="108000"/>
              </a:lnSpc>
              <a:buNone/>
              <a:defRPr sz="1500" b="1">
                <a:solidFill>
                  <a:srgbClr val="5BAE00"/>
                </a:solidFill>
              </a:defRPr>
            </a:pPr>
            <a:r>
              <a:rPr sz="1500" b="1">
                <a:solidFill>
                  <a:srgbClr val="5BAE00"/>
                </a:solidFill>
                <a:latin typeface="微软雅黑" panose="020B0503020204020204" pitchFamily="34" charset="-122"/>
                <a:ea typeface="微软雅黑" panose="020B0503020204020204" pitchFamily="34" charset="-122"/>
              </a:rPr>
              <a:t>课堂使用方式</a:t>
            </a:r>
          </a:p>
        </p:txBody>
      </p:sp>
      <p:sp>
        <p:nvSpPr>
          <p:cNvPr id="34" name="usage-rule">
            <a:extLst>
              <a:ext uri="{FF2B5EF4-FFF2-40B4-BE49-F238E27FC236}">
                <a16:creationId xmlns:a16="http://schemas.microsoft.com/office/drawing/2014/main" id="{098D589F-DFBF-4162-95CD-041CC482BA6A}"/>
              </a:ext>
            </a:extLst>
          </p:cNvPr>
          <p:cNvSpPr>
            <a:spLocks noGrp="1"/>
          </p:cNvSpPr>
          <p:nvPr/>
        </p:nvSpPr>
        <p:spPr>
          <a:xfrm>
            <a:off x="9144000" y="2162175"/>
            <a:ext cx="2209800" cy="0"/>
          </a:xfrm>
          <a:prstGeom prst="line">
            <a:avLst/>
          </a:prstGeom>
          <a:noFill/>
          <a:ln w="11430">
            <a:solidFill>
              <a:srgbClr val="76C6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step-1">
            <a:extLst>
              <a:ext uri="{FF2B5EF4-FFF2-40B4-BE49-F238E27FC236}">
                <a16:creationId xmlns:a16="http://schemas.microsoft.com/office/drawing/2014/main" id="{89BD3215-6B0B-4D7E-B107-D87519C2617B}"/>
              </a:ext>
            </a:extLst>
          </p:cNvPr>
          <p:cNvSpPr>
            <a:spLocks noGrp="1"/>
          </p:cNvSpPr>
          <p:nvPr/>
        </p:nvSpPr>
        <p:spPr>
          <a:xfrm>
            <a:off x="9163050" y="2324100"/>
            <a:ext cx="276225" cy="276225"/>
          </a:xfrm>
          <a:prstGeom prst="ellipse">
            <a:avLst/>
          </a:prstGeom>
          <a:solidFill>
            <a:srgbClr val="3478E5"/>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step-num-1">
            <a:extLst>
              <a:ext uri="{FF2B5EF4-FFF2-40B4-BE49-F238E27FC236}">
                <a16:creationId xmlns:a16="http://schemas.microsoft.com/office/drawing/2014/main" id="{3A348FDF-C794-4FD7-B005-7BA2BBEB4A25}"/>
              </a:ext>
            </a:extLst>
          </p:cNvPr>
          <p:cNvSpPr>
            <a:spLocks noGrp="1"/>
          </p:cNvSpPr>
          <p:nvPr/>
        </p:nvSpPr>
        <p:spPr>
          <a:xfrm>
            <a:off x="9163050" y="2324100"/>
            <a:ext cx="276225" cy="276225"/>
          </a:xfrm>
          <a:prstGeom prst="rect">
            <a:avLst/>
          </a:prstGeom>
          <a:noFill/>
          <a:ln w="0">
            <a:noFill/>
          </a:ln>
        </p:spPr>
        <p:txBody>
          <a:bodyPr anchor="ctr"/>
          <a:lstStyle/>
          <a:p>
            <a:pPr algn="ctr">
              <a:lnSpc>
                <a:spcPct val="108000"/>
              </a:lnSpc>
              <a:buNone/>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1</a:t>
            </a:r>
          </a:p>
        </p:txBody>
      </p:sp>
      <p:sp>
        <p:nvSpPr>
          <p:cNvPr id="37" name="step-text-1">
            <a:extLst>
              <a:ext uri="{FF2B5EF4-FFF2-40B4-BE49-F238E27FC236}">
                <a16:creationId xmlns:a16="http://schemas.microsoft.com/office/drawing/2014/main" id="{ED6C5B6D-9975-44C2-A9B6-86C360429046}"/>
              </a:ext>
            </a:extLst>
          </p:cNvPr>
          <p:cNvSpPr>
            <a:spLocks noGrp="1"/>
          </p:cNvSpPr>
          <p:nvPr/>
        </p:nvSpPr>
        <p:spPr>
          <a:xfrm>
            <a:off x="9544050" y="2314575"/>
            <a:ext cx="1724025" cy="295275"/>
          </a:xfrm>
          <a:prstGeom prst="rect">
            <a:avLst/>
          </a:prstGeom>
          <a:noFill/>
          <a:ln w="0">
            <a:noFill/>
          </a:ln>
        </p:spPr>
        <p:txBody>
          <a:bodyPr anchor="ctr"/>
          <a:lstStyle/>
          <a:p>
            <a:pPr algn="l">
              <a:lnSpc>
                <a:spcPct val="108000"/>
              </a:lnSpc>
              <a:buNone/>
              <a:defRPr sz="1200" b="0">
                <a:solidFill>
                  <a:srgbClr val="1D2E49"/>
                </a:solidFill>
              </a:defRPr>
            </a:pPr>
            <a:r>
              <a:rPr sz="1200" b="0">
                <a:solidFill>
                  <a:srgbClr val="1D2E49"/>
                </a:solidFill>
                <a:latin typeface="微软雅黑" panose="020B0503020204020204" pitchFamily="34" charset="-122"/>
                <a:ea typeface="微软雅黑" panose="020B0503020204020204" pitchFamily="34" charset="-122"/>
              </a:rPr>
              <a:t>先填写四项输入</a:t>
            </a:r>
          </a:p>
        </p:txBody>
      </p:sp>
      <p:sp>
        <p:nvSpPr>
          <p:cNvPr id="38" name="step-2">
            <a:extLst>
              <a:ext uri="{FF2B5EF4-FFF2-40B4-BE49-F238E27FC236}">
                <a16:creationId xmlns:a16="http://schemas.microsoft.com/office/drawing/2014/main" id="{40EF69C2-2111-4CD3-9ADE-3DEFBEFB146F}"/>
              </a:ext>
            </a:extLst>
          </p:cNvPr>
          <p:cNvSpPr>
            <a:spLocks noGrp="1"/>
          </p:cNvSpPr>
          <p:nvPr/>
        </p:nvSpPr>
        <p:spPr>
          <a:xfrm>
            <a:off x="9163050" y="2771775"/>
            <a:ext cx="276225" cy="276225"/>
          </a:xfrm>
          <a:prstGeom prst="ellipse">
            <a:avLst/>
          </a:prstGeom>
          <a:solidFill>
            <a:srgbClr val="12A7BD"/>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step-num-2">
            <a:extLst>
              <a:ext uri="{FF2B5EF4-FFF2-40B4-BE49-F238E27FC236}">
                <a16:creationId xmlns:a16="http://schemas.microsoft.com/office/drawing/2014/main" id="{69BB734B-A5DE-4E7E-839D-CB8BB3E8EBE7}"/>
              </a:ext>
            </a:extLst>
          </p:cNvPr>
          <p:cNvSpPr>
            <a:spLocks noGrp="1"/>
          </p:cNvSpPr>
          <p:nvPr/>
        </p:nvSpPr>
        <p:spPr>
          <a:xfrm>
            <a:off x="9163050" y="2771775"/>
            <a:ext cx="276225" cy="276225"/>
          </a:xfrm>
          <a:prstGeom prst="rect">
            <a:avLst/>
          </a:prstGeom>
          <a:noFill/>
          <a:ln w="0">
            <a:noFill/>
          </a:ln>
        </p:spPr>
        <p:txBody>
          <a:bodyPr anchor="ctr"/>
          <a:lstStyle/>
          <a:p>
            <a:pPr algn="ctr">
              <a:lnSpc>
                <a:spcPct val="108000"/>
              </a:lnSpc>
              <a:buNone/>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2</a:t>
            </a:r>
          </a:p>
        </p:txBody>
      </p:sp>
      <p:sp>
        <p:nvSpPr>
          <p:cNvPr id="40" name="step-text-2">
            <a:extLst>
              <a:ext uri="{FF2B5EF4-FFF2-40B4-BE49-F238E27FC236}">
                <a16:creationId xmlns:a16="http://schemas.microsoft.com/office/drawing/2014/main" id="{870CD1ED-FD80-4277-BF2A-F178491AA65C}"/>
              </a:ext>
            </a:extLst>
          </p:cNvPr>
          <p:cNvSpPr>
            <a:spLocks noGrp="1"/>
          </p:cNvSpPr>
          <p:nvPr/>
        </p:nvSpPr>
        <p:spPr>
          <a:xfrm>
            <a:off x="9544050" y="2762250"/>
            <a:ext cx="1724025" cy="295275"/>
          </a:xfrm>
          <a:prstGeom prst="rect">
            <a:avLst/>
          </a:prstGeom>
          <a:noFill/>
          <a:ln w="0">
            <a:noFill/>
          </a:ln>
        </p:spPr>
        <p:txBody>
          <a:bodyPr anchor="ctr"/>
          <a:lstStyle/>
          <a:p>
            <a:pPr algn="l">
              <a:lnSpc>
                <a:spcPct val="108000"/>
              </a:lnSpc>
              <a:buNone/>
              <a:defRPr sz="1200" b="0">
                <a:solidFill>
                  <a:srgbClr val="1D2E49"/>
                </a:solidFill>
              </a:defRPr>
            </a:pPr>
            <a:r>
              <a:rPr sz="1200" b="0">
                <a:solidFill>
                  <a:srgbClr val="1D2E49"/>
                </a:solidFill>
                <a:latin typeface="微软雅黑" panose="020B0503020204020204" pitchFamily="34" charset="-122"/>
                <a:ea typeface="微软雅黑" panose="020B0503020204020204" pitchFamily="34" charset="-122"/>
              </a:rPr>
              <a:t>整段复制给AI</a:t>
            </a:r>
          </a:p>
        </p:txBody>
      </p:sp>
      <p:sp>
        <p:nvSpPr>
          <p:cNvPr id="41" name="step-3">
            <a:extLst>
              <a:ext uri="{FF2B5EF4-FFF2-40B4-BE49-F238E27FC236}">
                <a16:creationId xmlns:a16="http://schemas.microsoft.com/office/drawing/2014/main" id="{69A163B6-66BA-42B2-A0A8-A3F545C960EA}"/>
              </a:ext>
            </a:extLst>
          </p:cNvPr>
          <p:cNvSpPr>
            <a:spLocks noGrp="1"/>
          </p:cNvSpPr>
          <p:nvPr/>
        </p:nvSpPr>
        <p:spPr>
          <a:xfrm>
            <a:off x="9163050" y="3219450"/>
            <a:ext cx="276225" cy="276225"/>
          </a:xfrm>
          <a:prstGeom prst="ellipse">
            <a:avLst/>
          </a:prstGeom>
          <a:solidFill>
            <a:srgbClr val="7457C8"/>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step-num-3">
            <a:extLst>
              <a:ext uri="{FF2B5EF4-FFF2-40B4-BE49-F238E27FC236}">
                <a16:creationId xmlns:a16="http://schemas.microsoft.com/office/drawing/2014/main" id="{2023C8CA-82B5-4396-87CB-461F91A8EC2E}"/>
              </a:ext>
            </a:extLst>
          </p:cNvPr>
          <p:cNvSpPr>
            <a:spLocks noGrp="1"/>
          </p:cNvSpPr>
          <p:nvPr/>
        </p:nvSpPr>
        <p:spPr>
          <a:xfrm>
            <a:off x="9163050" y="3219450"/>
            <a:ext cx="276225" cy="276225"/>
          </a:xfrm>
          <a:prstGeom prst="rect">
            <a:avLst/>
          </a:prstGeom>
          <a:noFill/>
          <a:ln w="0">
            <a:noFill/>
          </a:ln>
        </p:spPr>
        <p:txBody>
          <a:bodyPr anchor="ctr"/>
          <a:lstStyle/>
          <a:p>
            <a:pPr algn="ctr">
              <a:lnSpc>
                <a:spcPct val="108000"/>
              </a:lnSpc>
              <a:buNone/>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3</a:t>
            </a:r>
          </a:p>
        </p:txBody>
      </p:sp>
      <p:sp>
        <p:nvSpPr>
          <p:cNvPr id="43" name="step-text-3">
            <a:extLst>
              <a:ext uri="{FF2B5EF4-FFF2-40B4-BE49-F238E27FC236}">
                <a16:creationId xmlns:a16="http://schemas.microsoft.com/office/drawing/2014/main" id="{D370CAA5-647D-4FE7-9261-22D8EA19D5EC}"/>
              </a:ext>
            </a:extLst>
          </p:cNvPr>
          <p:cNvSpPr>
            <a:spLocks noGrp="1"/>
          </p:cNvSpPr>
          <p:nvPr/>
        </p:nvSpPr>
        <p:spPr>
          <a:xfrm>
            <a:off x="9544050" y="3209925"/>
            <a:ext cx="1724025" cy="295275"/>
          </a:xfrm>
          <a:prstGeom prst="rect">
            <a:avLst/>
          </a:prstGeom>
          <a:noFill/>
          <a:ln w="0">
            <a:noFill/>
          </a:ln>
        </p:spPr>
        <p:txBody>
          <a:bodyPr anchor="ctr"/>
          <a:lstStyle/>
          <a:p>
            <a:pPr algn="l">
              <a:lnSpc>
                <a:spcPct val="108000"/>
              </a:lnSpc>
              <a:buNone/>
              <a:defRPr sz="1200" b="0">
                <a:solidFill>
                  <a:srgbClr val="1D2E49"/>
                </a:solidFill>
              </a:defRPr>
            </a:pPr>
            <a:r>
              <a:rPr sz="1200" b="0">
                <a:solidFill>
                  <a:srgbClr val="1D2E49"/>
                </a:solidFill>
                <a:latin typeface="微软雅黑" panose="020B0503020204020204" pitchFamily="34" charset="-122"/>
                <a:ea typeface="微软雅黑" panose="020B0503020204020204" pitchFamily="34" charset="-122"/>
              </a:rPr>
              <a:t>回答澄清问题</a:t>
            </a:r>
          </a:p>
        </p:txBody>
      </p:sp>
      <p:sp>
        <p:nvSpPr>
          <p:cNvPr id="44" name="step-4">
            <a:extLst>
              <a:ext uri="{FF2B5EF4-FFF2-40B4-BE49-F238E27FC236}">
                <a16:creationId xmlns:a16="http://schemas.microsoft.com/office/drawing/2014/main" id="{5EDC1DDE-9695-432D-A909-E4399FA580BD}"/>
              </a:ext>
            </a:extLst>
          </p:cNvPr>
          <p:cNvSpPr>
            <a:spLocks noGrp="1"/>
          </p:cNvSpPr>
          <p:nvPr/>
        </p:nvSpPr>
        <p:spPr>
          <a:xfrm>
            <a:off x="9163050" y="3667125"/>
            <a:ext cx="276225" cy="276225"/>
          </a:xfrm>
          <a:prstGeom prst="ellipse">
            <a:avLst/>
          </a:prstGeom>
          <a:solidFill>
            <a:srgbClr val="D78900"/>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step-num-4">
            <a:extLst>
              <a:ext uri="{FF2B5EF4-FFF2-40B4-BE49-F238E27FC236}">
                <a16:creationId xmlns:a16="http://schemas.microsoft.com/office/drawing/2014/main" id="{C6868257-9F0E-46A9-A65F-732851D9DAFE}"/>
              </a:ext>
            </a:extLst>
          </p:cNvPr>
          <p:cNvSpPr>
            <a:spLocks noGrp="1"/>
          </p:cNvSpPr>
          <p:nvPr/>
        </p:nvSpPr>
        <p:spPr>
          <a:xfrm>
            <a:off x="9163050" y="3667125"/>
            <a:ext cx="276225" cy="276225"/>
          </a:xfrm>
          <a:prstGeom prst="rect">
            <a:avLst/>
          </a:prstGeom>
          <a:noFill/>
          <a:ln w="0">
            <a:noFill/>
          </a:ln>
        </p:spPr>
        <p:txBody>
          <a:bodyPr anchor="ctr"/>
          <a:lstStyle/>
          <a:p>
            <a:pPr algn="ctr">
              <a:lnSpc>
                <a:spcPct val="108000"/>
              </a:lnSpc>
              <a:buNone/>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4</a:t>
            </a:r>
          </a:p>
        </p:txBody>
      </p:sp>
      <p:sp>
        <p:nvSpPr>
          <p:cNvPr id="46" name="step-text-4">
            <a:extLst>
              <a:ext uri="{FF2B5EF4-FFF2-40B4-BE49-F238E27FC236}">
                <a16:creationId xmlns:a16="http://schemas.microsoft.com/office/drawing/2014/main" id="{693DAEA1-0A57-48E4-9B84-3968BF984673}"/>
              </a:ext>
            </a:extLst>
          </p:cNvPr>
          <p:cNvSpPr>
            <a:spLocks noGrp="1"/>
          </p:cNvSpPr>
          <p:nvPr/>
        </p:nvSpPr>
        <p:spPr>
          <a:xfrm>
            <a:off x="9544050" y="3657600"/>
            <a:ext cx="1724025" cy="295275"/>
          </a:xfrm>
          <a:prstGeom prst="rect">
            <a:avLst/>
          </a:prstGeom>
          <a:noFill/>
          <a:ln w="0">
            <a:noFill/>
          </a:ln>
        </p:spPr>
        <p:txBody>
          <a:bodyPr anchor="ctr"/>
          <a:lstStyle/>
          <a:p>
            <a:pPr algn="l">
              <a:lnSpc>
                <a:spcPct val="108000"/>
              </a:lnSpc>
              <a:buNone/>
              <a:defRPr sz="1200" b="1">
                <a:solidFill>
                  <a:srgbClr val="1D2E49"/>
                </a:solidFill>
              </a:defRPr>
            </a:pPr>
            <a:r>
              <a:rPr sz="1200" b="1">
                <a:solidFill>
                  <a:srgbClr val="1D2E49"/>
                </a:solidFill>
                <a:latin typeface="微软雅黑" panose="020B0503020204020204" pitchFamily="34" charset="-122"/>
                <a:ea typeface="微软雅黑" panose="020B0503020204020204" pitchFamily="34" charset="-122"/>
              </a:rPr>
              <a:t>先收集，不评价</a:t>
            </a:r>
          </a:p>
        </p:txBody>
      </p:sp>
      <p:sp>
        <p:nvSpPr>
          <p:cNvPr id="47" name="step-5">
            <a:extLst>
              <a:ext uri="{FF2B5EF4-FFF2-40B4-BE49-F238E27FC236}">
                <a16:creationId xmlns:a16="http://schemas.microsoft.com/office/drawing/2014/main" id="{D5A22AAE-E096-482E-9002-842123DF0859}"/>
              </a:ext>
            </a:extLst>
          </p:cNvPr>
          <p:cNvSpPr>
            <a:spLocks noGrp="1"/>
          </p:cNvSpPr>
          <p:nvPr/>
        </p:nvSpPr>
        <p:spPr>
          <a:xfrm>
            <a:off x="9163050" y="4114800"/>
            <a:ext cx="276225" cy="276225"/>
          </a:xfrm>
          <a:prstGeom prst="ellipse">
            <a:avLst/>
          </a:prstGeom>
          <a:solidFill>
            <a:srgbClr val="5BAE00"/>
          </a:solidFill>
          <a:ln w="0">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step-num-5">
            <a:extLst>
              <a:ext uri="{FF2B5EF4-FFF2-40B4-BE49-F238E27FC236}">
                <a16:creationId xmlns:a16="http://schemas.microsoft.com/office/drawing/2014/main" id="{E5E29CE8-BA1B-41A4-BAEE-4EE7247D16E5}"/>
              </a:ext>
            </a:extLst>
          </p:cNvPr>
          <p:cNvSpPr>
            <a:spLocks noGrp="1"/>
          </p:cNvSpPr>
          <p:nvPr/>
        </p:nvSpPr>
        <p:spPr>
          <a:xfrm>
            <a:off x="9163050" y="4114800"/>
            <a:ext cx="276225" cy="276225"/>
          </a:xfrm>
          <a:prstGeom prst="rect">
            <a:avLst/>
          </a:prstGeom>
          <a:noFill/>
          <a:ln w="0">
            <a:noFill/>
          </a:ln>
        </p:spPr>
        <p:txBody>
          <a:bodyPr anchor="ctr"/>
          <a:lstStyle/>
          <a:p>
            <a:pPr algn="ctr">
              <a:lnSpc>
                <a:spcPct val="108000"/>
              </a:lnSpc>
              <a:buNone/>
              <a:defRPr sz="1125" b="1">
                <a:solidFill>
                  <a:srgbClr val="FFFFFF"/>
                </a:solidFill>
              </a:defRPr>
            </a:pPr>
            <a:r>
              <a:rPr sz="1125" b="1">
                <a:solidFill>
                  <a:srgbClr val="FFFFFF"/>
                </a:solidFill>
                <a:latin typeface="微软雅黑" panose="020B0503020204020204" pitchFamily="34" charset="-122"/>
                <a:ea typeface="微软雅黑" panose="020B0503020204020204" pitchFamily="34" charset="-122"/>
              </a:rPr>
              <a:t>5</a:t>
            </a:r>
          </a:p>
        </p:txBody>
      </p:sp>
      <p:sp>
        <p:nvSpPr>
          <p:cNvPr id="49" name="step-text-5">
            <a:extLst>
              <a:ext uri="{FF2B5EF4-FFF2-40B4-BE49-F238E27FC236}">
                <a16:creationId xmlns:a16="http://schemas.microsoft.com/office/drawing/2014/main" id="{15A9FEB9-0652-478A-964E-E288799678C8}"/>
              </a:ext>
            </a:extLst>
          </p:cNvPr>
          <p:cNvSpPr>
            <a:spLocks noGrp="1"/>
          </p:cNvSpPr>
          <p:nvPr/>
        </p:nvSpPr>
        <p:spPr>
          <a:xfrm>
            <a:off x="9544050" y="4105275"/>
            <a:ext cx="1724025" cy="295275"/>
          </a:xfrm>
          <a:prstGeom prst="rect">
            <a:avLst/>
          </a:prstGeom>
          <a:noFill/>
          <a:ln w="0">
            <a:noFill/>
          </a:ln>
        </p:spPr>
        <p:txBody>
          <a:bodyPr anchor="ctr"/>
          <a:lstStyle/>
          <a:p>
            <a:pPr algn="l">
              <a:lnSpc>
                <a:spcPct val="108000"/>
              </a:lnSpc>
              <a:buNone/>
              <a:defRPr sz="1200" b="0">
                <a:solidFill>
                  <a:srgbClr val="1D2E49"/>
                </a:solidFill>
              </a:defRPr>
            </a:pPr>
            <a:r>
              <a:rPr sz="1200" b="0">
                <a:solidFill>
                  <a:srgbClr val="1D2E49"/>
                </a:solidFill>
                <a:latin typeface="微软雅黑" panose="020B0503020204020204" pitchFamily="34" charset="-122"/>
                <a:ea typeface="微软雅黑" panose="020B0503020204020204" pitchFamily="34" charset="-122"/>
              </a:rPr>
              <a:t>最后再做双检验</a:t>
            </a:r>
          </a:p>
        </p:txBody>
      </p:sp>
      <p:sp>
        <p:nvSpPr>
          <p:cNvPr id="50" name="guardrail-box">
            <a:extLst>
              <a:ext uri="{FF2B5EF4-FFF2-40B4-BE49-F238E27FC236}">
                <a16:creationId xmlns:a16="http://schemas.microsoft.com/office/drawing/2014/main" id="{07644EC4-5ACA-477D-9E0C-64317B5CFBDF}"/>
              </a:ext>
            </a:extLst>
          </p:cNvPr>
          <p:cNvSpPr>
            <a:spLocks noGrp="1"/>
          </p:cNvSpPr>
          <p:nvPr/>
        </p:nvSpPr>
        <p:spPr>
          <a:xfrm>
            <a:off x="9124950" y="4695825"/>
            <a:ext cx="2266950" cy="1066800"/>
          </a:xfrm>
          <a:prstGeom prst="roundRect">
            <a:avLst>
              <a:gd name="adj" fmla="val 5357"/>
            </a:avLst>
          </a:prstGeom>
          <a:solidFill>
            <a:srgbClr val="F3FAE8"/>
          </a:solidFill>
          <a:ln w="11430">
            <a:solidFill>
              <a:srgbClr val="B4DD72"/>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1" name="guardrail-title">
            <a:extLst>
              <a:ext uri="{FF2B5EF4-FFF2-40B4-BE49-F238E27FC236}">
                <a16:creationId xmlns:a16="http://schemas.microsoft.com/office/drawing/2014/main" id="{5F66F5D5-43A2-407E-B091-DBC47BF35D6D}"/>
              </a:ext>
            </a:extLst>
          </p:cNvPr>
          <p:cNvSpPr>
            <a:spLocks noGrp="1"/>
          </p:cNvSpPr>
          <p:nvPr/>
        </p:nvSpPr>
        <p:spPr>
          <a:xfrm>
            <a:off x="9277350" y="4810125"/>
            <a:ext cx="1952625" cy="238125"/>
          </a:xfrm>
          <a:prstGeom prst="rect">
            <a:avLst/>
          </a:prstGeom>
          <a:noFill/>
          <a:ln w="0">
            <a:noFill/>
          </a:ln>
        </p:spPr>
        <p:txBody>
          <a:bodyPr anchor="ctr"/>
          <a:lstStyle/>
          <a:p>
            <a:pPr algn="l">
              <a:lnSpc>
                <a:spcPct val="108000"/>
              </a:lnSpc>
              <a:buNone/>
              <a:defRPr sz="1275" b="1">
                <a:solidFill>
                  <a:srgbClr val="5BAE00"/>
                </a:solidFill>
              </a:defRPr>
            </a:pPr>
            <a:r>
              <a:rPr sz="1275" b="1">
                <a:solidFill>
                  <a:srgbClr val="5BAE00"/>
                </a:solidFill>
                <a:latin typeface="微软雅黑" panose="020B0503020204020204" pitchFamily="34" charset="-122"/>
                <a:ea typeface="微软雅黑" panose="020B0503020204020204" pitchFamily="34" charset="-122"/>
              </a:rPr>
              <a:t>AI不能替你做什么</a:t>
            </a:r>
          </a:p>
        </p:txBody>
      </p:sp>
      <p:sp>
        <p:nvSpPr>
          <p:cNvPr id="52" name="guardrail-text">
            <a:extLst>
              <a:ext uri="{FF2B5EF4-FFF2-40B4-BE49-F238E27FC236}">
                <a16:creationId xmlns:a16="http://schemas.microsoft.com/office/drawing/2014/main" id="{B46D68C8-6085-468C-85F6-8D86AEBFCEAA}"/>
              </a:ext>
            </a:extLst>
          </p:cNvPr>
          <p:cNvSpPr>
            <a:spLocks noGrp="1"/>
          </p:cNvSpPr>
          <p:nvPr/>
        </p:nvSpPr>
        <p:spPr>
          <a:xfrm>
            <a:off x="9277350" y="5105400"/>
            <a:ext cx="1924050" cy="571500"/>
          </a:xfrm>
          <a:prstGeom prst="rect">
            <a:avLst/>
          </a:prstGeom>
          <a:noFill/>
          <a:ln w="0">
            <a:noFill/>
          </a:ln>
        </p:spPr>
        <p:txBody>
          <a:bodyPr anchor="t"/>
          <a:lstStyle/>
          <a:p>
            <a:pPr algn="l">
              <a:lnSpc>
                <a:spcPct val="105000"/>
              </a:lnSpc>
              <a:buNone/>
              <a:defRPr sz="1163" b="0">
                <a:solidFill>
                  <a:srgbClr val="1D2E49"/>
                </a:solidFill>
              </a:defRPr>
            </a:pPr>
            <a:r>
              <a:rPr sz="1163" b="0">
                <a:solidFill>
                  <a:srgbClr val="1D2E49"/>
                </a:solidFill>
                <a:latin typeface="微软雅黑" panose="020B0503020204020204" pitchFamily="34" charset="-122"/>
                <a:ea typeface="微软雅黑" panose="020B0503020204020204" pitchFamily="34" charset="-122"/>
              </a:rPr>
              <a:t>• 编造新事实或数据</a:t>
            </a:r>
          </a:p>
          <a:p>
            <a:pPr algn="l">
              <a:lnSpc>
                <a:spcPct val="105000"/>
              </a:lnSpc>
              <a:buNone/>
              <a:defRPr sz="1163" b="0">
                <a:solidFill>
                  <a:srgbClr val="1D2E49"/>
                </a:solidFill>
              </a:defRPr>
            </a:pPr>
            <a:r>
              <a:rPr sz="1163" b="0">
                <a:solidFill>
                  <a:srgbClr val="1D2E49"/>
                </a:solidFill>
                <a:latin typeface="微软雅黑" panose="020B0503020204020204" pitchFamily="34" charset="-122"/>
                <a:ea typeface="微软雅黑" panose="020B0503020204020204" pitchFamily="34" charset="-122"/>
              </a:rPr>
              <a:t>• 过早否定普通想法</a:t>
            </a:r>
          </a:p>
          <a:p>
            <a:pPr algn="l">
              <a:lnSpc>
                <a:spcPct val="105000"/>
              </a:lnSpc>
              <a:buNone/>
              <a:defRPr sz="1163" b="0">
                <a:solidFill>
                  <a:srgbClr val="1D2E49"/>
                </a:solidFill>
              </a:defRPr>
            </a:pPr>
            <a:r>
              <a:rPr sz="1163" b="0">
                <a:solidFill>
                  <a:srgbClr val="1D2E49"/>
                </a:solidFill>
                <a:latin typeface="微软雅黑" panose="020B0503020204020204" pitchFamily="34" charset="-122"/>
                <a:ea typeface="微软雅黑" panose="020B0503020204020204" pitchFamily="34" charset="-122"/>
              </a:rPr>
              <a:t>• 替团队做最终取舍</a:t>
            </a:r>
          </a:p>
        </p:txBody>
      </p:sp>
      <p:sp>
        <p:nvSpPr>
          <p:cNvPr id="53" name="takeaway">
            <a:extLst>
              <a:ext uri="{FF2B5EF4-FFF2-40B4-BE49-F238E27FC236}">
                <a16:creationId xmlns:a16="http://schemas.microsoft.com/office/drawing/2014/main" id="{EDA5CAED-82C8-44CA-AC4A-7B931672C333}"/>
              </a:ext>
            </a:extLst>
          </p:cNvPr>
          <p:cNvSpPr>
            <a:spLocks noGrp="1"/>
          </p:cNvSpPr>
          <p:nvPr/>
        </p:nvSpPr>
        <p:spPr>
          <a:xfrm>
            <a:off x="609600" y="6153150"/>
            <a:ext cx="10953750" cy="409575"/>
          </a:xfrm>
          <a:prstGeom prst="roundRect">
            <a:avLst>
              <a:gd name="adj" fmla="val 13953"/>
            </a:avLst>
          </a:prstGeom>
          <a:solidFill>
            <a:srgbClr val="102A4C"/>
          </a:solidFill>
          <a:ln w="11430">
            <a:solidFill>
              <a:srgbClr val="102A4C"/>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54" name="takeaway-icon">
            <a:extLst>
              <a:ext uri="{FF2B5EF4-FFF2-40B4-BE49-F238E27FC236}">
                <a16:creationId xmlns:a16="http://schemas.microsoft.com/office/drawing/2014/main" id="{191706D5-6205-4D53-94F4-5E906C34589F}"/>
              </a:ext>
            </a:extLst>
          </p:cNvPr>
          <p:cNvSpPr>
            <a:spLocks noGrp="1"/>
          </p:cNvSpPr>
          <p:nvPr/>
        </p:nvSpPr>
        <p:spPr>
          <a:xfrm>
            <a:off x="838200" y="6200775"/>
            <a:ext cx="304800" cy="304800"/>
          </a:xfrm>
          <a:prstGeom prst="rect">
            <a:avLst/>
          </a:prstGeom>
          <a:noFill/>
          <a:ln w="0">
            <a:noFill/>
          </a:ln>
        </p:spPr>
        <p:txBody>
          <a:bodyPr anchor="ctr"/>
          <a:lstStyle/>
          <a:p>
            <a:pPr algn="ctr">
              <a:lnSpc>
                <a:spcPct val="108000"/>
              </a:lnSpc>
              <a:buNone/>
              <a:defRPr sz="1500" b="1">
                <a:solidFill>
                  <a:srgbClr val="D78900"/>
                </a:solidFill>
              </a:defRPr>
            </a:pPr>
            <a:r>
              <a:rPr sz="1500" b="1">
                <a:solidFill>
                  <a:srgbClr val="D78900"/>
                </a:solidFill>
                <a:latin typeface="微软雅黑" panose="020B0503020204020204" pitchFamily="34" charset="-122"/>
                <a:ea typeface="微软雅黑" panose="020B0503020204020204" pitchFamily="34" charset="-122"/>
              </a:rPr>
              <a:t>◎</a:t>
            </a:r>
          </a:p>
        </p:txBody>
      </p:sp>
      <p:sp>
        <p:nvSpPr>
          <p:cNvPr id="55" name="takeaway-text">
            <a:extLst>
              <a:ext uri="{FF2B5EF4-FFF2-40B4-BE49-F238E27FC236}">
                <a16:creationId xmlns:a16="http://schemas.microsoft.com/office/drawing/2014/main" id="{0AED6E15-5092-4B05-8DB2-4293F3F35383}"/>
              </a:ext>
            </a:extLst>
          </p:cNvPr>
          <p:cNvSpPr>
            <a:spLocks noGrp="1"/>
          </p:cNvSpPr>
          <p:nvPr/>
        </p:nvSpPr>
        <p:spPr>
          <a:xfrm>
            <a:off x="1257300" y="6191250"/>
            <a:ext cx="9334500" cy="323850"/>
          </a:xfrm>
          <a:prstGeom prst="rect">
            <a:avLst/>
          </a:prstGeom>
          <a:noFill/>
          <a:ln w="0">
            <a:noFill/>
          </a:ln>
        </p:spPr>
        <p:txBody>
          <a:bodyPr anchor="ctr"/>
          <a:lstStyle/>
          <a:p>
            <a:pPr algn="l">
              <a:lnSpc>
                <a:spcPct val="108000"/>
              </a:lnSpc>
              <a:buNone/>
              <a:defRPr sz="1350" b="1">
                <a:solidFill>
                  <a:srgbClr val="FFFFFF"/>
                </a:solidFill>
              </a:defRPr>
            </a:pPr>
            <a:r>
              <a:rPr sz="1350" b="1">
                <a:solidFill>
                  <a:srgbClr val="FFFFFF"/>
                </a:solidFill>
                <a:latin typeface="微软雅黑" panose="020B0503020204020204" pitchFamily="34" charset="-122"/>
                <a:ea typeface="微软雅黑" panose="020B0503020204020204" pitchFamily="34" charset="-122"/>
              </a:rPr>
              <a:t>关键：先拓展“还能怎么变”，再判断“哪一个值得试”。</a:t>
            </a:r>
          </a:p>
        </p:txBody>
      </p:sp>
      <p:sp>
        <p:nvSpPr>
          <p:cNvPr id="56" name="footer">
            <a:extLst>
              <a:ext uri="{FF2B5EF4-FFF2-40B4-BE49-F238E27FC236}">
                <a16:creationId xmlns:a16="http://schemas.microsoft.com/office/drawing/2014/main" id="{8A3A3079-B90C-427B-80DB-0679A7F8842E}"/>
              </a:ext>
            </a:extLst>
          </p:cNvPr>
          <p:cNvSpPr>
            <a:spLocks noGrp="1"/>
          </p:cNvSpPr>
          <p:nvPr/>
        </p:nvSpPr>
        <p:spPr>
          <a:xfrm>
            <a:off x="10248900" y="6600825"/>
            <a:ext cx="1314450" cy="190500"/>
          </a:xfrm>
          <a:prstGeom prst="rect">
            <a:avLst/>
          </a:prstGeom>
          <a:noFill/>
          <a:ln w="0">
            <a:noFill/>
          </a:ln>
        </p:spPr>
        <p:txBody>
          <a:bodyPr anchor="ctr"/>
          <a:lstStyle/>
          <a:p>
            <a:pPr algn="r">
              <a:lnSpc>
                <a:spcPct val="108000"/>
              </a:lnSpc>
              <a:buNone/>
              <a:defRPr sz="900" b="0">
                <a:solidFill>
                  <a:srgbClr val="63758D"/>
                </a:solidFill>
              </a:defRPr>
            </a:pPr>
            <a:r>
              <a:rPr sz="900" b="0">
                <a:solidFill>
                  <a:srgbClr val="63758D"/>
                </a:solidFill>
              </a:rPr>
              <a:t>Leo Huang    83</a:t>
            </a:r>
          </a:p>
        </p:txBody>
      </p:sp>
    </p:spTree>
    <p:extLst>
      <p:ext uri="{BB962C8B-B14F-4D97-AF65-F5344CB8AC3E}">
        <p14:creationId xmlns:p14="http://schemas.microsoft.com/office/powerpoint/2010/main" val="11608232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FCBF0F-5182-42C2-91F5-10107BA7C81D}"/>
              </a:ext>
            </a:extLst>
          </p:cNvPr>
          <p:cNvSpPr>
            <a:spLocks noGrp="1"/>
          </p:cNvSpPr>
          <p:nvPr>
            <p:ph type="title"/>
          </p:nvPr>
        </p:nvSpPr>
        <p:spPr/>
        <p:txBody>
          <a:bodyPr/>
          <a:lstStyle/>
          <a:p>
            <a:r>
              <a:rPr lang="zh-CN" altLang="en-US"/>
              <a:t>如何理性评价各种方案</a:t>
            </a:r>
          </a:p>
        </p:txBody>
      </p:sp>
      <p:sp>
        <p:nvSpPr>
          <p:cNvPr id="3" name="内容占位符 2">
            <a:extLst>
              <a:ext uri="{FF2B5EF4-FFF2-40B4-BE49-F238E27FC236}">
                <a16:creationId xmlns:a16="http://schemas.microsoft.com/office/drawing/2014/main" id="{53143A3F-67D0-4A0D-A589-C42B71E17A2F}"/>
              </a:ext>
            </a:extLst>
          </p:cNvPr>
          <p:cNvSpPr>
            <a:spLocks noGrp="1"/>
          </p:cNvSpPr>
          <p:nvPr>
            <p:ph idx="1"/>
          </p:nvPr>
        </p:nvSpPr>
        <p:spPr/>
        <p:txBody>
          <a:bodyPr/>
          <a:lstStyle/>
          <a:p>
            <a:pPr marL="457200" indent="-457200">
              <a:buFont typeface="Arial" panose="020B0604020202020204" pitchFamily="34" charset="0"/>
              <a:buChar char="•"/>
            </a:pPr>
            <a:r>
              <a:rPr lang="zh-CN" altLang="en-US" sz="1800" dirty="0"/>
              <a:t>先不做任何评价，列出所有可能策略</a:t>
            </a:r>
            <a:endParaRPr lang="en-US" altLang="zh-CN" sz="1800" dirty="0"/>
          </a:p>
          <a:p>
            <a:pPr marL="457200" indent="-457200">
              <a:buFont typeface="Arial" panose="020B0604020202020204" pitchFamily="34" charset="0"/>
              <a:buChar char="•"/>
            </a:pPr>
            <a:r>
              <a:rPr lang="zh-CN" altLang="en-US" sz="1800" dirty="0"/>
              <a:t>方案的评价标准必须明白清楚</a:t>
            </a:r>
            <a:endParaRPr lang="en-US" altLang="zh-CN" sz="1800" dirty="0"/>
          </a:p>
          <a:p>
            <a:pPr marL="457200" indent="-457200">
              <a:buFont typeface="Arial" panose="020B0604020202020204" pitchFamily="34" charset="0"/>
              <a:buChar char="•"/>
            </a:pPr>
            <a:r>
              <a:rPr lang="zh-CN" altLang="en-US" sz="1800" dirty="0"/>
              <a:t>不能把追求解答的手段当成解答本身</a:t>
            </a:r>
            <a:endParaRPr lang="en-US" altLang="zh-CN" sz="1800" dirty="0"/>
          </a:p>
          <a:p>
            <a:pPr marL="457200" indent="-457200">
              <a:buFont typeface="Arial" panose="020B0604020202020204" pitchFamily="34" charset="0"/>
              <a:buChar char="•"/>
            </a:pPr>
            <a:r>
              <a:rPr lang="zh-CN" altLang="en-US" sz="1800" dirty="0"/>
              <a:t>要考虑哪些是不可退让的“制约条件”</a:t>
            </a:r>
            <a:endParaRPr lang="en-US" altLang="zh-CN" sz="1800" dirty="0"/>
          </a:p>
          <a:p>
            <a:pPr marL="457200" indent="-457200">
              <a:buFont typeface="Arial" panose="020B0604020202020204" pitchFamily="34" charset="0"/>
              <a:buChar char="•"/>
            </a:pPr>
            <a:r>
              <a:rPr lang="zh-CN" altLang="en-US" sz="1800" dirty="0"/>
              <a:t>接着才是思考方案的“期望条件”</a:t>
            </a:r>
            <a:endParaRPr lang="en-US" altLang="zh-CN" sz="1800" dirty="0"/>
          </a:p>
          <a:p>
            <a:pPr marL="457200" indent="-457200">
              <a:buFont typeface="Arial" panose="020B0604020202020204" pitchFamily="34" charset="0"/>
              <a:buChar char="•"/>
            </a:pPr>
            <a:r>
              <a:rPr lang="zh-CN" altLang="en-US" sz="1800" dirty="0"/>
              <a:t>不能忘记进行负面评价</a:t>
            </a:r>
            <a:endParaRPr lang="en-US" altLang="zh-CN" sz="1800" dirty="0"/>
          </a:p>
          <a:p>
            <a:pPr marL="457200" indent="-457200">
              <a:buFont typeface="Arial" panose="020B0604020202020204" pitchFamily="34" charset="0"/>
              <a:buChar char="•"/>
            </a:pPr>
            <a:endParaRPr lang="zh-CN" altLang="en-US" sz="2400" dirty="0"/>
          </a:p>
        </p:txBody>
      </p:sp>
      <p:sp>
        <p:nvSpPr>
          <p:cNvPr id="4" name="页脚占位符 3">
            <a:extLst>
              <a:ext uri="{FF2B5EF4-FFF2-40B4-BE49-F238E27FC236}">
                <a16:creationId xmlns:a16="http://schemas.microsoft.com/office/drawing/2014/main" id="{E8BCF0C1-2362-4709-891E-6E2296AA29C1}"/>
              </a:ext>
            </a:extLst>
          </p:cNvPr>
          <p:cNvSpPr>
            <a:spLocks noGrp="1"/>
          </p:cNvSpPr>
          <p:nvPr>
            <p:ph type="ftr" sz="quarter" idx="10"/>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515A79C4-4EB4-4B91-AD6A-F5E6C2EDC379}"/>
              </a:ext>
            </a:extLst>
          </p:cNvPr>
          <p:cNvSpPr>
            <a:spLocks noGrp="1"/>
          </p:cNvSpPr>
          <p:nvPr>
            <p:ph type="sldNum" sz="quarter" idx="11"/>
          </p:nvPr>
        </p:nvSpPr>
        <p:spPr/>
        <p:txBody>
          <a:bodyPr/>
          <a:lstStyle/>
          <a:p>
            <a:pPr>
              <a:defRPr/>
            </a:pPr>
            <a:fld id="{D44A443A-BB59-4DB5-BA6B-D040949057C0}" type="slidenum">
              <a:rPr lang="de-DE" altLang="zh-CN" smtClean="0"/>
              <a:pPr>
                <a:defRPr/>
              </a:pPr>
              <a:t>76</a:t>
            </a:fld>
            <a:endParaRPr lang="de-DE" altLang="zh-CN"/>
          </a:p>
        </p:txBody>
      </p:sp>
      <p:graphicFrame>
        <p:nvGraphicFramePr>
          <p:cNvPr id="9" name="图示 8">
            <a:extLst>
              <a:ext uri="{FF2B5EF4-FFF2-40B4-BE49-F238E27FC236}">
                <a16:creationId xmlns:a16="http://schemas.microsoft.com/office/drawing/2014/main" id="{10CA8B9E-2535-AABB-751E-BB535DF58A35}"/>
              </a:ext>
            </a:extLst>
          </p:cNvPr>
          <p:cNvGraphicFramePr/>
          <p:nvPr>
            <p:extLst>
              <p:ext uri="{D42A27DB-BD31-4B8C-83A1-F6EECF244321}">
                <p14:modId xmlns:p14="http://schemas.microsoft.com/office/powerpoint/2010/main" val="2193883583"/>
              </p:ext>
            </p:extLst>
          </p:nvPr>
        </p:nvGraphicFramePr>
        <p:xfrm>
          <a:off x="815685" y="4005410"/>
          <a:ext cx="7848618" cy="1584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7557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1F6F26B9-4F64-420C-B851-DE37EB2CD74F}"/>
              </a:ext>
            </a:extLst>
          </p:cNvPr>
          <p:cNvSpPr>
            <a:spLocks noGrp="1" noChangeArrowheads="1"/>
          </p:cNvSpPr>
          <p:nvPr>
            <p:ph type="title"/>
          </p:nvPr>
        </p:nvSpPr>
        <p:spPr/>
        <p:txBody>
          <a:bodyPr/>
          <a:lstStyle/>
          <a:p>
            <a:r>
              <a:rPr lang="en-US" altLang="zh-CN"/>
              <a:t>3*3*3</a:t>
            </a:r>
            <a:r>
              <a:rPr lang="zh-CN" altLang="en-US"/>
              <a:t>法则</a:t>
            </a:r>
          </a:p>
        </p:txBody>
      </p:sp>
      <p:sp>
        <p:nvSpPr>
          <p:cNvPr id="4" name="Footer Placeholder 3">
            <a:extLst>
              <a:ext uri="{FF2B5EF4-FFF2-40B4-BE49-F238E27FC236}">
                <a16:creationId xmlns:a16="http://schemas.microsoft.com/office/drawing/2014/main" id="{BD352717-FAFE-49D8-B358-BEC9D9AC6769}"/>
              </a:ext>
            </a:extLst>
          </p:cNvPr>
          <p:cNvSpPr>
            <a:spLocks noGrp="1"/>
          </p:cNvSpPr>
          <p:nvPr>
            <p:ph type="ftr" sz="quarter" idx="10"/>
          </p:nvPr>
        </p:nvSpPr>
        <p:spPr/>
        <p:txBody>
          <a:bodyPr/>
          <a:lstStyle/>
          <a:p>
            <a:pPr>
              <a:defRPr/>
            </a:pPr>
            <a:r>
              <a:rPr lang="de-DE"/>
              <a:t>Leo Huang</a:t>
            </a:r>
          </a:p>
        </p:txBody>
      </p:sp>
      <p:sp>
        <p:nvSpPr>
          <p:cNvPr id="112644" name="Slide Number Placeholder 4">
            <a:extLst>
              <a:ext uri="{FF2B5EF4-FFF2-40B4-BE49-F238E27FC236}">
                <a16:creationId xmlns:a16="http://schemas.microsoft.com/office/drawing/2014/main" id="{827584DF-4C3E-43D0-AA51-F5646ABAB20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9394CDC-949C-4EE2-BAE0-54929CBA8831}" type="slidenum">
              <a:rPr lang="de-DE" altLang="zh-CN" smtClean="0"/>
              <a:pPr/>
              <a:t>77</a:t>
            </a:fld>
            <a:endParaRPr lang="de-DE" altLang="zh-CN"/>
          </a:p>
        </p:txBody>
      </p:sp>
      <p:sp>
        <p:nvSpPr>
          <p:cNvPr id="112645" name="内容占位符 2">
            <a:extLst>
              <a:ext uri="{FF2B5EF4-FFF2-40B4-BE49-F238E27FC236}">
                <a16:creationId xmlns:a16="http://schemas.microsoft.com/office/drawing/2014/main" id="{69CA2697-A6E7-4081-9BB6-869E3B0665FF}"/>
              </a:ext>
            </a:extLst>
          </p:cNvPr>
          <p:cNvSpPr>
            <a:spLocks noGrp="1" noChangeArrowheads="1"/>
          </p:cNvSpPr>
          <p:nvPr>
            <p:ph idx="1"/>
          </p:nvPr>
        </p:nvSpPr>
        <p:spPr>
          <a:xfrm>
            <a:off x="1774825" y="1543050"/>
            <a:ext cx="8229600" cy="3771900"/>
          </a:xfrm>
        </p:spPr>
        <p:txBody>
          <a:bodyPr lIns="91440" tIns="45720" rIns="91440" bIns="45720"/>
          <a:lstStyle/>
          <a:p>
            <a:r>
              <a:rPr lang="zh-CN" altLang="en-US" b="1" dirty="0"/>
              <a:t>目的</a:t>
            </a:r>
            <a:r>
              <a:rPr lang="zh-CN" altLang="en-US" dirty="0"/>
              <a:t>：创建可靠的评估基础，以找到最佳解决方案</a:t>
            </a:r>
            <a:endParaRPr lang="en-US" altLang="zh-CN" dirty="0"/>
          </a:p>
          <a:p>
            <a:endParaRPr lang="en-US" altLang="zh-CN" dirty="0"/>
          </a:p>
          <a:p>
            <a:r>
              <a:rPr lang="zh-CN" altLang="en-US" b="1" dirty="0"/>
              <a:t>方法</a:t>
            </a:r>
            <a:r>
              <a:rPr lang="zh-CN" altLang="en-US" dirty="0"/>
              <a:t>：</a:t>
            </a:r>
            <a:endParaRPr lang="en-US" altLang="zh-CN" dirty="0"/>
          </a:p>
          <a:p>
            <a:r>
              <a:rPr lang="en-US" altLang="zh-CN" dirty="0"/>
              <a:t>         </a:t>
            </a:r>
            <a:r>
              <a:rPr lang="zh-CN" altLang="en-US" dirty="0"/>
              <a:t>准则可以分为两类：假设和需求</a:t>
            </a:r>
            <a:endParaRPr lang="en-US" altLang="zh-CN" dirty="0"/>
          </a:p>
          <a:p>
            <a:r>
              <a:rPr lang="zh-CN" altLang="en-US" dirty="0"/>
              <a:t>         假设是是作决定的最低要求</a:t>
            </a:r>
            <a:endParaRPr lang="en-US" altLang="zh-CN" dirty="0"/>
          </a:p>
          <a:p>
            <a:r>
              <a:rPr lang="en-US" altLang="zh-CN" dirty="0"/>
              <a:t>         </a:t>
            </a:r>
            <a:r>
              <a:rPr lang="zh-CN" altLang="en-US" dirty="0"/>
              <a:t>需求是利益相关方的各项愿望</a:t>
            </a:r>
            <a:endParaRPr lang="en-US" altLang="zh-CN" dirty="0"/>
          </a:p>
          <a:p>
            <a:endParaRPr lang="en-US" altLang="zh-CN" dirty="0"/>
          </a:p>
          <a:p>
            <a:r>
              <a:rPr lang="zh-CN" altLang="en-US" b="1" dirty="0"/>
              <a:t>规则</a:t>
            </a:r>
            <a:r>
              <a:rPr lang="zh-CN" altLang="en-US" dirty="0"/>
              <a:t>：尽可能量化</a:t>
            </a:r>
            <a:endParaRPr lang="en-US" altLang="zh-CN" dirty="0"/>
          </a:p>
        </p:txBody>
      </p:sp>
      <p:pic>
        <p:nvPicPr>
          <p:cNvPr id="112646" name="Picture 6">
            <a:extLst>
              <a:ext uri="{FF2B5EF4-FFF2-40B4-BE49-F238E27FC236}">
                <a16:creationId xmlns:a16="http://schemas.microsoft.com/office/drawing/2014/main" id="{F198694B-2A92-4771-AF4F-6938B6CC4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5888" y="1941513"/>
            <a:ext cx="3851275"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a:extLst>
              <a:ext uri="{FF2B5EF4-FFF2-40B4-BE49-F238E27FC236}">
                <a16:creationId xmlns:a16="http://schemas.microsoft.com/office/drawing/2014/main" id="{5433C7BA-12E3-48DB-9489-74C8FD57FA2C}"/>
              </a:ext>
            </a:extLst>
          </p:cNvPr>
          <p:cNvSpPr>
            <a:spLocks noGrp="1" noChangeArrowheads="1"/>
          </p:cNvSpPr>
          <p:nvPr>
            <p:ph type="title"/>
          </p:nvPr>
        </p:nvSpPr>
        <p:spPr/>
        <p:txBody>
          <a:bodyPr/>
          <a:lstStyle/>
          <a:p>
            <a:r>
              <a:rPr lang="en-US" altLang="zh-CN"/>
              <a:t>3*3*3</a:t>
            </a:r>
            <a:r>
              <a:rPr lang="zh-CN" altLang="en-US"/>
              <a:t>法则</a:t>
            </a:r>
          </a:p>
        </p:txBody>
      </p:sp>
      <p:sp>
        <p:nvSpPr>
          <p:cNvPr id="4" name="Footer Placeholder 3">
            <a:extLst>
              <a:ext uri="{FF2B5EF4-FFF2-40B4-BE49-F238E27FC236}">
                <a16:creationId xmlns:a16="http://schemas.microsoft.com/office/drawing/2014/main" id="{4786CA8C-87AB-4D63-B0FC-842ED566F684}"/>
              </a:ext>
            </a:extLst>
          </p:cNvPr>
          <p:cNvSpPr>
            <a:spLocks noGrp="1"/>
          </p:cNvSpPr>
          <p:nvPr>
            <p:ph type="ftr" sz="quarter" idx="10"/>
          </p:nvPr>
        </p:nvSpPr>
        <p:spPr/>
        <p:txBody>
          <a:bodyPr/>
          <a:lstStyle/>
          <a:p>
            <a:pPr>
              <a:defRPr/>
            </a:pPr>
            <a:r>
              <a:rPr lang="de-DE"/>
              <a:t>Leo Huang</a:t>
            </a:r>
          </a:p>
        </p:txBody>
      </p:sp>
      <p:sp>
        <p:nvSpPr>
          <p:cNvPr id="113668" name="Slide Number Placeholder 4">
            <a:extLst>
              <a:ext uri="{FF2B5EF4-FFF2-40B4-BE49-F238E27FC236}">
                <a16:creationId xmlns:a16="http://schemas.microsoft.com/office/drawing/2014/main" id="{A66CB961-F071-4F20-B008-45D7EE14311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A7980B1-8C57-41CC-97A3-A97BB2F6C442}" type="slidenum">
              <a:rPr lang="de-DE" altLang="zh-CN" smtClean="0"/>
              <a:pPr/>
              <a:t>78</a:t>
            </a:fld>
            <a:endParaRPr lang="de-DE" altLang="zh-CN"/>
          </a:p>
        </p:txBody>
      </p:sp>
      <p:sp>
        <p:nvSpPr>
          <p:cNvPr id="113669" name="内容占位符 2">
            <a:extLst>
              <a:ext uri="{FF2B5EF4-FFF2-40B4-BE49-F238E27FC236}">
                <a16:creationId xmlns:a16="http://schemas.microsoft.com/office/drawing/2014/main" id="{53C86A2D-9F14-46ED-9DA3-49A6DFB8B227}"/>
              </a:ext>
            </a:extLst>
          </p:cNvPr>
          <p:cNvSpPr txBox="1">
            <a:spLocks/>
          </p:cNvSpPr>
          <p:nvPr/>
        </p:nvSpPr>
        <p:spPr bwMode="auto">
          <a:xfrm>
            <a:off x="1703388" y="1754188"/>
            <a:ext cx="4716462"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993775">
              <a:lnSpc>
                <a:spcPct val="110000"/>
              </a:lnSpc>
              <a:spcBef>
                <a:spcPct val="50000"/>
              </a:spcBef>
              <a:buClr>
                <a:schemeClr val="bg2"/>
              </a:buClr>
              <a:buFont typeface="Wingdings" panose="05000000000000000000" pitchFamily="2" charset="2"/>
              <a:defRPr sz="3200">
                <a:solidFill>
                  <a:schemeClr val="tx1"/>
                </a:solidFill>
                <a:latin typeface="微软雅黑" panose="020B0503020204020204" pitchFamily="34" charset="-122"/>
                <a:ea typeface="微软雅黑" panose="020B0503020204020204" pitchFamily="34" charset="-122"/>
              </a:defRPr>
            </a:lvl1pPr>
            <a:lvl2pPr marL="114300" indent="342900" defTabSz="993775">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2pPr>
            <a:lvl3pPr marL="230188" indent="-1588" defTabSz="993775">
              <a:lnSpc>
                <a:spcPct val="110000"/>
              </a:lnSpc>
              <a:spcBef>
                <a:spcPct val="50000"/>
              </a:spcBef>
              <a:buClr>
                <a:schemeClr val="bg2"/>
              </a:buClr>
              <a:buFont typeface="Wingdings" panose="05000000000000000000" pitchFamily="2" charset="2"/>
              <a:buChar char="n"/>
              <a:defRPr>
                <a:solidFill>
                  <a:schemeClr val="tx1"/>
                </a:solidFill>
                <a:latin typeface="微软雅黑" panose="020B0503020204020204" pitchFamily="34" charset="-122"/>
                <a:ea typeface="微软雅黑" panose="020B0503020204020204" pitchFamily="34" charset="-122"/>
              </a:defRPr>
            </a:lvl3pPr>
            <a:lvl4pPr marL="344488" indent="1027113" defTabSz="993775">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4pPr>
            <a:lvl5pPr marL="458788" indent="1370013" defTabSz="993775">
              <a:lnSpc>
                <a:spcPct val="110000"/>
              </a:lnSpc>
              <a:spcBef>
                <a:spcPct val="50000"/>
              </a:spcBef>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5pPr>
            <a:lvl6pPr marL="915988" indent="1370013" defTabSz="993775"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6pPr>
            <a:lvl7pPr marL="1373188" indent="1370013" defTabSz="993775"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7pPr>
            <a:lvl8pPr marL="1830388" indent="1370013" defTabSz="993775"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8pPr>
            <a:lvl9pPr marL="2287588" indent="1370013" defTabSz="993775" eaLnBrk="0" fontAlgn="base" hangingPunct="0">
              <a:lnSpc>
                <a:spcPct val="110000"/>
              </a:lnSpc>
              <a:spcBef>
                <a:spcPct val="50000"/>
              </a:spcBef>
              <a:spcAft>
                <a:spcPct val="0"/>
              </a:spcAft>
              <a:buClr>
                <a:schemeClr val="bg2"/>
              </a:buClr>
              <a:buFont typeface="Wingdings" panose="05000000000000000000" pitchFamily="2" charset="2"/>
              <a:buChar char="n"/>
              <a:defRPr>
                <a:solidFill>
                  <a:schemeClr val="bg2"/>
                </a:solidFill>
                <a:latin typeface="微软雅黑" panose="020B0503020204020204" pitchFamily="34" charset="-122"/>
                <a:ea typeface="微软雅黑" panose="020B0503020204020204" pitchFamily="34" charset="-122"/>
              </a:defRPr>
            </a:lvl9pPr>
          </a:lstStyle>
          <a:p>
            <a:pPr lvl="1">
              <a:lnSpc>
                <a:spcPct val="100000"/>
              </a:lnSpc>
              <a:spcBef>
                <a:spcPct val="0"/>
              </a:spcBef>
              <a:buClrTx/>
              <a:buSzPct val="120000"/>
              <a:buFont typeface="微软雅黑" panose="020B0503020204020204" pitchFamily="34" charset="-122"/>
              <a:buChar char="−"/>
            </a:pPr>
            <a:r>
              <a:rPr kumimoji="1" lang="zh-CN" altLang="en-US" sz="2400"/>
              <a:t>当针对结果考虑时，每一个需求都有相关的重要性</a:t>
            </a:r>
            <a:endParaRPr kumimoji="1" lang="en-US" altLang="zh-CN" sz="2400"/>
          </a:p>
          <a:p>
            <a:pPr lvl="1">
              <a:lnSpc>
                <a:spcPct val="100000"/>
              </a:lnSpc>
              <a:spcBef>
                <a:spcPct val="0"/>
              </a:spcBef>
              <a:buClrTx/>
              <a:buSzPct val="120000"/>
              <a:buFont typeface="微软雅黑" panose="020B0503020204020204" pitchFamily="34" charset="-122"/>
              <a:buChar char="−"/>
            </a:pPr>
            <a:r>
              <a:rPr kumimoji="1" lang="zh-CN" altLang="en-US" sz="2400"/>
              <a:t>有些需求是比其他需求更希望的，决定需求的重要性时：</a:t>
            </a:r>
            <a:endParaRPr kumimoji="1" lang="en-US" altLang="zh-CN" sz="2400"/>
          </a:p>
          <a:p>
            <a:pPr lvl="1">
              <a:lnSpc>
                <a:spcPct val="100000"/>
              </a:lnSpc>
              <a:spcBef>
                <a:spcPct val="0"/>
              </a:spcBef>
              <a:buClrTx/>
              <a:buSzPct val="120000"/>
              <a:buFontTx/>
              <a:buNone/>
            </a:pPr>
            <a:endParaRPr kumimoji="1" lang="zh-CN" altLang="en-US" sz="2400"/>
          </a:p>
          <a:p>
            <a:pPr lvl="2">
              <a:lnSpc>
                <a:spcPct val="100000"/>
              </a:lnSpc>
              <a:spcBef>
                <a:spcPct val="0"/>
              </a:spcBef>
              <a:buClrTx/>
              <a:buFont typeface="Wingdings" panose="05000000000000000000" pitchFamily="2" charset="2"/>
              <a:buChar char="p"/>
            </a:pPr>
            <a:r>
              <a:rPr kumimoji="1" lang="zh-CN" altLang="en-US" sz="2400"/>
              <a:t>给最重要的需求满足的标准10分（分数为1-10）；</a:t>
            </a:r>
          </a:p>
          <a:p>
            <a:pPr lvl="2">
              <a:lnSpc>
                <a:spcPct val="100000"/>
              </a:lnSpc>
              <a:spcBef>
                <a:spcPct val="0"/>
              </a:spcBef>
              <a:buClrTx/>
              <a:buFont typeface="Wingdings" panose="05000000000000000000" pitchFamily="2" charset="2"/>
              <a:buChar char="p"/>
            </a:pPr>
            <a:r>
              <a:rPr kumimoji="1" lang="zh-CN" altLang="en-US" sz="2400"/>
              <a:t>将剩下的需求满足的标准与之比较，给出相应的分数；</a:t>
            </a:r>
          </a:p>
          <a:p>
            <a:pPr lvl="2">
              <a:lnSpc>
                <a:spcPct val="100000"/>
              </a:lnSpc>
              <a:spcBef>
                <a:spcPct val="0"/>
              </a:spcBef>
              <a:buClrTx/>
              <a:buFont typeface="Wingdings" panose="05000000000000000000" pitchFamily="2" charset="2"/>
              <a:buChar char="p"/>
            </a:pPr>
            <a:r>
              <a:rPr kumimoji="1" lang="zh-CN" altLang="en-US" sz="2400"/>
              <a:t>只有一个需求满足的标准为10分</a:t>
            </a:r>
            <a:r>
              <a:rPr kumimoji="1" lang="zh-CN" altLang="en-US">
                <a:latin typeface="Arial" panose="020B0604020202020204" pitchFamily="34" charset="0"/>
                <a:ea typeface="宋体" panose="02010600030101010101" pitchFamily="2" charset="-122"/>
              </a:rPr>
              <a:t>。</a:t>
            </a:r>
          </a:p>
          <a:p>
            <a:pPr>
              <a:lnSpc>
                <a:spcPct val="100000"/>
              </a:lnSpc>
              <a:spcBef>
                <a:spcPct val="0"/>
              </a:spcBef>
              <a:buClrTx/>
              <a:buFontTx/>
              <a:buNone/>
            </a:pPr>
            <a:endParaRPr kumimoji="1" lang="zh-CN" altLang="en-US" sz="1800">
              <a:latin typeface="Arial" panose="020B0604020202020204" pitchFamily="34" charset="0"/>
              <a:ea typeface="宋体" panose="02010600030101010101" pitchFamily="2" charset="-122"/>
            </a:endParaRPr>
          </a:p>
        </p:txBody>
      </p:sp>
      <p:pic>
        <p:nvPicPr>
          <p:cNvPr id="113670" name="Picture 4" descr="decisionwksht1c">
            <a:extLst>
              <a:ext uri="{FF2B5EF4-FFF2-40B4-BE49-F238E27FC236}">
                <a16:creationId xmlns:a16="http://schemas.microsoft.com/office/drawing/2014/main" id="{2DE22C0B-0751-4BF9-9C0A-C0F7ACD0E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7188" y="1838325"/>
            <a:ext cx="3671887"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a:extLst>
              <a:ext uri="{FF2B5EF4-FFF2-40B4-BE49-F238E27FC236}">
                <a16:creationId xmlns:a16="http://schemas.microsoft.com/office/drawing/2014/main" id="{B534BBA4-A11A-4F77-AA55-ACAC915E19A0}"/>
              </a:ext>
            </a:extLst>
          </p:cNvPr>
          <p:cNvSpPr>
            <a:spLocks noGrp="1" noChangeArrowheads="1"/>
          </p:cNvSpPr>
          <p:nvPr>
            <p:ph type="title"/>
          </p:nvPr>
        </p:nvSpPr>
        <p:spPr/>
        <p:txBody>
          <a:bodyPr/>
          <a:lstStyle/>
          <a:p>
            <a:r>
              <a:rPr lang="en-US" altLang="zh-CN"/>
              <a:t>3*3*3</a:t>
            </a:r>
            <a:r>
              <a:rPr lang="zh-CN" altLang="en-US"/>
              <a:t>法则</a:t>
            </a:r>
          </a:p>
        </p:txBody>
      </p:sp>
      <p:sp>
        <p:nvSpPr>
          <p:cNvPr id="4" name="Footer Placeholder 3">
            <a:extLst>
              <a:ext uri="{FF2B5EF4-FFF2-40B4-BE49-F238E27FC236}">
                <a16:creationId xmlns:a16="http://schemas.microsoft.com/office/drawing/2014/main" id="{5187E922-6615-41A0-B6B9-1FFEE7BEF6FE}"/>
              </a:ext>
            </a:extLst>
          </p:cNvPr>
          <p:cNvSpPr>
            <a:spLocks noGrp="1"/>
          </p:cNvSpPr>
          <p:nvPr>
            <p:ph type="ftr" sz="quarter" idx="10"/>
          </p:nvPr>
        </p:nvSpPr>
        <p:spPr/>
        <p:txBody>
          <a:bodyPr/>
          <a:lstStyle/>
          <a:p>
            <a:pPr>
              <a:defRPr/>
            </a:pPr>
            <a:r>
              <a:rPr lang="de-DE"/>
              <a:t>Leo Huang</a:t>
            </a:r>
          </a:p>
        </p:txBody>
      </p:sp>
      <p:sp>
        <p:nvSpPr>
          <p:cNvPr id="114692" name="Slide Number Placeholder 4">
            <a:extLst>
              <a:ext uri="{FF2B5EF4-FFF2-40B4-BE49-F238E27FC236}">
                <a16:creationId xmlns:a16="http://schemas.microsoft.com/office/drawing/2014/main" id="{0A16FB0F-B8DF-40E0-96C0-1BF7AE84294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D5AC38E-FC2A-43C4-A512-617A606C0B70}" type="slidenum">
              <a:rPr lang="de-DE" altLang="zh-CN" smtClean="0"/>
              <a:pPr/>
              <a:t>79</a:t>
            </a:fld>
            <a:endParaRPr lang="de-DE" altLang="zh-CN"/>
          </a:p>
        </p:txBody>
      </p:sp>
      <p:sp>
        <p:nvSpPr>
          <p:cNvPr id="114693" name="内容占位符 2">
            <a:extLst>
              <a:ext uri="{FF2B5EF4-FFF2-40B4-BE49-F238E27FC236}">
                <a16:creationId xmlns:a16="http://schemas.microsoft.com/office/drawing/2014/main" id="{6D0A2284-9876-404B-8D9E-E55366A5108B}"/>
              </a:ext>
            </a:extLst>
          </p:cNvPr>
          <p:cNvSpPr>
            <a:spLocks noGrp="1" noChangeArrowheads="1"/>
          </p:cNvSpPr>
          <p:nvPr>
            <p:ph idx="1"/>
          </p:nvPr>
        </p:nvSpPr>
        <p:spPr>
          <a:xfrm>
            <a:off x="695325" y="1617663"/>
            <a:ext cx="9686925" cy="684212"/>
          </a:xfrm>
        </p:spPr>
        <p:txBody>
          <a:bodyPr lIns="91440" tIns="45720" rIns="91440" bIns="45720"/>
          <a:lstStyle/>
          <a:p>
            <a:r>
              <a:rPr lang="zh-CN" altLang="en-US" b="1"/>
              <a:t>目的</a:t>
            </a:r>
            <a:r>
              <a:rPr lang="zh-CN" altLang="en-US"/>
              <a:t>：找出解决问题的多种可能的方法，并根据方案的各个要求对各个</a:t>
            </a:r>
            <a:endParaRPr lang="en-US" altLang="zh-CN"/>
          </a:p>
          <a:p>
            <a:r>
              <a:rPr lang="en-US" altLang="zh-CN"/>
              <a:t>          </a:t>
            </a:r>
            <a:r>
              <a:rPr lang="zh-CN" altLang="en-US"/>
              <a:t>可能的方法加以评估</a:t>
            </a:r>
            <a:endParaRPr lang="en-US" altLang="zh-CN"/>
          </a:p>
          <a:p>
            <a:endParaRPr lang="en-US" altLang="zh-CN"/>
          </a:p>
          <a:p>
            <a:endParaRPr lang="zh-CN" altLang="en-US"/>
          </a:p>
        </p:txBody>
      </p:sp>
      <p:sp>
        <p:nvSpPr>
          <p:cNvPr id="114694" name="矩形 3">
            <a:extLst>
              <a:ext uri="{FF2B5EF4-FFF2-40B4-BE49-F238E27FC236}">
                <a16:creationId xmlns:a16="http://schemas.microsoft.com/office/drawing/2014/main" id="{2FD73E7B-9DAB-401D-9952-9C7BE6520E19}"/>
              </a:ext>
            </a:extLst>
          </p:cNvPr>
          <p:cNvSpPr>
            <a:spLocks noChangeArrowheads="1"/>
          </p:cNvSpPr>
          <p:nvPr/>
        </p:nvSpPr>
        <p:spPr bwMode="auto">
          <a:xfrm>
            <a:off x="334963" y="3000375"/>
            <a:ext cx="61372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2" eaLnBrk="1" hangingPunct="1">
              <a:lnSpc>
                <a:spcPct val="90000"/>
              </a:lnSpc>
              <a:buFont typeface="微软雅黑" panose="020B0503020204020204" pitchFamily="34" charset="-122"/>
              <a:buChar char="−"/>
            </a:pPr>
            <a:r>
              <a:rPr kumimoji="1" lang="zh-CN" altLang="en-US" sz="2000">
                <a:latin typeface="微软雅黑" panose="020B0503020204020204" pitchFamily="34" charset="-122"/>
                <a:ea typeface="微软雅黑" panose="020B0503020204020204" pitchFamily="34" charset="-122"/>
              </a:rPr>
              <a:t>将每一个选择和假设进行比较，如果满足记为‘是’，反之记为‘不是’并去除；</a:t>
            </a:r>
          </a:p>
          <a:p>
            <a:pPr lvl="2" eaLnBrk="1" hangingPunct="1">
              <a:lnSpc>
                <a:spcPct val="90000"/>
              </a:lnSpc>
              <a:buFont typeface="微软雅黑" panose="020B0503020204020204" pitchFamily="34" charset="-122"/>
              <a:buChar char="−"/>
            </a:pPr>
            <a:r>
              <a:rPr kumimoji="1" lang="zh-CN" altLang="en-US" sz="2000">
                <a:latin typeface="微软雅黑" panose="020B0503020204020204" pitchFamily="34" charset="-122"/>
                <a:ea typeface="微软雅黑" panose="020B0503020204020204" pitchFamily="34" charset="-122"/>
              </a:rPr>
              <a:t>将剩余的选择同每一个需求满足的标准进行比较并评定（1-10）；</a:t>
            </a:r>
          </a:p>
          <a:p>
            <a:pPr lvl="2" eaLnBrk="1" hangingPunct="1">
              <a:lnSpc>
                <a:spcPct val="90000"/>
              </a:lnSpc>
              <a:buFont typeface="微软雅黑" panose="020B0503020204020204" pitchFamily="34" charset="-122"/>
              <a:buChar char="−"/>
            </a:pPr>
            <a:r>
              <a:rPr kumimoji="1" lang="zh-CN" altLang="en-US" sz="2000">
                <a:latin typeface="微软雅黑" panose="020B0503020204020204" pitchFamily="34" charset="-122"/>
                <a:ea typeface="微软雅黑" panose="020B0503020204020204" pitchFamily="34" charset="-122"/>
              </a:rPr>
              <a:t>将得到的分数同第三步得到的每一个需求满足的标准的重要度值相乘；</a:t>
            </a:r>
          </a:p>
          <a:p>
            <a:pPr lvl="2" eaLnBrk="1" hangingPunct="1">
              <a:lnSpc>
                <a:spcPct val="90000"/>
              </a:lnSpc>
              <a:buFont typeface="微软雅黑" panose="020B0503020204020204" pitchFamily="34" charset="-122"/>
              <a:buChar char="−"/>
            </a:pPr>
            <a:r>
              <a:rPr kumimoji="1" lang="zh-CN" altLang="en-US" sz="2000">
                <a:latin typeface="微软雅黑" panose="020B0503020204020204" pitchFamily="34" charset="-122"/>
                <a:ea typeface="微软雅黑" panose="020B0503020204020204" pitchFamily="34" charset="-122"/>
              </a:rPr>
              <a:t>合计每一个选择的分数，最高分的选择是最能满足准则和提供最大好处的选择。</a:t>
            </a:r>
          </a:p>
        </p:txBody>
      </p:sp>
      <p:pic>
        <p:nvPicPr>
          <p:cNvPr id="114695" name="Picture 4" descr="dwksht4">
            <a:extLst>
              <a:ext uri="{FF2B5EF4-FFF2-40B4-BE49-F238E27FC236}">
                <a16:creationId xmlns:a16="http://schemas.microsoft.com/office/drawing/2014/main" id="{1D5B1846-D789-41FC-AB2E-EC23064D2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250" y="2066925"/>
            <a:ext cx="352742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B35F8F73-5BEC-44E0-90FC-EE732DD68958}"/>
              </a:ext>
            </a:extLst>
          </p:cNvPr>
          <p:cNvSpPr>
            <a:spLocks noGrp="1" noChangeArrowheads="1"/>
          </p:cNvSpPr>
          <p:nvPr>
            <p:ph type="ctrTitle"/>
          </p:nvPr>
        </p:nvSpPr>
        <p:spPr>
          <a:xfrm>
            <a:off x="3792538" y="2292350"/>
            <a:ext cx="9191625" cy="939800"/>
          </a:xfrm>
        </p:spPr>
        <p:txBody>
          <a:bodyPr/>
          <a:lstStyle/>
          <a:p>
            <a:pPr>
              <a:tabLst>
                <a:tab pos="2328863" algn="l"/>
              </a:tabLst>
            </a:pPr>
            <a:r>
              <a:rPr lang="zh-CN" altLang="en-US" dirty="0"/>
              <a:t>练习：结合</a:t>
            </a:r>
            <a:r>
              <a:rPr lang="en-US" altLang="zh-CN" dirty="0"/>
              <a:t>3*3*3</a:t>
            </a:r>
            <a:r>
              <a:rPr lang="zh-CN" altLang="en-US" dirty="0"/>
              <a:t>法则</a:t>
            </a:r>
          </a:p>
        </p:txBody>
      </p:sp>
      <p:sp>
        <p:nvSpPr>
          <p:cNvPr id="115715" name="页脚占位符 2">
            <a:extLst>
              <a:ext uri="{FF2B5EF4-FFF2-40B4-BE49-F238E27FC236}">
                <a16:creationId xmlns:a16="http://schemas.microsoft.com/office/drawing/2014/main" id="{06BFF032-F5D9-4A82-9DF8-EB72AEB0884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15716" name="灯片编号占位符 3">
            <a:extLst>
              <a:ext uri="{FF2B5EF4-FFF2-40B4-BE49-F238E27FC236}">
                <a16:creationId xmlns:a16="http://schemas.microsoft.com/office/drawing/2014/main" id="{305CB649-AEDD-4A0B-9055-8803A5AB831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C8C78E2-3C16-4EAC-BB50-89AEF7893BA2}" type="slidenum">
              <a:rPr lang="de-DE" altLang="zh-CN" smtClean="0"/>
              <a:pPr/>
              <a:t>80</a:t>
            </a:fld>
            <a:endParaRPr lang="de-DE" altLang="zh-CN"/>
          </a:p>
        </p:txBody>
      </p:sp>
    </p:spTree>
  </p:cSld>
  <p:clrMapOvr>
    <a:masterClrMapping/>
  </p:clrMapOvr>
  <p:transition>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BC52DC9-2610-431A-82DF-4FF0D52FE265}"/>
              </a:ext>
            </a:extLst>
          </p:cNvPr>
          <p:cNvSpPr>
            <a:spLocks noGrp="1"/>
          </p:cNvSpPr>
          <p:nvPr/>
        </p:nvSpPr>
        <p:spPr>
          <a:xfrm>
            <a:off x="558800" y="442912"/>
            <a:ext cx="10287000" cy="523875"/>
          </a:xfrm>
          <a:prstGeom prst="rect">
            <a:avLst/>
          </a:prstGeom>
          <a:noFill/>
          <a:ln w="0">
            <a:noFill/>
            <a:prstDash val="solid"/>
          </a:ln>
        </p:spPr>
        <p:txBody>
          <a:bodyPr anchor="ctr"/>
          <a:lstStyle/>
          <a:p>
            <a:pPr algn="l">
              <a:defRPr sz="2625" b="1">
                <a:solidFill>
                  <a:srgbClr val="101828"/>
                </a:solidFill>
              </a:defRPr>
            </a:pPr>
            <a:r>
              <a:rPr sz="2625" b="1" dirty="0" err="1">
                <a:solidFill>
                  <a:srgbClr val="101828"/>
                </a:solidFill>
                <a:latin typeface="微软雅黑" panose="020B0503020204020204" pitchFamily="34" charset="-122"/>
                <a:ea typeface="微软雅黑" panose="020B0503020204020204" pitchFamily="34" charset="-122"/>
              </a:rPr>
              <a:t>让AI</a:t>
            </a:r>
            <a:r>
              <a:rPr lang="zh-CN" altLang="en-US" sz="2625" b="1" dirty="0">
                <a:solidFill>
                  <a:srgbClr val="101828"/>
                </a:solidFill>
                <a:latin typeface="微软雅黑" panose="020B0503020204020204" pitchFamily="34" charset="-122"/>
                <a:ea typeface="微软雅黑" panose="020B0503020204020204" pitchFamily="34" charset="-122"/>
              </a:rPr>
              <a:t>当批评家</a:t>
            </a:r>
            <a:r>
              <a:rPr sz="2625" b="1" dirty="0">
                <a:solidFill>
                  <a:srgbClr val="101828"/>
                </a:solidFill>
                <a:latin typeface="微软雅黑" panose="020B0503020204020204" pitchFamily="34" charset="-122"/>
                <a:ea typeface="微软雅黑" panose="020B0503020204020204" pitchFamily="34" charset="-122"/>
              </a:rPr>
              <a:t>，</a:t>
            </a:r>
            <a:r>
              <a:rPr sz="2625" b="1" dirty="0" err="1">
                <a:solidFill>
                  <a:srgbClr val="101828"/>
                </a:solidFill>
                <a:latin typeface="微软雅黑" panose="020B0503020204020204" pitchFamily="34" charset="-122"/>
                <a:ea typeface="微软雅黑" panose="020B0503020204020204" pitchFamily="34" charset="-122"/>
              </a:rPr>
              <a:t>再用证据做选择</a:t>
            </a:r>
            <a:endParaRPr sz="2625" b="1" dirty="0">
              <a:solidFill>
                <a:srgbClr val="101828"/>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34E4473A-C907-456A-A264-8AC9ABDC813A}"/>
              </a:ext>
            </a:extLst>
          </p:cNvPr>
          <p:cNvSpPr>
            <a:spLocks noGrp="1"/>
          </p:cNvSpPr>
          <p:nvPr/>
        </p:nvSpPr>
        <p:spPr>
          <a:xfrm>
            <a:off x="609600" y="1381125"/>
            <a:ext cx="10953750" cy="323850"/>
          </a:xfrm>
          <a:prstGeom prst="rect">
            <a:avLst/>
          </a:prstGeom>
          <a:noFill/>
          <a:ln w="0">
            <a:noFill/>
            <a:prstDash val="solid"/>
          </a:ln>
        </p:spPr>
        <p:txBody>
          <a:bodyPr anchor="ctr"/>
          <a:lstStyle/>
          <a:p>
            <a:pPr algn="l">
              <a:defRPr sz="1650" b="1">
                <a:solidFill>
                  <a:srgbClr val="2563EB"/>
                </a:solidFill>
              </a:defRPr>
            </a:pPr>
            <a:r>
              <a:rPr sz="1650" b="1">
                <a:solidFill>
                  <a:srgbClr val="2563EB"/>
                </a:solidFill>
                <a:latin typeface="微软雅黑" panose="020B0503020204020204" pitchFamily="34" charset="-122"/>
                <a:ea typeface="微软雅黑" panose="020B0503020204020204" pitchFamily="34" charset="-122"/>
              </a:rPr>
              <a:t>哪个方案最值得行动，而不是哪个方案听起来最好？</a:t>
            </a:r>
          </a:p>
        </p:txBody>
      </p:sp>
      <p:sp>
        <p:nvSpPr>
          <p:cNvPr id="6" name="矩形: 圆角 5">
            <a:extLst>
              <a:ext uri="{FF2B5EF4-FFF2-40B4-BE49-F238E27FC236}">
                <a16:creationId xmlns:a16="http://schemas.microsoft.com/office/drawing/2014/main" id="{2D0C94CD-94D3-4A17-BF87-BCC4729FBEF6}"/>
              </a:ext>
            </a:extLst>
          </p:cNvPr>
          <p:cNvSpPr>
            <a:spLocks noGrp="1"/>
          </p:cNvSpPr>
          <p:nvPr/>
        </p:nvSpPr>
        <p:spPr>
          <a:xfrm>
            <a:off x="609600" y="1847850"/>
            <a:ext cx="2476500" cy="4171950"/>
          </a:xfrm>
          <a:prstGeom prst="roundRect">
            <a:avLst>
              <a:gd name="adj" fmla="val 4615"/>
            </a:avLst>
          </a:prstGeom>
          <a:solidFill>
            <a:srgbClr val="F2F4F7"/>
          </a:solidFill>
          <a:ln w="9525">
            <a:solidFill>
              <a:srgbClr val="F2F4F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C3A9BFA-B6AE-46F3-9A95-0DCF03EA7EFF}"/>
              </a:ext>
            </a:extLst>
          </p:cNvPr>
          <p:cNvSpPr>
            <a:spLocks noGrp="1"/>
          </p:cNvSpPr>
          <p:nvPr/>
        </p:nvSpPr>
        <p:spPr>
          <a:xfrm>
            <a:off x="800100" y="2038350"/>
            <a:ext cx="190500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用户输入</a:t>
            </a:r>
          </a:p>
        </p:txBody>
      </p:sp>
      <p:sp>
        <p:nvSpPr>
          <p:cNvPr id="8" name="矩形 7">
            <a:extLst>
              <a:ext uri="{FF2B5EF4-FFF2-40B4-BE49-F238E27FC236}">
                <a16:creationId xmlns:a16="http://schemas.microsoft.com/office/drawing/2014/main" id="{1D3743E6-B2BA-4723-9F36-93032CEEA69A}"/>
              </a:ext>
            </a:extLst>
          </p:cNvPr>
          <p:cNvSpPr>
            <a:spLocks noGrp="1"/>
          </p:cNvSpPr>
          <p:nvPr/>
        </p:nvSpPr>
        <p:spPr>
          <a:xfrm>
            <a:off x="800100" y="2381250"/>
            <a:ext cx="2095500" cy="3286125"/>
          </a:xfrm>
          <a:prstGeom prst="rect">
            <a:avLst/>
          </a:prstGeom>
          <a:noFill/>
          <a:ln w="0">
            <a:noFill/>
            <a:prstDash val="solid"/>
          </a:ln>
        </p:spPr>
        <p:txBody>
          <a:bodyPr anchor="ctr"/>
          <a:lstStyle/>
          <a:p>
            <a:pPr algn="l">
              <a:defRPr sz="1275" b="0">
                <a:solidFill>
                  <a:srgbClr val="101828"/>
                </a:solidFill>
              </a:defRPr>
            </a:pPr>
            <a:r>
              <a:rPr sz="1275" b="0">
                <a:solidFill>
                  <a:srgbClr val="101828"/>
                </a:solidFill>
                <a:latin typeface="微软雅黑" panose="020B0503020204020204" pitchFamily="34" charset="-122"/>
                <a:ea typeface="微软雅黑" panose="020B0503020204020204" pitchFamily="34" charset="-122"/>
              </a:rPr>
              <a:t>候选方案；评价维度与权重；预算、人力、时限、合规红线。</a:t>
            </a:r>
          </a:p>
        </p:txBody>
      </p:sp>
      <p:sp>
        <p:nvSpPr>
          <p:cNvPr id="9" name="矩形: 圆角 8">
            <a:extLst>
              <a:ext uri="{FF2B5EF4-FFF2-40B4-BE49-F238E27FC236}">
                <a16:creationId xmlns:a16="http://schemas.microsoft.com/office/drawing/2014/main" id="{EA95BE07-D99D-4ACA-BA70-3211E815FDAC}"/>
              </a:ext>
            </a:extLst>
          </p:cNvPr>
          <p:cNvSpPr>
            <a:spLocks noGrp="1"/>
          </p:cNvSpPr>
          <p:nvPr/>
        </p:nvSpPr>
        <p:spPr>
          <a:xfrm>
            <a:off x="3276600" y="1847850"/>
            <a:ext cx="5334000" cy="4171950"/>
          </a:xfrm>
          <a:prstGeom prst="roundRect">
            <a:avLst>
              <a:gd name="adj" fmla="val 2740"/>
            </a:avLst>
          </a:prstGeom>
          <a:solidFill>
            <a:srgbClr val="EAF2FF"/>
          </a:solidFill>
          <a:ln w="9525">
            <a:solidFill>
              <a:srgbClr val="B2CC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54247B6C-DBD5-4FA0-B37F-7A87212A550C}"/>
              </a:ext>
            </a:extLst>
          </p:cNvPr>
          <p:cNvSpPr>
            <a:spLocks noGrp="1"/>
          </p:cNvSpPr>
          <p:nvPr/>
        </p:nvSpPr>
        <p:spPr>
          <a:xfrm>
            <a:off x="3505200" y="2038350"/>
            <a:ext cx="238125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可复制提示词</a:t>
            </a:r>
          </a:p>
        </p:txBody>
      </p:sp>
      <p:sp>
        <p:nvSpPr>
          <p:cNvPr id="11" name="矩形 10">
            <a:extLst>
              <a:ext uri="{FF2B5EF4-FFF2-40B4-BE49-F238E27FC236}">
                <a16:creationId xmlns:a16="http://schemas.microsoft.com/office/drawing/2014/main" id="{F739862D-B9FC-4DF6-834A-722774BEE1E5}"/>
              </a:ext>
            </a:extLst>
          </p:cNvPr>
          <p:cNvSpPr>
            <a:spLocks noGrp="1"/>
          </p:cNvSpPr>
          <p:nvPr/>
        </p:nvSpPr>
        <p:spPr>
          <a:xfrm>
            <a:off x="3505200" y="2381250"/>
            <a:ext cx="4876800" cy="33337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切换为“AI红队”。你的任务不是支持方案，而是证明它可能失败。</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第一轮：从成本、时间、人员、流程、技术、利益相关者、合规、二阶影响逐项攻击。</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第二轮：做Pre-mortem——假设6个月后彻底失败，推演最可能的5条失败链。</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第三轮：指出可逆与不可逆决策，并提出降风险修改。</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最后按价值、成本、可行性、风险、速度评分；区分事实评分与假设评分，不替我做最终决定。</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【方案与约束】粘贴内容</a:t>
            </a:r>
          </a:p>
        </p:txBody>
      </p:sp>
      <p:sp>
        <p:nvSpPr>
          <p:cNvPr id="12" name="矩形: 圆角 11">
            <a:extLst>
              <a:ext uri="{FF2B5EF4-FFF2-40B4-BE49-F238E27FC236}">
                <a16:creationId xmlns:a16="http://schemas.microsoft.com/office/drawing/2014/main" id="{ED86F15F-C81F-4B16-A4D5-41DA318E1560}"/>
              </a:ext>
            </a:extLst>
          </p:cNvPr>
          <p:cNvSpPr>
            <a:spLocks noGrp="1"/>
          </p:cNvSpPr>
          <p:nvPr/>
        </p:nvSpPr>
        <p:spPr>
          <a:xfrm>
            <a:off x="8801100" y="1847850"/>
            <a:ext cx="2781300" cy="1952625"/>
          </a:xfrm>
          <a:prstGeom prst="roundRect">
            <a:avLst>
              <a:gd name="adj" fmla="val 585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D08BDEB6-D6F6-40AF-B410-6FF622F51102}"/>
              </a:ext>
            </a:extLst>
          </p:cNvPr>
          <p:cNvSpPr>
            <a:spLocks noGrp="1"/>
          </p:cNvSpPr>
          <p:nvPr/>
        </p:nvSpPr>
        <p:spPr>
          <a:xfrm>
            <a:off x="9010650" y="2038350"/>
            <a:ext cx="2095500" cy="228600"/>
          </a:xfrm>
          <a:prstGeom prst="rect">
            <a:avLst/>
          </a:prstGeom>
          <a:noFill/>
          <a:ln w="0">
            <a:noFill/>
            <a:prstDash val="solid"/>
          </a:ln>
        </p:spPr>
        <p:txBody>
          <a:bodyPr anchor="ctr"/>
          <a:lstStyle/>
          <a:p>
            <a:pPr algn="l">
              <a:defRPr sz="1125" b="1">
                <a:solidFill>
                  <a:srgbClr val="12B76A"/>
                </a:solidFill>
              </a:defRPr>
            </a:pPr>
            <a:r>
              <a:rPr sz="1125" b="1">
                <a:solidFill>
                  <a:srgbClr val="12B76A"/>
                </a:solidFill>
                <a:latin typeface="微软雅黑" panose="020B0503020204020204" pitchFamily="34" charset="-122"/>
                <a:ea typeface="微软雅黑" panose="020B0503020204020204" pitchFamily="34" charset="-122"/>
              </a:rPr>
              <a:t>AI输出</a:t>
            </a:r>
          </a:p>
        </p:txBody>
      </p:sp>
      <p:sp>
        <p:nvSpPr>
          <p:cNvPr id="14" name="矩形 13">
            <a:extLst>
              <a:ext uri="{FF2B5EF4-FFF2-40B4-BE49-F238E27FC236}">
                <a16:creationId xmlns:a16="http://schemas.microsoft.com/office/drawing/2014/main" id="{70D798E4-3B83-418D-8398-A33F2D131109}"/>
              </a:ext>
            </a:extLst>
          </p:cNvPr>
          <p:cNvSpPr>
            <a:spLocks noGrp="1"/>
          </p:cNvSpPr>
          <p:nvPr/>
        </p:nvSpPr>
        <p:spPr>
          <a:xfrm>
            <a:off x="9010650" y="2381250"/>
            <a:ext cx="2362200" cy="11620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红队攻击；失败链；降风险动作；加权矩阵与敏感项。</a:t>
            </a:r>
          </a:p>
        </p:txBody>
      </p:sp>
      <p:sp>
        <p:nvSpPr>
          <p:cNvPr id="15" name="矩形: 圆角 14">
            <a:extLst>
              <a:ext uri="{FF2B5EF4-FFF2-40B4-BE49-F238E27FC236}">
                <a16:creationId xmlns:a16="http://schemas.microsoft.com/office/drawing/2014/main" id="{D9F9E834-EF0B-4ACD-A5A7-B970C5F8E7B3}"/>
              </a:ext>
            </a:extLst>
          </p:cNvPr>
          <p:cNvSpPr>
            <a:spLocks noGrp="1"/>
          </p:cNvSpPr>
          <p:nvPr/>
        </p:nvSpPr>
        <p:spPr>
          <a:xfrm>
            <a:off x="8801100" y="3990975"/>
            <a:ext cx="2781300" cy="2028825"/>
          </a:xfrm>
          <a:prstGeom prst="roundRect">
            <a:avLst>
              <a:gd name="adj" fmla="val 563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BA3D9A91-A7D6-44C1-B0E9-73F1869F24F7}"/>
              </a:ext>
            </a:extLst>
          </p:cNvPr>
          <p:cNvSpPr>
            <a:spLocks noGrp="1"/>
          </p:cNvSpPr>
          <p:nvPr/>
        </p:nvSpPr>
        <p:spPr>
          <a:xfrm>
            <a:off x="9010650" y="4181475"/>
            <a:ext cx="2095500" cy="228600"/>
          </a:xfrm>
          <a:prstGeom prst="rect">
            <a:avLst/>
          </a:prstGeom>
          <a:noFill/>
          <a:ln w="0">
            <a:noFill/>
            <a:prstDash val="solid"/>
          </a:ln>
        </p:spPr>
        <p:txBody>
          <a:bodyPr anchor="ctr"/>
          <a:lstStyle/>
          <a:p>
            <a:pPr algn="l">
              <a:defRPr sz="1125" b="1">
                <a:solidFill>
                  <a:srgbClr val="F79009"/>
                </a:solidFill>
              </a:defRPr>
            </a:pPr>
            <a:r>
              <a:rPr sz="1125" b="1">
                <a:solidFill>
                  <a:srgbClr val="F79009"/>
                </a:solidFill>
                <a:latin typeface="微软雅黑" panose="020B0503020204020204" pitchFamily="34" charset="-122"/>
                <a:ea typeface="微软雅黑" panose="020B0503020204020204" pitchFamily="34" charset="-122"/>
              </a:rPr>
              <a:t>人工判断</a:t>
            </a:r>
          </a:p>
        </p:txBody>
      </p:sp>
      <p:sp>
        <p:nvSpPr>
          <p:cNvPr id="17" name="矩形 16">
            <a:extLst>
              <a:ext uri="{FF2B5EF4-FFF2-40B4-BE49-F238E27FC236}">
                <a16:creationId xmlns:a16="http://schemas.microsoft.com/office/drawing/2014/main" id="{F621CC9D-F73B-4F60-A804-0AC917DEE55B}"/>
              </a:ext>
            </a:extLst>
          </p:cNvPr>
          <p:cNvSpPr>
            <a:spLocks noGrp="1"/>
          </p:cNvSpPr>
          <p:nvPr/>
        </p:nvSpPr>
        <p:spPr>
          <a:xfrm>
            <a:off x="9010650" y="4524375"/>
            <a:ext cx="2362200" cy="12382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Gate 3：风险可接受吗？关键假设能否先验证？由决策者最终拍板。</a:t>
            </a:r>
          </a:p>
        </p:txBody>
      </p:sp>
      <p:sp>
        <p:nvSpPr>
          <p:cNvPr id="21" name="页脚占位符 3">
            <a:extLst>
              <a:ext uri="{FF2B5EF4-FFF2-40B4-BE49-F238E27FC236}">
                <a16:creationId xmlns:a16="http://schemas.microsoft.com/office/drawing/2014/main" id="{D2A5C157-3C68-598F-0DDE-871D9EEE200B}"/>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dirty="0">
                <a:solidFill>
                  <a:schemeClr val="bg2"/>
                </a:solidFill>
              </a:rPr>
              <a:t>Leo Huang</a:t>
            </a:r>
            <a:endParaRPr lang="de-DE" altLang="zh-CN" sz="1050" dirty="0">
              <a:solidFill>
                <a:schemeClr val="bg2"/>
              </a:solidFill>
            </a:endParaRPr>
          </a:p>
        </p:txBody>
      </p:sp>
      <p:sp>
        <p:nvSpPr>
          <p:cNvPr id="23" name="灯片编号占位符 4">
            <a:extLst>
              <a:ext uri="{FF2B5EF4-FFF2-40B4-BE49-F238E27FC236}">
                <a16:creationId xmlns:a16="http://schemas.microsoft.com/office/drawing/2014/main" id="{50307BAB-486C-ACAB-15B5-B9A3163ACB21}"/>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81</a:t>
            </a:fld>
            <a:endParaRPr lang="de-DE" altLang="zh-CN" sz="1050" dirty="0">
              <a:solidFill>
                <a:schemeClr val="bg2"/>
              </a:solidFill>
            </a:endParaRPr>
          </a:p>
        </p:txBody>
      </p:sp>
    </p:spTree>
    <p:extLst>
      <p:ext uri="{BB962C8B-B14F-4D97-AF65-F5344CB8AC3E}">
        <p14:creationId xmlns:p14="http://schemas.microsoft.com/office/powerpoint/2010/main" val="17117302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8FADB5-3CE6-42C4-B8A1-42FC841A5C23}"/>
              </a:ext>
            </a:extLst>
          </p:cNvPr>
          <p:cNvSpPr>
            <a:spLocks noGrp="1"/>
          </p:cNvSpPr>
          <p:nvPr>
            <p:ph type="title"/>
          </p:nvPr>
        </p:nvSpPr>
        <p:spPr/>
        <p:txBody>
          <a:bodyPr/>
          <a:lstStyle/>
          <a:p>
            <a:r>
              <a:rPr lang="zh-CN" altLang="en-US" dirty="0"/>
              <a:t>制定明确具体的计划</a:t>
            </a:r>
          </a:p>
        </p:txBody>
      </p:sp>
      <p:sp>
        <p:nvSpPr>
          <p:cNvPr id="4" name="页脚占位符 3">
            <a:extLst>
              <a:ext uri="{FF2B5EF4-FFF2-40B4-BE49-F238E27FC236}">
                <a16:creationId xmlns:a16="http://schemas.microsoft.com/office/drawing/2014/main" id="{482C651E-F611-45C3-A55E-6F974FEE449A}"/>
              </a:ext>
            </a:extLst>
          </p:cNvPr>
          <p:cNvSpPr>
            <a:spLocks noGrp="1"/>
          </p:cNvSpPr>
          <p:nvPr>
            <p:ph type="ftr" sz="quarter" idx="10"/>
          </p:nvPr>
        </p:nvSpPr>
        <p:spPr/>
        <p:txBody>
          <a:bodyPr/>
          <a:lstStyle/>
          <a:p>
            <a:pPr>
              <a:defRPr/>
            </a:pPr>
            <a:r>
              <a:rPr lang="en-US" altLang="zh-CN"/>
              <a:t>Leo Huang</a:t>
            </a:r>
            <a:endParaRPr lang="de-DE" altLang="zh-CN"/>
          </a:p>
        </p:txBody>
      </p:sp>
      <p:sp>
        <p:nvSpPr>
          <p:cNvPr id="5" name="灯片编号占位符 4">
            <a:extLst>
              <a:ext uri="{FF2B5EF4-FFF2-40B4-BE49-F238E27FC236}">
                <a16:creationId xmlns:a16="http://schemas.microsoft.com/office/drawing/2014/main" id="{2CB10CBE-EFE3-46F4-85CE-6A57344DDE52}"/>
              </a:ext>
            </a:extLst>
          </p:cNvPr>
          <p:cNvSpPr>
            <a:spLocks noGrp="1"/>
          </p:cNvSpPr>
          <p:nvPr>
            <p:ph type="sldNum" sz="quarter" idx="11"/>
          </p:nvPr>
        </p:nvSpPr>
        <p:spPr/>
        <p:txBody>
          <a:bodyPr/>
          <a:lstStyle/>
          <a:p>
            <a:pPr>
              <a:defRPr/>
            </a:pPr>
            <a:fld id="{D44A443A-BB59-4DB5-BA6B-D040949057C0}" type="slidenum">
              <a:rPr lang="de-DE" altLang="zh-CN" smtClean="0"/>
              <a:pPr>
                <a:defRPr/>
              </a:pPr>
              <a:t>82</a:t>
            </a:fld>
            <a:endParaRPr lang="de-DE" altLang="zh-CN"/>
          </a:p>
        </p:txBody>
      </p:sp>
      <p:sp>
        <p:nvSpPr>
          <p:cNvPr id="6" name="矩形 5">
            <a:extLst>
              <a:ext uri="{FF2B5EF4-FFF2-40B4-BE49-F238E27FC236}">
                <a16:creationId xmlns:a16="http://schemas.microsoft.com/office/drawing/2014/main" id="{C323F3F4-BCC9-4E4D-AE19-7894AE6434D3}"/>
              </a:ext>
            </a:extLst>
          </p:cNvPr>
          <p:cNvSpPr/>
          <p:nvPr/>
        </p:nvSpPr>
        <p:spPr>
          <a:xfrm>
            <a:off x="1775520" y="2060848"/>
            <a:ext cx="576064" cy="32043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10EEE19-B2FA-4ADE-A2F3-B9C1C330AA06}"/>
              </a:ext>
            </a:extLst>
          </p:cNvPr>
          <p:cNvSpPr/>
          <p:nvPr/>
        </p:nvSpPr>
        <p:spPr>
          <a:xfrm>
            <a:off x="2855640" y="4113075"/>
            <a:ext cx="576064" cy="115271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D2CE13C-F337-4735-9B87-DA14C7452AA3}"/>
              </a:ext>
            </a:extLst>
          </p:cNvPr>
          <p:cNvSpPr/>
          <p:nvPr/>
        </p:nvSpPr>
        <p:spPr>
          <a:xfrm>
            <a:off x="3935760" y="4113075"/>
            <a:ext cx="576064" cy="11527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EF70FCA1-B07B-4BD6-8C36-6AA9C4EA207D}"/>
              </a:ext>
            </a:extLst>
          </p:cNvPr>
          <p:cNvCxnSpPr/>
          <p:nvPr/>
        </p:nvCxnSpPr>
        <p:spPr>
          <a:xfrm flipV="1">
            <a:off x="1595500" y="5265204"/>
            <a:ext cx="3168352" cy="5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673B5AA8-EB0F-4FAE-AEED-C713706B9770}"/>
              </a:ext>
            </a:extLst>
          </p:cNvPr>
          <p:cNvSpPr txBox="1"/>
          <p:nvPr/>
        </p:nvSpPr>
        <p:spPr>
          <a:xfrm>
            <a:off x="1603001" y="1673728"/>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100</a:t>
            </a:r>
            <a:r>
              <a:rPr lang="zh-CN" altLang="en-US">
                <a:latin typeface="微软雅黑" panose="020B0503020204020204" pitchFamily="34" charset="-122"/>
                <a:ea typeface="微软雅黑" panose="020B0503020204020204" pitchFamily="34" charset="-122"/>
              </a:rPr>
              <a:t>分</a:t>
            </a:r>
          </a:p>
        </p:txBody>
      </p:sp>
      <p:sp>
        <p:nvSpPr>
          <p:cNvPr id="13" name="文本框 12">
            <a:extLst>
              <a:ext uri="{FF2B5EF4-FFF2-40B4-BE49-F238E27FC236}">
                <a16:creationId xmlns:a16="http://schemas.microsoft.com/office/drawing/2014/main" id="{1C929C0D-67F9-4329-8B5D-14F613667839}"/>
              </a:ext>
            </a:extLst>
          </p:cNvPr>
          <p:cNvSpPr txBox="1"/>
          <p:nvPr/>
        </p:nvSpPr>
        <p:spPr>
          <a:xfrm>
            <a:off x="3795494" y="3784338"/>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30</a:t>
            </a:r>
            <a:r>
              <a:rPr lang="zh-CN" altLang="en-US">
                <a:latin typeface="微软雅黑" panose="020B0503020204020204" pitchFamily="34" charset="-122"/>
                <a:ea typeface="微软雅黑" panose="020B0503020204020204" pitchFamily="34" charset="-122"/>
              </a:rPr>
              <a:t>分</a:t>
            </a:r>
          </a:p>
        </p:txBody>
      </p:sp>
      <p:sp>
        <p:nvSpPr>
          <p:cNvPr id="14" name="文本框 13">
            <a:extLst>
              <a:ext uri="{FF2B5EF4-FFF2-40B4-BE49-F238E27FC236}">
                <a16:creationId xmlns:a16="http://schemas.microsoft.com/office/drawing/2014/main" id="{A6029148-FE90-481F-BEC0-C0AA80A36692}"/>
              </a:ext>
            </a:extLst>
          </p:cNvPr>
          <p:cNvSpPr txBox="1"/>
          <p:nvPr/>
        </p:nvSpPr>
        <p:spPr>
          <a:xfrm>
            <a:off x="2747628" y="3789040"/>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30%</a:t>
            </a:r>
            <a:endParaRPr lang="zh-CN" altLang="en-US">
              <a:latin typeface="微软雅黑" panose="020B0503020204020204" pitchFamily="34" charset="-122"/>
              <a:ea typeface="微软雅黑" panose="020B0503020204020204" pitchFamily="34" charset="-122"/>
            </a:endParaRPr>
          </a:p>
        </p:txBody>
      </p:sp>
      <p:cxnSp>
        <p:nvCxnSpPr>
          <p:cNvPr id="16" name="直接连接符 15">
            <a:extLst>
              <a:ext uri="{FF2B5EF4-FFF2-40B4-BE49-F238E27FC236}">
                <a16:creationId xmlns:a16="http://schemas.microsoft.com/office/drawing/2014/main" id="{5D5E8F90-AEF5-4B40-BDE9-CF47A60CF3A0}"/>
              </a:ext>
            </a:extLst>
          </p:cNvPr>
          <p:cNvCxnSpPr/>
          <p:nvPr/>
        </p:nvCxnSpPr>
        <p:spPr>
          <a:xfrm>
            <a:off x="2351584" y="2060848"/>
            <a:ext cx="504056" cy="2097524"/>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92AACCC-D200-4445-8958-3BF90B0A5C7E}"/>
              </a:ext>
            </a:extLst>
          </p:cNvPr>
          <p:cNvCxnSpPr>
            <a:cxnSpLocks/>
          </p:cNvCxnSpPr>
          <p:nvPr/>
        </p:nvCxnSpPr>
        <p:spPr>
          <a:xfrm>
            <a:off x="3418389" y="4113075"/>
            <a:ext cx="51737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B80E28B-F5E9-4842-A0AF-81769AC31451}"/>
              </a:ext>
            </a:extLst>
          </p:cNvPr>
          <p:cNvSpPr txBox="1"/>
          <p:nvPr/>
        </p:nvSpPr>
        <p:spPr>
          <a:xfrm>
            <a:off x="1819025" y="5327045"/>
            <a:ext cx="856595" cy="646331"/>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完美方案</a:t>
            </a:r>
          </a:p>
        </p:txBody>
      </p:sp>
      <p:sp>
        <p:nvSpPr>
          <p:cNvPr id="23" name="文本框 22">
            <a:extLst>
              <a:ext uri="{FF2B5EF4-FFF2-40B4-BE49-F238E27FC236}">
                <a16:creationId xmlns:a16="http://schemas.microsoft.com/office/drawing/2014/main" id="{07D89D89-EAD3-4080-BF2E-6BBFA109D4D5}"/>
              </a:ext>
            </a:extLst>
          </p:cNvPr>
          <p:cNvSpPr txBox="1"/>
          <p:nvPr/>
        </p:nvSpPr>
        <p:spPr>
          <a:xfrm>
            <a:off x="2711624" y="5338953"/>
            <a:ext cx="932353" cy="369332"/>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实施率</a:t>
            </a:r>
          </a:p>
        </p:txBody>
      </p:sp>
      <p:sp>
        <p:nvSpPr>
          <p:cNvPr id="24" name="文本框 23">
            <a:extLst>
              <a:ext uri="{FF2B5EF4-FFF2-40B4-BE49-F238E27FC236}">
                <a16:creationId xmlns:a16="http://schemas.microsoft.com/office/drawing/2014/main" id="{BC9F8DF2-E823-465A-B9F3-781C4CBB3A63}"/>
              </a:ext>
            </a:extLst>
          </p:cNvPr>
          <p:cNvSpPr txBox="1"/>
          <p:nvPr/>
        </p:nvSpPr>
        <p:spPr>
          <a:xfrm>
            <a:off x="3975515" y="5363924"/>
            <a:ext cx="932353" cy="369332"/>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效果</a:t>
            </a:r>
          </a:p>
        </p:txBody>
      </p:sp>
      <p:sp>
        <p:nvSpPr>
          <p:cNvPr id="25" name="矩形 24">
            <a:extLst>
              <a:ext uri="{FF2B5EF4-FFF2-40B4-BE49-F238E27FC236}">
                <a16:creationId xmlns:a16="http://schemas.microsoft.com/office/drawing/2014/main" id="{1CA38DFB-D25B-4389-8037-4A2BFDF74112}"/>
              </a:ext>
            </a:extLst>
          </p:cNvPr>
          <p:cNvSpPr/>
          <p:nvPr/>
        </p:nvSpPr>
        <p:spPr>
          <a:xfrm>
            <a:off x="6420036" y="2806764"/>
            <a:ext cx="576064" cy="244951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8C118CB7-54FE-493E-9A48-178C2F1F328F}"/>
              </a:ext>
            </a:extLst>
          </p:cNvPr>
          <p:cNvSpPr/>
          <p:nvPr/>
        </p:nvSpPr>
        <p:spPr>
          <a:xfrm>
            <a:off x="7500156" y="3174257"/>
            <a:ext cx="576064" cy="208260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B7DD9C30-AF69-4CFE-A4A4-238C457346D6}"/>
              </a:ext>
            </a:extLst>
          </p:cNvPr>
          <p:cNvSpPr/>
          <p:nvPr/>
        </p:nvSpPr>
        <p:spPr>
          <a:xfrm>
            <a:off x="8580276" y="3133039"/>
            <a:ext cx="576064" cy="21238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a:extLst>
              <a:ext uri="{FF2B5EF4-FFF2-40B4-BE49-F238E27FC236}">
                <a16:creationId xmlns:a16="http://schemas.microsoft.com/office/drawing/2014/main" id="{7566298E-0FE9-42B0-B33F-C53ACA0B9C1C}"/>
              </a:ext>
            </a:extLst>
          </p:cNvPr>
          <p:cNvCxnSpPr/>
          <p:nvPr/>
        </p:nvCxnSpPr>
        <p:spPr>
          <a:xfrm flipV="1">
            <a:off x="6240016" y="5256280"/>
            <a:ext cx="3168352" cy="5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D05F4890-F1FB-4121-8EE6-B7CDEE8085E3}"/>
              </a:ext>
            </a:extLst>
          </p:cNvPr>
          <p:cNvSpPr txBox="1"/>
          <p:nvPr/>
        </p:nvSpPr>
        <p:spPr>
          <a:xfrm>
            <a:off x="6373894" y="2336884"/>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80</a:t>
            </a:r>
            <a:r>
              <a:rPr lang="zh-CN" altLang="en-US">
                <a:latin typeface="微软雅黑" panose="020B0503020204020204" pitchFamily="34" charset="-122"/>
                <a:ea typeface="微软雅黑" panose="020B0503020204020204" pitchFamily="34" charset="-122"/>
              </a:rPr>
              <a:t>分</a:t>
            </a:r>
          </a:p>
        </p:txBody>
      </p:sp>
      <p:sp>
        <p:nvSpPr>
          <p:cNvPr id="30" name="文本框 29">
            <a:extLst>
              <a:ext uri="{FF2B5EF4-FFF2-40B4-BE49-F238E27FC236}">
                <a16:creationId xmlns:a16="http://schemas.microsoft.com/office/drawing/2014/main" id="{F50E8E78-0017-4953-8850-99D74AC664A8}"/>
              </a:ext>
            </a:extLst>
          </p:cNvPr>
          <p:cNvSpPr txBox="1"/>
          <p:nvPr/>
        </p:nvSpPr>
        <p:spPr>
          <a:xfrm>
            <a:off x="8526899" y="2665572"/>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72</a:t>
            </a:r>
            <a:r>
              <a:rPr lang="zh-CN" altLang="en-US">
                <a:latin typeface="微软雅黑" panose="020B0503020204020204" pitchFamily="34" charset="-122"/>
                <a:ea typeface="微软雅黑" panose="020B0503020204020204" pitchFamily="34" charset="-122"/>
              </a:rPr>
              <a:t>分</a:t>
            </a:r>
          </a:p>
        </p:txBody>
      </p:sp>
      <p:sp>
        <p:nvSpPr>
          <p:cNvPr id="31" name="文本框 30">
            <a:extLst>
              <a:ext uri="{FF2B5EF4-FFF2-40B4-BE49-F238E27FC236}">
                <a16:creationId xmlns:a16="http://schemas.microsoft.com/office/drawing/2014/main" id="{53507DEF-AD0E-4892-9C71-9C50B49712F5}"/>
              </a:ext>
            </a:extLst>
          </p:cNvPr>
          <p:cNvSpPr txBox="1"/>
          <p:nvPr/>
        </p:nvSpPr>
        <p:spPr>
          <a:xfrm>
            <a:off x="7547568" y="2663880"/>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90%</a:t>
            </a:r>
            <a:endParaRPr lang="zh-CN" altLang="en-US">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BC62AB2C-91B9-48CB-89A6-DC661C811745}"/>
              </a:ext>
            </a:extLst>
          </p:cNvPr>
          <p:cNvCxnSpPr>
            <a:cxnSpLocks/>
          </p:cNvCxnSpPr>
          <p:nvPr/>
        </p:nvCxnSpPr>
        <p:spPr>
          <a:xfrm>
            <a:off x="6996100" y="2806764"/>
            <a:ext cx="517371" cy="367493"/>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A83E78B-3B94-45A2-B437-369359EA3ED5}"/>
              </a:ext>
            </a:extLst>
          </p:cNvPr>
          <p:cNvCxnSpPr>
            <a:cxnSpLocks/>
          </p:cNvCxnSpPr>
          <p:nvPr/>
        </p:nvCxnSpPr>
        <p:spPr>
          <a:xfrm>
            <a:off x="8062905" y="3176972"/>
            <a:ext cx="51737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F9978121-7E4E-4C45-B398-D09643CEDD3D}"/>
              </a:ext>
            </a:extLst>
          </p:cNvPr>
          <p:cNvSpPr txBox="1"/>
          <p:nvPr/>
        </p:nvSpPr>
        <p:spPr>
          <a:xfrm>
            <a:off x="6463541" y="5318121"/>
            <a:ext cx="856595" cy="646331"/>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完美方案</a:t>
            </a:r>
          </a:p>
        </p:txBody>
      </p:sp>
      <p:sp>
        <p:nvSpPr>
          <p:cNvPr id="35" name="文本框 34">
            <a:extLst>
              <a:ext uri="{FF2B5EF4-FFF2-40B4-BE49-F238E27FC236}">
                <a16:creationId xmlns:a16="http://schemas.microsoft.com/office/drawing/2014/main" id="{C1AC4B08-80F0-42A4-AA0C-84A4FC32AE0F}"/>
              </a:ext>
            </a:extLst>
          </p:cNvPr>
          <p:cNvSpPr txBox="1"/>
          <p:nvPr/>
        </p:nvSpPr>
        <p:spPr>
          <a:xfrm>
            <a:off x="7356140" y="5330029"/>
            <a:ext cx="932353" cy="369332"/>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实施率</a:t>
            </a:r>
          </a:p>
        </p:txBody>
      </p:sp>
      <p:sp>
        <p:nvSpPr>
          <p:cNvPr id="36" name="文本框 35">
            <a:extLst>
              <a:ext uri="{FF2B5EF4-FFF2-40B4-BE49-F238E27FC236}">
                <a16:creationId xmlns:a16="http://schemas.microsoft.com/office/drawing/2014/main" id="{0A23F6F0-D389-45D0-849D-5C792DAF6DE7}"/>
              </a:ext>
            </a:extLst>
          </p:cNvPr>
          <p:cNvSpPr txBox="1"/>
          <p:nvPr/>
        </p:nvSpPr>
        <p:spPr>
          <a:xfrm>
            <a:off x="8620031" y="5355000"/>
            <a:ext cx="932353" cy="369332"/>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效果</a:t>
            </a:r>
          </a:p>
        </p:txBody>
      </p:sp>
      <p:cxnSp>
        <p:nvCxnSpPr>
          <p:cNvPr id="39" name="直接连接符 38">
            <a:extLst>
              <a:ext uri="{FF2B5EF4-FFF2-40B4-BE49-F238E27FC236}">
                <a16:creationId xmlns:a16="http://schemas.microsoft.com/office/drawing/2014/main" id="{5F762611-A71D-4487-9B28-A4798CAFD0EF}"/>
              </a:ext>
            </a:extLst>
          </p:cNvPr>
          <p:cNvCxnSpPr>
            <a:cxnSpLocks/>
          </p:cNvCxnSpPr>
          <p:nvPr/>
        </p:nvCxnSpPr>
        <p:spPr>
          <a:xfrm flipV="1">
            <a:off x="4505166" y="4076309"/>
            <a:ext cx="4651174" cy="2874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5747EAD-5852-4741-9B5C-33D156C1D4F9}"/>
              </a:ext>
            </a:extLst>
          </p:cNvPr>
          <p:cNvCxnSpPr>
            <a:cxnSpLocks/>
          </p:cNvCxnSpPr>
          <p:nvPr/>
        </p:nvCxnSpPr>
        <p:spPr>
          <a:xfrm>
            <a:off x="9336360" y="3784338"/>
            <a:ext cx="0" cy="291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DB03503-0EDC-4A34-B995-A8061F69BBA1}"/>
              </a:ext>
            </a:extLst>
          </p:cNvPr>
          <p:cNvCxnSpPr>
            <a:cxnSpLocks/>
          </p:cNvCxnSpPr>
          <p:nvPr/>
        </p:nvCxnSpPr>
        <p:spPr>
          <a:xfrm flipV="1">
            <a:off x="9336360" y="3133039"/>
            <a:ext cx="0" cy="327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5D4E2331-EF1B-4AF2-99AC-ED068043BD58}"/>
              </a:ext>
            </a:extLst>
          </p:cNvPr>
          <p:cNvSpPr txBox="1"/>
          <p:nvPr/>
        </p:nvSpPr>
        <p:spPr>
          <a:xfrm>
            <a:off x="9079038" y="3439112"/>
            <a:ext cx="856595" cy="369332"/>
          </a:xfrm>
          <a:prstGeom prst="rect">
            <a:avLst/>
          </a:prstGeom>
          <a:noFill/>
        </p:spPr>
        <p:txBody>
          <a:bodyPr wrap="square" rtlCol="0">
            <a:spAutoFit/>
          </a:bodyPr>
          <a:lstStyle/>
          <a:p>
            <a:r>
              <a:rPr lang="en-US" altLang="zh-CN">
                <a:latin typeface="微软雅黑" panose="020B0503020204020204" pitchFamily="34" charset="-122"/>
                <a:ea typeface="微软雅黑" panose="020B0503020204020204" pitchFamily="34" charset="-122"/>
              </a:rPr>
              <a:t>42</a:t>
            </a:r>
            <a:r>
              <a:rPr lang="zh-CN" altLang="en-US">
                <a:latin typeface="微软雅黑" panose="020B0503020204020204" pitchFamily="34" charset="-122"/>
                <a:ea typeface="微软雅黑" panose="020B0503020204020204" pitchFamily="34" charset="-122"/>
              </a:rPr>
              <a:t>分</a:t>
            </a:r>
          </a:p>
        </p:txBody>
      </p:sp>
    </p:spTree>
    <p:extLst>
      <p:ext uri="{BB962C8B-B14F-4D97-AF65-F5344CB8AC3E}">
        <p14:creationId xmlns:p14="http://schemas.microsoft.com/office/powerpoint/2010/main" val="1485224272"/>
      </p:ext>
    </p:extLst>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a:extLst>
              <a:ext uri="{FF2B5EF4-FFF2-40B4-BE49-F238E27FC236}">
                <a16:creationId xmlns:a16="http://schemas.microsoft.com/office/drawing/2014/main" id="{6AEFECF0-5B05-4868-97D6-655FAF4312C1}"/>
              </a:ext>
            </a:extLst>
          </p:cNvPr>
          <p:cNvSpPr>
            <a:spLocks noGrp="1" noChangeArrowheads="1"/>
          </p:cNvSpPr>
          <p:nvPr>
            <p:ph type="title"/>
          </p:nvPr>
        </p:nvSpPr>
        <p:spPr/>
        <p:txBody>
          <a:bodyPr/>
          <a:lstStyle/>
          <a:p>
            <a:r>
              <a:rPr lang="zh-CN" altLang="en-US" dirty="0"/>
              <a:t>例子</a:t>
            </a:r>
            <a:r>
              <a:rPr lang="en-US" altLang="zh-CN" dirty="0"/>
              <a:t>:</a:t>
            </a:r>
            <a:r>
              <a:rPr lang="zh-CN" altLang="en-US" dirty="0"/>
              <a:t>计划表</a:t>
            </a:r>
          </a:p>
        </p:txBody>
      </p:sp>
      <p:sp>
        <p:nvSpPr>
          <p:cNvPr id="4" name="页脚占位符 3">
            <a:extLst>
              <a:ext uri="{FF2B5EF4-FFF2-40B4-BE49-F238E27FC236}">
                <a16:creationId xmlns:a16="http://schemas.microsoft.com/office/drawing/2014/main" id="{BFEE141C-BD5C-4057-8572-3BDC5CED2B08}"/>
              </a:ext>
            </a:extLst>
          </p:cNvPr>
          <p:cNvSpPr>
            <a:spLocks noGrp="1"/>
          </p:cNvSpPr>
          <p:nvPr>
            <p:ph type="ftr" sz="quarter" idx="10"/>
          </p:nvPr>
        </p:nvSpPr>
        <p:spPr/>
        <p:txBody>
          <a:bodyPr/>
          <a:lstStyle/>
          <a:p>
            <a:pPr>
              <a:defRPr/>
            </a:pPr>
            <a:r>
              <a:rPr lang="de-DE"/>
              <a:t>Leo Huang</a:t>
            </a:r>
          </a:p>
        </p:txBody>
      </p:sp>
      <p:sp>
        <p:nvSpPr>
          <p:cNvPr id="130052" name="灯片编号占位符 4">
            <a:extLst>
              <a:ext uri="{FF2B5EF4-FFF2-40B4-BE49-F238E27FC236}">
                <a16:creationId xmlns:a16="http://schemas.microsoft.com/office/drawing/2014/main" id="{516F4D92-C5ED-4887-ABDC-968CDD36FF2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35BF1C8-5D2B-4C78-9110-5CD8445933EA}" type="slidenum">
              <a:rPr lang="de-DE" altLang="zh-CN" smtClean="0"/>
              <a:pPr/>
              <a:t>83</a:t>
            </a:fld>
            <a:endParaRPr lang="de-DE" altLang="zh-CN"/>
          </a:p>
        </p:txBody>
      </p:sp>
      <p:pic>
        <p:nvPicPr>
          <p:cNvPr id="130053" name="Picture 6">
            <a:extLst>
              <a:ext uri="{FF2B5EF4-FFF2-40B4-BE49-F238E27FC236}">
                <a16:creationId xmlns:a16="http://schemas.microsoft.com/office/drawing/2014/main" id="{50B67BD5-58C8-4A38-B570-9027D0CAE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92" y="107951"/>
            <a:ext cx="11733896" cy="6250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5508539"/>
      </p:ext>
    </p:extLst>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a:extLst>
              <a:ext uri="{FF2B5EF4-FFF2-40B4-BE49-F238E27FC236}">
                <a16:creationId xmlns:a16="http://schemas.microsoft.com/office/drawing/2014/main" id="{0D215E7E-8587-4BDD-AB5E-08D83F53ED16}"/>
              </a:ext>
            </a:extLst>
          </p:cNvPr>
          <p:cNvSpPr>
            <a:spLocks noGrp="1" noChangeArrowheads="1"/>
          </p:cNvSpPr>
          <p:nvPr>
            <p:ph type="title"/>
          </p:nvPr>
        </p:nvSpPr>
        <p:spPr>
          <a:xfrm>
            <a:off x="623888" y="244475"/>
            <a:ext cx="9312275" cy="647700"/>
          </a:xfrm>
        </p:spPr>
        <p:txBody>
          <a:bodyPr/>
          <a:lstStyle/>
          <a:p>
            <a:r>
              <a:rPr lang="zh-CN" altLang="en-US" dirty="0"/>
              <a:t>计划的</a:t>
            </a:r>
            <a:r>
              <a:rPr lang="en-US" altLang="zh-CN" dirty="0"/>
              <a:t>5W2H</a:t>
            </a:r>
            <a:endParaRPr lang="zh-CN" altLang="en-US" dirty="0"/>
          </a:p>
        </p:txBody>
      </p:sp>
      <p:sp>
        <p:nvSpPr>
          <p:cNvPr id="131075" name="内容占位符 2">
            <a:extLst>
              <a:ext uri="{FF2B5EF4-FFF2-40B4-BE49-F238E27FC236}">
                <a16:creationId xmlns:a16="http://schemas.microsoft.com/office/drawing/2014/main" id="{7C197F07-E2D4-41A2-AC36-9494501630B4}"/>
              </a:ext>
            </a:extLst>
          </p:cNvPr>
          <p:cNvSpPr>
            <a:spLocks noGrp="1" noChangeArrowheads="1"/>
          </p:cNvSpPr>
          <p:nvPr>
            <p:ph idx="1"/>
          </p:nvPr>
        </p:nvSpPr>
        <p:spPr>
          <a:xfrm>
            <a:off x="623888" y="1268413"/>
            <a:ext cx="10944225" cy="4681537"/>
          </a:xfrm>
        </p:spPr>
        <p:txBody>
          <a:bodyPr/>
          <a:lstStyle/>
          <a:p>
            <a:pPr marL="457200" indent="-457200">
              <a:buFont typeface="Wingdings" panose="05000000000000000000" pitchFamily="2" charset="2"/>
              <a:buChar char="p"/>
            </a:pPr>
            <a:r>
              <a:rPr lang="zh-CN" altLang="en-US" sz="2000" dirty="0"/>
              <a:t>谁</a:t>
            </a:r>
            <a:endParaRPr lang="en-US" altLang="zh-CN" sz="2000" dirty="0"/>
          </a:p>
          <a:p>
            <a:pPr marL="457200" indent="-457200">
              <a:buFont typeface="Wingdings" panose="05000000000000000000" pitchFamily="2" charset="2"/>
              <a:buChar char="p"/>
            </a:pPr>
            <a:r>
              <a:rPr lang="zh-CN" altLang="en-US" sz="2000" dirty="0"/>
              <a:t>做什么</a:t>
            </a:r>
            <a:endParaRPr lang="en-US" altLang="zh-CN" sz="2000" dirty="0"/>
          </a:p>
          <a:p>
            <a:pPr marL="457200" indent="-457200">
              <a:buFont typeface="Wingdings" panose="05000000000000000000" pitchFamily="2" charset="2"/>
              <a:buChar char="p"/>
            </a:pPr>
            <a:r>
              <a:rPr lang="zh-CN" altLang="en-US" sz="2000" dirty="0"/>
              <a:t>何时</a:t>
            </a:r>
            <a:endParaRPr lang="en-US" altLang="zh-CN" sz="2000" dirty="0"/>
          </a:p>
          <a:p>
            <a:pPr marL="457200" indent="-457200">
              <a:buFont typeface="Wingdings" panose="05000000000000000000" pitchFamily="2" charset="2"/>
              <a:buChar char="p"/>
            </a:pPr>
            <a:r>
              <a:rPr lang="zh-CN" altLang="en-US" sz="2000" dirty="0"/>
              <a:t>何地</a:t>
            </a:r>
            <a:endParaRPr lang="en-US" altLang="zh-CN" sz="2000" dirty="0"/>
          </a:p>
          <a:p>
            <a:pPr marL="457200" indent="-457200">
              <a:buFont typeface="Wingdings" panose="05000000000000000000" pitchFamily="2" charset="2"/>
              <a:buChar char="p"/>
            </a:pPr>
            <a:r>
              <a:rPr lang="zh-CN" altLang="en-US" sz="2000" dirty="0"/>
              <a:t>为何</a:t>
            </a:r>
            <a:endParaRPr lang="en-US" altLang="zh-CN" sz="2000" dirty="0"/>
          </a:p>
          <a:p>
            <a:pPr marL="457200" indent="-457200">
              <a:buFont typeface="Wingdings" panose="05000000000000000000" pitchFamily="2" charset="2"/>
              <a:buChar char="p"/>
            </a:pPr>
            <a:r>
              <a:rPr lang="zh-CN" altLang="en-US" sz="2000" dirty="0"/>
              <a:t>如何</a:t>
            </a:r>
            <a:endParaRPr lang="en-US" altLang="zh-CN" sz="2000" dirty="0"/>
          </a:p>
          <a:p>
            <a:pPr marL="457200" indent="-457200">
              <a:buFont typeface="Wingdings" panose="05000000000000000000" pitchFamily="2" charset="2"/>
              <a:buChar char="p"/>
            </a:pPr>
            <a:r>
              <a:rPr lang="zh-CN" altLang="en-US" sz="2000" dirty="0"/>
              <a:t>费用</a:t>
            </a:r>
            <a:endParaRPr lang="en-US" altLang="zh-CN" sz="2000" dirty="0"/>
          </a:p>
          <a:p>
            <a:pPr marL="457200" indent="-457200">
              <a:buFont typeface="Wingdings" panose="05000000000000000000" pitchFamily="2" charset="2"/>
              <a:buChar char="p"/>
            </a:pPr>
            <a:endParaRPr lang="zh-CN" altLang="en-US" dirty="0"/>
          </a:p>
        </p:txBody>
      </p:sp>
      <p:sp>
        <p:nvSpPr>
          <p:cNvPr id="131076" name="页脚占位符 3">
            <a:extLst>
              <a:ext uri="{FF2B5EF4-FFF2-40B4-BE49-F238E27FC236}">
                <a16:creationId xmlns:a16="http://schemas.microsoft.com/office/drawing/2014/main" id="{B92497BD-6EF0-4EED-B53D-6F511BD5E569}"/>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31077" name="灯片编号占位符 4">
            <a:extLst>
              <a:ext uri="{FF2B5EF4-FFF2-40B4-BE49-F238E27FC236}">
                <a16:creationId xmlns:a16="http://schemas.microsoft.com/office/drawing/2014/main" id="{76C0607B-AF32-4C35-9498-B8C796776DA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53CCF3B-672F-405E-92EB-FC9BFE6F1399}" type="slidenum">
              <a:rPr lang="de-DE" altLang="zh-CN" smtClean="0"/>
              <a:pPr/>
              <a:t>84</a:t>
            </a:fld>
            <a:endParaRPr lang="de-DE" altLang="zh-CN"/>
          </a:p>
        </p:txBody>
      </p:sp>
    </p:spTree>
    <p:extLst>
      <p:ext uri="{BB962C8B-B14F-4D97-AF65-F5344CB8AC3E}">
        <p14:creationId xmlns:p14="http://schemas.microsoft.com/office/powerpoint/2010/main" val="373860781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0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0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0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0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0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10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文本占位符 1">
            <a:extLst>
              <a:ext uri="{FF2B5EF4-FFF2-40B4-BE49-F238E27FC236}">
                <a16:creationId xmlns:a16="http://schemas.microsoft.com/office/drawing/2014/main" id="{CCB07C59-E95D-4740-B032-49F78EA7B0D7}"/>
              </a:ext>
            </a:extLst>
          </p:cNvPr>
          <p:cNvSpPr>
            <a:spLocks noGrp="1" noChangeArrowheads="1"/>
          </p:cNvSpPr>
          <p:nvPr>
            <p:ph type="body" sz="quarter" idx="12"/>
          </p:nvPr>
        </p:nvSpPr>
        <p:spPr>
          <a:xfrm>
            <a:off x="4386263" y="2211388"/>
            <a:ext cx="3822700" cy="430212"/>
          </a:xfrm>
        </p:spPr>
        <p:txBody>
          <a:bodyPr/>
          <a:lstStyle/>
          <a:p>
            <a:r>
              <a:rPr lang="zh-CN" altLang="en-US" sz="1800" b="1" dirty="0">
                <a:solidFill>
                  <a:srgbClr val="404040"/>
                </a:solidFill>
                <a:latin typeface="微软雅黑" panose="020B0503020204020204" pitchFamily="34" charset="-122"/>
                <a:ea typeface="Lantinghei SC Demibold"/>
                <a:cs typeface="Lantinghei SC Demibold"/>
              </a:rPr>
              <a:t>步骤六 贯彻实施对策</a:t>
            </a:r>
            <a:endParaRPr sz="1800" b="1" dirty="0">
              <a:solidFill>
                <a:srgbClr val="404040"/>
              </a:solidFill>
              <a:latin typeface="微软雅黑" panose="020B0503020204020204" pitchFamily="34" charset="-122"/>
              <a:ea typeface="Lantinghei SC Demibold"/>
              <a:cs typeface="Lantinghei SC Demibold"/>
            </a:endParaRPr>
          </a:p>
        </p:txBody>
      </p:sp>
      <p:sp>
        <p:nvSpPr>
          <p:cNvPr id="126979" name="页脚占位符 2">
            <a:extLst>
              <a:ext uri="{FF2B5EF4-FFF2-40B4-BE49-F238E27FC236}">
                <a16:creationId xmlns:a16="http://schemas.microsoft.com/office/drawing/2014/main" id="{F5F94BC1-550C-4ABD-B8D5-D2627EF56EE4}"/>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26980" name="灯片编号占位符 3">
            <a:extLst>
              <a:ext uri="{FF2B5EF4-FFF2-40B4-BE49-F238E27FC236}">
                <a16:creationId xmlns:a16="http://schemas.microsoft.com/office/drawing/2014/main" id="{712CA30A-A128-434B-9083-170F06DAEACC}"/>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C4E111C-114F-4882-A09E-F669D8EF23D4}" type="slidenum">
              <a:rPr lang="de-DE" altLang="zh-CN" smtClean="0"/>
              <a:pPr/>
              <a:t>85</a:t>
            </a:fld>
            <a:endParaRPr lang="de-DE" altLang="zh-CN"/>
          </a:p>
        </p:txBody>
      </p:sp>
    </p:spTree>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BF66B-90BF-8F1A-999B-09C14710B585}"/>
              </a:ext>
            </a:extLst>
          </p:cNvPr>
          <p:cNvSpPr>
            <a:spLocks noGrp="1"/>
          </p:cNvSpPr>
          <p:nvPr>
            <p:ph type="title"/>
          </p:nvPr>
        </p:nvSpPr>
        <p:spPr/>
        <p:txBody>
          <a:bodyPr/>
          <a:lstStyle/>
          <a:p>
            <a:r>
              <a:rPr lang="zh-CN" altLang="en-US" sz="2400" b="1" dirty="0">
                <a:solidFill>
                  <a:srgbClr val="404040"/>
                </a:solidFill>
                <a:latin typeface="微软雅黑" panose="020B0503020204020204" pitchFamily="34" charset="-122"/>
                <a:ea typeface="Lantinghei SC Demibold"/>
                <a:cs typeface="Lantinghei SC Demibold"/>
              </a:rPr>
              <a:t>步骤六 贯彻实施对策</a:t>
            </a:r>
            <a:endParaRPr lang="zh-CN" altLang="en-US" dirty="0"/>
          </a:p>
        </p:txBody>
      </p:sp>
      <p:sp>
        <p:nvSpPr>
          <p:cNvPr id="4" name="页脚占位符 3">
            <a:extLst>
              <a:ext uri="{FF2B5EF4-FFF2-40B4-BE49-F238E27FC236}">
                <a16:creationId xmlns:a16="http://schemas.microsoft.com/office/drawing/2014/main" id="{F9B0CB45-6019-7A86-3911-05C13251D079}"/>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19C6FD62-9DE3-B416-1CD4-A469DC6BBDFD}"/>
              </a:ext>
            </a:extLst>
          </p:cNvPr>
          <p:cNvSpPr>
            <a:spLocks noGrp="1"/>
          </p:cNvSpPr>
          <p:nvPr>
            <p:ph type="sldNum" sz="quarter" idx="11"/>
          </p:nvPr>
        </p:nvSpPr>
        <p:spPr/>
        <p:txBody>
          <a:bodyPr/>
          <a:lstStyle/>
          <a:p>
            <a:pPr>
              <a:defRPr/>
            </a:pPr>
            <a:fld id="{504E9415-CE62-41B1-A98C-C68172D739F2}" type="slidenum">
              <a:rPr lang="de-DE" altLang="zh-CN" smtClean="0"/>
              <a:pPr>
                <a:defRPr/>
              </a:pPr>
              <a:t>86</a:t>
            </a:fld>
            <a:endParaRPr lang="de-DE" altLang="zh-CN"/>
          </a:p>
        </p:txBody>
      </p:sp>
      <p:pic>
        <p:nvPicPr>
          <p:cNvPr id="6" name="Picture 3" descr="C:\Users\zhuang3\Desktop\20140514194512597.png">
            <a:extLst>
              <a:ext uri="{FF2B5EF4-FFF2-40B4-BE49-F238E27FC236}">
                <a16:creationId xmlns:a16="http://schemas.microsoft.com/office/drawing/2014/main" id="{4D70AE44-1003-417E-9558-4C8FC937E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5274" y="1706469"/>
            <a:ext cx="550545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9BB38E0-815D-15F9-D979-AE2DF029C828}"/>
              </a:ext>
            </a:extLst>
          </p:cNvPr>
          <p:cNvSpPr txBox="1"/>
          <p:nvPr/>
        </p:nvSpPr>
        <p:spPr>
          <a:xfrm>
            <a:off x="908424" y="1613647"/>
            <a:ext cx="5462494" cy="1200329"/>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齐心协力，迅速贯彻。通过及时地汇报、联络、商谈共享进展信息</a:t>
            </a: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重视速度，遇到障碍进展不顺利时，不言放弃，坚持到底</a:t>
            </a:r>
          </a:p>
        </p:txBody>
      </p:sp>
    </p:spTree>
    <p:extLst>
      <p:ext uri="{BB962C8B-B14F-4D97-AF65-F5344CB8AC3E}">
        <p14:creationId xmlns:p14="http://schemas.microsoft.com/office/powerpoint/2010/main" val="3176868246"/>
      </p:ext>
    </p:extLst>
  </p:cSld>
  <p:clrMapOvr>
    <a:masterClrMapping/>
  </p:clrMapOvr>
  <p:transition>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a:extLst>
              <a:ext uri="{FF2B5EF4-FFF2-40B4-BE49-F238E27FC236}">
                <a16:creationId xmlns:a16="http://schemas.microsoft.com/office/drawing/2014/main" id="{6AD4C31A-8C6F-482E-AF2B-997D7D0B37FE}"/>
              </a:ext>
            </a:extLst>
          </p:cNvPr>
          <p:cNvSpPr>
            <a:spLocks noGrp="1" noChangeArrowheads="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88656D7C-6E8B-4D18-BFAB-5821763674B6}"/>
              </a:ext>
            </a:extLst>
          </p:cNvPr>
          <p:cNvSpPr>
            <a:spLocks noGrp="1"/>
          </p:cNvSpPr>
          <p:nvPr>
            <p:ph idx="1"/>
          </p:nvPr>
        </p:nvSpPr>
        <p:spPr/>
        <p:txBody>
          <a:bodyPr/>
          <a:lstStyle/>
          <a:p>
            <a:pPr marL="342900" indent="-342900" eaLnBrk="1" hangingPunct="1">
              <a:spcBef>
                <a:spcPct val="20000"/>
              </a:spcBef>
              <a:buFont typeface="Wingdings" panose="05000000000000000000" pitchFamily="2" charset="2"/>
              <a:buChar char="p"/>
              <a:defRPr/>
            </a:pPr>
            <a:r>
              <a:rPr kumimoji="1" lang="zh-CN" altLang="en-US" dirty="0">
                <a:latin typeface="Times New Roman" panose="02020603050405020304" pitchFamily="18" charset="0"/>
                <a:ea typeface="仿宋_GB2312"/>
                <a:cs typeface="仿宋_GB2312"/>
              </a:rPr>
              <a:t>执行</a:t>
            </a:r>
          </a:p>
          <a:p>
            <a:pPr marL="742950" lvl="1" indent="-285750" eaLnBrk="1" hangingPunct="1">
              <a:spcBef>
                <a:spcPct val="20000"/>
              </a:spcBef>
              <a:buFontTx/>
              <a:buChar char="–"/>
              <a:defRPr/>
            </a:pPr>
            <a:r>
              <a:rPr kumimoji="1" lang="zh-CN" altLang="en-US" sz="2200" dirty="0">
                <a:latin typeface="Times New Roman" panose="02020603050405020304" pitchFamily="18" charset="0"/>
                <a:ea typeface="仿宋_GB2312"/>
                <a:cs typeface="仿宋_GB2312"/>
              </a:rPr>
              <a:t>任务分配、安排、推进</a:t>
            </a:r>
          </a:p>
          <a:p>
            <a:pPr marL="742950" lvl="1" indent="-285750" eaLnBrk="1" hangingPunct="1">
              <a:spcBef>
                <a:spcPct val="20000"/>
              </a:spcBef>
              <a:buFontTx/>
              <a:buChar char="–"/>
              <a:defRPr/>
            </a:pPr>
            <a:r>
              <a:rPr kumimoji="1" lang="zh-CN" altLang="en-US" sz="2200" dirty="0">
                <a:latin typeface="Times New Roman" panose="02020603050405020304" pitchFamily="18" charset="0"/>
                <a:ea typeface="仿宋_GB2312"/>
                <a:cs typeface="仿宋_GB2312"/>
              </a:rPr>
              <a:t>工作衔接、配合</a:t>
            </a:r>
          </a:p>
          <a:p>
            <a:pPr marL="742950" lvl="1" indent="-285750" eaLnBrk="1" hangingPunct="1">
              <a:spcBef>
                <a:spcPct val="20000"/>
              </a:spcBef>
              <a:buFontTx/>
              <a:buChar char="–"/>
              <a:defRPr/>
            </a:pPr>
            <a:r>
              <a:rPr kumimoji="1" lang="zh-CN" altLang="en-US" sz="2200" dirty="0">
                <a:latin typeface="Times New Roman" panose="02020603050405020304" pitchFamily="18" charset="0"/>
                <a:ea typeface="仿宋_GB2312"/>
                <a:cs typeface="仿宋_GB2312"/>
              </a:rPr>
              <a:t>沟通的基础</a:t>
            </a:r>
          </a:p>
          <a:p>
            <a:pPr marL="342900" indent="-342900" eaLnBrk="1" hangingPunct="1">
              <a:spcBef>
                <a:spcPct val="20000"/>
              </a:spcBef>
              <a:buFont typeface="Wingdings" panose="05000000000000000000" pitchFamily="2" charset="2"/>
              <a:buChar char="p"/>
              <a:defRPr/>
            </a:pPr>
            <a:r>
              <a:rPr kumimoji="1" lang="zh-CN" altLang="en-US" dirty="0">
                <a:latin typeface="Times New Roman" panose="02020603050405020304" pitchFamily="18" charset="0"/>
                <a:ea typeface="仿宋_GB2312"/>
                <a:cs typeface="仿宋_GB2312"/>
              </a:rPr>
              <a:t>控制</a:t>
            </a:r>
          </a:p>
          <a:p>
            <a:pPr marL="742950" lvl="1" indent="-285750" eaLnBrk="1" hangingPunct="1">
              <a:spcBef>
                <a:spcPct val="20000"/>
              </a:spcBef>
              <a:buFontTx/>
              <a:buChar char="–"/>
              <a:defRPr/>
            </a:pPr>
            <a:r>
              <a:rPr kumimoji="1" lang="zh-CN" altLang="en-US" sz="2200" dirty="0">
                <a:latin typeface="Times New Roman" panose="02020603050405020304" pitchFamily="18" charset="0"/>
                <a:ea typeface="仿宋_GB2312"/>
                <a:cs typeface="仿宋_GB2312"/>
              </a:rPr>
              <a:t>工作汇报、评估</a:t>
            </a:r>
          </a:p>
          <a:p>
            <a:pPr marL="742950" lvl="1" indent="-285750" eaLnBrk="1" hangingPunct="1">
              <a:spcBef>
                <a:spcPct val="20000"/>
              </a:spcBef>
              <a:buFontTx/>
              <a:buChar char="–"/>
              <a:defRPr/>
            </a:pPr>
            <a:r>
              <a:rPr kumimoji="1" lang="zh-CN" altLang="en-US" sz="2200" dirty="0">
                <a:latin typeface="Times New Roman" panose="02020603050405020304" pitchFamily="18" charset="0"/>
                <a:ea typeface="仿宋_GB2312"/>
                <a:cs typeface="仿宋_GB2312"/>
              </a:rPr>
              <a:t>问题分析、纠正</a:t>
            </a:r>
          </a:p>
          <a:p>
            <a:pPr marL="342900" indent="-342900" eaLnBrk="1" hangingPunct="1">
              <a:spcBef>
                <a:spcPct val="20000"/>
              </a:spcBef>
              <a:buFont typeface="Wingdings" panose="05000000000000000000" pitchFamily="2" charset="2"/>
              <a:buChar char="p"/>
              <a:defRPr/>
            </a:pPr>
            <a:r>
              <a:rPr kumimoji="1" lang="zh-CN" altLang="en-US" dirty="0">
                <a:latin typeface="Times New Roman" panose="02020603050405020304" pitchFamily="18" charset="0"/>
                <a:ea typeface="仿宋_GB2312"/>
                <a:cs typeface="仿宋_GB2312"/>
              </a:rPr>
              <a:t>收尾</a:t>
            </a:r>
          </a:p>
          <a:p>
            <a:pPr marL="742950" lvl="1" indent="-285750" eaLnBrk="1" hangingPunct="1">
              <a:spcBef>
                <a:spcPct val="20000"/>
              </a:spcBef>
              <a:buFontTx/>
              <a:buChar char="–"/>
              <a:defRPr/>
            </a:pPr>
            <a:r>
              <a:rPr kumimoji="1" lang="zh-CN" altLang="en-US" sz="2200" dirty="0">
                <a:latin typeface="Times New Roman" panose="02020603050405020304" pitchFamily="18" charset="0"/>
                <a:ea typeface="仿宋_GB2312"/>
                <a:cs typeface="仿宋_GB2312"/>
              </a:rPr>
              <a:t>工作验证</a:t>
            </a:r>
          </a:p>
          <a:p>
            <a:pPr>
              <a:defRPr/>
            </a:pPr>
            <a:endParaRPr lang="zh-CN" altLang="en-US" dirty="0"/>
          </a:p>
        </p:txBody>
      </p:sp>
      <p:sp>
        <p:nvSpPr>
          <p:cNvPr id="4" name="页脚占位符 3">
            <a:extLst>
              <a:ext uri="{FF2B5EF4-FFF2-40B4-BE49-F238E27FC236}">
                <a16:creationId xmlns:a16="http://schemas.microsoft.com/office/drawing/2014/main" id="{4D50FFB3-201F-4853-8435-E58658CC2857}"/>
              </a:ext>
            </a:extLst>
          </p:cNvPr>
          <p:cNvSpPr>
            <a:spLocks noGrp="1"/>
          </p:cNvSpPr>
          <p:nvPr>
            <p:ph type="ftr" sz="quarter" idx="10"/>
          </p:nvPr>
        </p:nvSpPr>
        <p:spPr/>
        <p:txBody>
          <a:bodyPr/>
          <a:lstStyle/>
          <a:p>
            <a:pPr>
              <a:defRPr/>
            </a:pPr>
            <a:r>
              <a:rPr lang="de-DE"/>
              <a:t>Leo Huang</a:t>
            </a:r>
          </a:p>
        </p:txBody>
      </p:sp>
      <p:sp>
        <p:nvSpPr>
          <p:cNvPr id="132101" name="灯片编号占位符 4">
            <a:extLst>
              <a:ext uri="{FF2B5EF4-FFF2-40B4-BE49-F238E27FC236}">
                <a16:creationId xmlns:a16="http://schemas.microsoft.com/office/drawing/2014/main" id="{6BCB9E98-B4E5-44E6-B426-F0C326DE5D1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0BD9486-003E-4CF5-801F-A533D43592FB}" type="slidenum">
              <a:rPr lang="de-DE" altLang="zh-CN" smtClean="0"/>
              <a:pPr/>
              <a:t>87</a:t>
            </a:fld>
            <a:endParaRPr lang="de-DE" altLang="zh-CN"/>
          </a:p>
        </p:txBody>
      </p:sp>
    </p:spTree>
  </p:cSld>
  <p:clrMapOvr>
    <a:masterClrMapping/>
  </p:clrMapOvr>
  <p:transition>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37EC01-3C85-264F-BEEA-C1F2AF9673B0}"/>
              </a:ext>
            </a:extLst>
          </p:cNvPr>
          <p:cNvSpPr>
            <a:spLocks noGrp="1"/>
          </p:cNvSpPr>
          <p:nvPr>
            <p:ph type="title"/>
          </p:nvPr>
        </p:nvSpPr>
        <p:spPr/>
        <p:txBody>
          <a:bodyPr/>
          <a:lstStyle/>
          <a:p>
            <a:endParaRPr lang="zh-CN" altLang="en-US"/>
          </a:p>
        </p:txBody>
      </p:sp>
      <p:sp>
        <p:nvSpPr>
          <p:cNvPr id="4" name="页脚占位符 3">
            <a:extLst>
              <a:ext uri="{FF2B5EF4-FFF2-40B4-BE49-F238E27FC236}">
                <a16:creationId xmlns:a16="http://schemas.microsoft.com/office/drawing/2014/main" id="{9D8ED9F0-3F73-5E79-2101-6BCC386ED01C}"/>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17492222-28D7-970D-EB10-1C55E872D2E9}"/>
              </a:ext>
            </a:extLst>
          </p:cNvPr>
          <p:cNvSpPr>
            <a:spLocks noGrp="1"/>
          </p:cNvSpPr>
          <p:nvPr>
            <p:ph type="sldNum" sz="quarter" idx="11"/>
          </p:nvPr>
        </p:nvSpPr>
        <p:spPr/>
        <p:txBody>
          <a:bodyPr/>
          <a:lstStyle/>
          <a:p>
            <a:pPr>
              <a:defRPr/>
            </a:pPr>
            <a:fld id="{504E9415-CE62-41B1-A98C-C68172D739F2}" type="slidenum">
              <a:rPr lang="de-DE" altLang="zh-CN" smtClean="0"/>
              <a:pPr>
                <a:defRPr/>
              </a:pPr>
              <a:t>88</a:t>
            </a:fld>
            <a:endParaRPr lang="de-DE" altLang="zh-CN"/>
          </a:p>
        </p:txBody>
      </p:sp>
      <p:pic>
        <p:nvPicPr>
          <p:cNvPr id="6" name="图片 5">
            <a:extLst>
              <a:ext uri="{FF2B5EF4-FFF2-40B4-BE49-F238E27FC236}">
                <a16:creationId xmlns:a16="http://schemas.microsoft.com/office/drawing/2014/main" id="{0ED87756-02E1-5331-D32E-6B9FAEAE8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255" y="1225659"/>
            <a:ext cx="3907186" cy="3597707"/>
          </a:xfrm>
          <a:prstGeom prst="rect">
            <a:avLst/>
          </a:prstGeom>
        </p:spPr>
      </p:pic>
      <p:pic>
        <p:nvPicPr>
          <p:cNvPr id="7" name="图片 7">
            <a:extLst>
              <a:ext uri="{FF2B5EF4-FFF2-40B4-BE49-F238E27FC236}">
                <a16:creationId xmlns:a16="http://schemas.microsoft.com/office/drawing/2014/main" id="{9DF2BF88-04B5-D522-A830-05FC6DC07E6E}"/>
              </a:ext>
            </a:extLst>
          </p:cNvPr>
          <p:cNvPicPr>
            <a:picLocks noGrp="1" noChangeAspect="1"/>
          </p:cNvPicPr>
          <p:nvPr>
            <p:ph idx="1"/>
          </p:nvPr>
        </p:nvPicPr>
        <p:blipFill>
          <a:blip r:embed="rId3"/>
          <a:stretch>
            <a:fillRect/>
          </a:stretch>
        </p:blipFill>
        <p:spPr>
          <a:xfrm>
            <a:off x="7155854" y="1398977"/>
            <a:ext cx="3587511" cy="3597704"/>
          </a:xfrm>
          <a:prstGeom prst="rect">
            <a:avLst/>
          </a:prstGeom>
        </p:spPr>
      </p:pic>
      <p:sp>
        <p:nvSpPr>
          <p:cNvPr id="8" name="标题 1">
            <a:extLst>
              <a:ext uri="{FF2B5EF4-FFF2-40B4-BE49-F238E27FC236}">
                <a16:creationId xmlns:a16="http://schemas.microsoft.com/office/drawing/2014/main" id="{CBC39185-B989-2457-474D-BF6B4C3EF0BE}"/>
              </a:ext>
            </a:extLst>
          </p:cNvPr>
          <p:cNvSpPr txBox="1">
            <a:spLocks/>
          </p:cNvSpPr>
          <p:nvPr/>
        </p:nvSpPr>
        <p:spPr bwMode="auto">
          <a:xfrm>
            <a:off x="297878" y="4868373"/>
            <a:ext cx="10765410" cy="1207269"/>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normAutofit fontScale="92500"/>
          </a:bodyPr>
          <a:lstStyle>
            <a:lvl1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0" fontAlgn="base" hangingPunct="0">
              <a:lnSpc>
                <a:spcPct val="110000"/>
              </a:lnSpc>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145" algn="l" rtl="0" fontAlgn="base">
              <a:lnSpc>
                <a:spcPct val="110000"/>
              </a:lnSpc>
              <a:spcBef>
                <a:spcPct val="0"/>
              </a:spcBef>
              <a:spcAft>
                <a:spcPct val="0"/>
              </a:spcAft>
              <a:defRPr sz="2400" b="1">
                <a:solidFill>
                  <a:schemeClr val="tx1"/>
                </a:solidFill>
                <a:latin typeface="Arial" charset="0"/>
              </a:defRPr>
            </a:lvl6pPr>
            <a:lvl7pPr marL="914290" algn="l" rtl="0" fontAlgn="base">
              <a:lnSpc>
                <a:spcPct val="110000"/>
              </a:lnSpc>
              <a:spcBef>
                <a:spcPct val="0"/>
              </a:spcBef>
              <a:spcAft>
                <a:spcPct val="0"/>
              </a:spcAft>
              <a:defRPr sz="2400" b="1">
                <a:solidFill>
                  <a:schemeClr val="tx1"/>
                </a:solidFill>
                <a:latin typeface="Arial" charset="0"/>
              </a:defRPr>
            </a:lvl7pPr>
            <a:lvl8pPr marL="1371435" algn="l" rtl="0" fontAlgn="base">
              <a:lnSpc>
                <a:spcPct val="110000"/>
              </a:lnSpc>
              <a:spcBef>
                <a:spcPct val="0"/>
              </a:spcBef>
              <a:spcAft>
                <a:spcPct val="0"/>
              </a:spcAft>
              <a:defRPr sz="2400" b="1">
                <a:solidFill>
                  <a:schemeClr val="tx1"/>
                </a:solidFill>
                <a:latin typeface="Arial" charset="0"/>
              </a:defRPr>
            </a:lvl8pPr>
            <a:lvl9pPr marL="1828581" algn="l" rtl="0" fontAlgn="base">
              <a:lnSpc>
                <a:spcPct val="110000"/>
              </a:lnSpc>
              <a:spcBef>
                <a:spcPct val="0"/>
              </a:spcBef>
              <a:spcAft>
                <a:spcPct val="0"/>
              </a:spcAft>
              <a:defRPr sz="2400" b="1">
                <a:solidFill>
                  <a:schemeClr val="tx1"/>
                </a:solidFill>
                <a:latin typeface="Arial" charset="0"/>
              </a:defRPr>
            </a:lvl9pPr>
          </a:lstStyle>
          <a:p>
            <a:pPr algn="ctr"/>
            <a:r>
              <a:rPr lang="zh-CN" altLang="en-US" sz="5100" kern="0"/>
              <a:t>团队责任例会</a:t>
            </a:r>
            <a:endParaRPr lang="zh-CN" altLang="en-US" sz="5100" kern="0" dirty="0"/>
          </a:p>
        </p:txBody>
      </p:sp>
    </p:spTree>
    <p:extLst>
      <p:ext uri="{BB962C8B-B14F-4D97-AF65-F5344CB8AC3E}">
        <p14:creationId xmlns:p14="http://schemas.microsoft.com/office/powerpoint/2010/main" val="171882025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E1F206-B24F-49FB-8638-82FFA2605972}"/>
              </a:ext>
            </a:extLst>
          </p:cNvPr>
          <p:cNvSpPr>
            <a:spLocks noGrp="1"/>
          </p:cNvSpPr>
          <p:nvPr/>
        </p:nvSpPr>
        <p:spPr>
          <a:xfrm>
            <a:off x="514350" y="490538"/>
            <a:ext cx="10287000" cy="523875"/>
          </a:xfrm>
          <a:prstGeom prst="rect">
            <a:avLst/>
          </a:prstGeom>
          <a:noFill/>
          <a:ln w="0">
            <a:noFill/>
            <a:prstDash val="solid"/>
          </a:ln>
        </p:spPr>
        <p:txBody>
          <a:bodyPr anchor="ctr"/>
          <a:lstStyle/>
          <a:p>
            <a:pPr algn="l">
              <a:defRPr sz="2625" b="1">
                <a:solidFill>
                  <a:srgbClr val="101828"/>
                </a:solidFill>
              </a:defRPr>
            </a:pPr>
            <a:r>
              <a:rPr sz="2625" b="1">
                <a:solidFill>
                  <a:srgbClr val="101828"/>
                </a:solidFill>
                <a:latin typeface="微软雅黑" panose="020B0503020204020204" pitchFamily="34" charset="-122"/>
                <a:ea typeface="微软雅黑" panose="020B0503020204020204" pitchFamily="34" charset="-122"/>
              </a:rPr>
              <a:t>把“大方案”转化为低成本、可停止的小实验</a:t>
            </a:r>
          </a:p>
        </p:txBody>
      </p:sp>
      <p:sp>
        <p:nvSpPr>
          <p:cNvPr id="5" name="矩形 4">
            <a:extLst>
              <a:ext uri="{FF2B5EF4-FFF2-40B4-BE49-F238E27FC236}">
                <a16:creationId xmlns:a16="http://schemas.microsoft.com/office/drawing/2014/main" id="{1A968BEF-3485-4203-9FEC-638BFC5B2692}"/>
              </a:ext>
            </a:extLst>
          </p:cNvPr>
          <p:cNvSpPr>
            <a:spLocks noGrp="1"/>
          </p:cNvSpPr>
          <p:nvPr/>
        </p:nvSpPr>
        <p:spPr>
          <a:xfrm>
            <a:off x="609600" y="1381125"/>
            <a:ext cx="10953750" cy="323850"/>
          </a:xfrm>
          <a:prstGeom prst="rect">
            <a:avLst/>
          </a:prstGeom>
          <a:noFill/>
          <a:ln w="0">
            <a:noFill/>
            <a:prstDash val="solid"/>
          </a:ln>
        </p:spPr>
        <p:txBody>
          <a:bodyPr anchor="ctr"/>
          <a:lstStyle/>
          <a:p>
            <a:pPr algn="l">
              <a:defRPr sz="1650" b="1">
                <a:solidFill>
                  <a:srgbClr val="2563EB"/>
                </a:solidFill>
              </a:defRPr>
            </a:pPr>
            <a:r>
              <a:rPr sz="1650" b="1">
                <a:solidFill>
                  <a:srgbClr val="2563EB"/>
                </a:solidFill>
                <a:latin typeface="微软雅黑" panose="020B0503020204020204" pitchFamily="34" charset="-122"/>
                <a:ea typeface="微软雅黑" panose="020B0503020204020204" pitchFamily="34" charset="-122"/>
              </a:rPr>
              <a:t>用什么最小行动，最快获得支持或推翻方案的证据？</a:t>
            </a:r>
          </a:p>
        </p:txBody>
      </p:sp>
      <p:sp>
        <p:nvSpPr>
          <p:cNvPr id="6" name="矩形: 圆角 5">
            <a:extLst>
              <a:ext uri="{FF2B5EF4-FFF2-40B4-BE49-F238E27FC236}">
                <a16:creationId xmlns:a16="http://schemas.microsoft.com/office/drawing/2014/main" id="{D4240ACD-011B-45C7-818F-D906DD08951D}"/>
              </a:ext>
            </a:extLst>
          </p:cNvPr>
          <p:cNvSpPr>
            <a:spLocks noGrp="1"/>
          </p:cNvSpPr>
          <p:nvPr/>
        </p:nvSpPr>
        <p:spPr>
          <a:xfrm>
            <a:off x="609600" y="1847850"/>
            <a:ext cx="2476500" cy="4171950"/>
          </a:xfrm>
          <a:prstGeom prst="roundRect">
            <a:avLst>
              <a:gd name="adj" fmla="val 4615"/>
            </a:avLst>
          </a:prstGeom>
          <a:solidFill>
            <a:srgbClr val="F2F4F7"/>
          </a:solidFill>
          <a:ln w="9525">
            <a:solidFill>
              <a:srgbClr val="F2F4F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A848C16A-059D-4629-9BCB-BC94FE1BA730}"/>
              </a:ext>
            </a:extLst>
          </p:cNvPr>
          <p:cNvSpPr>
            <a:spLocks noGrp="1"/>
          </p:cNvSpPr>
          <p:nvPr/>
        </p:nvSpPr>
        <p:spPr>
          <a:xfrm>
            <a:off x="800100" y="2038350"/>
            <a:ext cx="190500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用户输入</a:t>
            </a:r>
          </a:p>
        </p:txBody>
      </p:sp>
      <p:sp>
        <p:nvSpPr>
          <p:cNvPr id="8" name="矩形 7">
            <a:extLst>
              <a:ext uri="{FF2B5EF4-FFF2-40B4-BE49-F238E27FC236}">
                <a16:creationId xmlns:a16="http://schemas.microsoft.com/office/drawing/2014/main" id="{FC4C0FA0-6BC3-4187-A296-6E18D7030AD2}"/>
              </a:ext>
            </a:extLst>
          </p:cNvPr>
          <p:cNvSpPr>
            <a:spLocks noGrp="1"/>
          </p:cNvSpPr>
          <p:nvPr/>
        </p:nvSpPr>
        <p:spPr>
          <a:xfrm>
            <a:off x="800100" y="2381250"/>
            <a:ext cx="2095500" cy="3286125"/>
          </a:xfrm>
          <a:prstGeom prst="rect">
            <a:avLst/>
          </a:prstGeom>
          <a:noFill/>
          <a:ln w="0">
            <a:noFill/>
            <a:prstDash val="solid"/>
          </a:ln>
        </p:spPr>
        <p:txBody>
          <a:bodyPr anchor="ctr"/>
          <a:lstStyle/>
          <a:p>
            <a:pPr algn="l">
              <a:defRPr sz="1275" b="0">
                <a:solidFill>
                  <a:srgbClr val="101828"/>
                </a:solidFill>
              </a:defRPr>
            </a:pPr>
            <a:r>
              <a:rPr sz="1275" b="0">
                <a:solidFill>
                  <a:srgbClr val="101828"/>
                </a:solidFill>
                <a:latin typeface="微软雅黑" panose="020B0503020204020204" pitchFamily="34" charset="-122"/>
                <a:ea typeface="微软雅黑" panose="020B0503020204020204" pitchFamily="34" charset="-122"/>
              </a:rPr>
              <a:t>选定方案；关键待验证假设；试点范围；可用资源与时间。</a:t>
            </a:r>
          </a:p>
        </p:txBody>
      </p:sp>
      <p:sp>
        <p:nvSpPr>
          <p:cNvPr id="9" name="矩形: 圆角 8">
            <a:extLst>
              <a:ext uri="{FF2B5EF4-FFF2-40B4-BE49-F238E27FC236}">
                <a16:creationId xmlns:a16="http://schemas.microsoft.com/office/drawing/2014/main" id="{E9EEC4A8-995A-4450-9D59-38C1CFF97F46}"/>
              </a:ext>
            </a:extLst>
          </p:cNvPr>
          <p:cNvSpPr>
            <a:spLocks noGrp="1"/>
          </p:cNvSpPr>
          <p:nvPr/>
        </p:nvSpPr>
        <p:spPr>
          <a:xfrm>
            <a:off x="3276600" y="1847850"/>
            <a:ext cx="5334000" cy="4171950"/>
          </a:xfrm>
          <a:prstGeom prst="roundRect">
            <a:avLst>
              <a:gd name="adj" fmla="val 2740"/>
            </a:avLst>
          </a:prstGeom>
          <a:solidFill>
            <a:srgbClr val="EAF2FF"/>
          </a:solidFill>
          <a:ln w="9525">
            <a:solidFill>
              <a:srgbClr val="B2CC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AE542156-3730-4781-BE1E-E92EFD2F6632}"/>
              </a:ext>
            </a:extLst>
          </p:cNvPr>
          <p:cNvSpPr>
            <a:spLocks noGrp="1"/>
          </p:cNvSpPr>
          <p:nvPr/>
        </p:nvSpPr>
        <p:spPr>
          <a:xfrm>
            <a:off x="3505200" y="2038350"/>
            <a:ext cx="238125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可复制提示词</a:t>
            </a:r>
          </a:p>
        </p:txBody>
      </p:sp>
      <p:sp>
        <p:nvSpPr>
          <p:cNvPr id="11" name="矩形 10">
            <a:extLst>
              <a:ext uri="{FF2B5EF4-FFF2-40B4-BE49-F238E27FC236}">
                <a16:creationId xmlns:a16="http://schemas.microsoft.com/office/drawing/2014/main" id="{EE68E615-32BB-4A6A-92F5-6B843F896900}"/>
              </a:ext>
            </a:extLst>
          </p:cNvPr>
          <p:cNvSpPr>
            <a:spLocks noGrp="1"/>
          </p:cNvSpPr>
          <p:nvPr/>
        </p:nvSpPr>
        <p:spPr>
          <a:xfrm>
            <a:off x="3505200" y="2381250"/>
            <a:ext cx="4876800" cy="33337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你是“行动实验设计师”。把方案改写成假设—实验—证据闭环。</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请输出：</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1. 核心假设：如果做X，Y指标将如何变化；</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2. 最小实验：对象、范围、周期、动作；</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3. 基线与指标：领先指标、结果指标、护栏指标；</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4. 成功/停止/扩大标准；</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5. 责任人、检查点、数据记录方式；</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6. 可能污染实验结果的变量。</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优先设计2周内可获得信号、失败后可恢复的实验。</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【方案与假设】粘贴内容</a:t>
            </a:r>
          </a:p>
        </p:txBody>
      </p:sp>
      <p:sp>
        <p:nvSpPr>
          <p:cNvPr id="12" name="矩形: 圆角 11">
            <a:extLst>
              <a:ext uri="{FF2B5EF4-FFF2-40B4-BE49-F238E27FC236}">
                <a16:creationId xmlns:a16="http://schemas.microsoft.com/office/drawing/2014/main" id="{3279CA33-4BDA-4C00-808A-4D065031D97E}"/>
              </a:ext>
            </a:extLst>
          </p:cNvPr>
          <p:cNvSpPr>
            <a:spLocks noGrp="1"/>
          </p:cNvSpPr>
          <p:nvPr/>
        </p:nvSpPr>
        <p:spPr>
          <a:xfrm>
            <a:off x="8801100" y="1847850"/>
            <a:ext cx="2781300" cy="1952625"/>
          </a:xfrm>
          <a:prstGeom prst="roundRect">
            <a:avLst>
              <a:gd name="adj" fmla="val 585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88F91441-814A-48A0-A0C1-CFEDF5EB4C1B}"/>
              </a:ext>
            </a:extLst>
          </p:cNvPr>
          <p:cNvSpPr>
            <a:spLocks noGrp="1"/>
          </p:cNvSpPr>
          <p:nvPr/>
        </p:nvSpPr>
        <p:spPr>
          <a:xfrm>
            <a:off x="9010650" y="2038350"/>
            <a:ext cx="2095500" cy="228600"/>
          </a:xfrm>
          <a:prstGeom prst="rect">
            <a:avLst/>
          </a:prstGeom>
          <a:noFill/>
          <a:ln w="0">
            <a:noFill/>
            <a:prstDash val="solid"/>
          </a:ln>
        </p:spPr>
        <p:txBody>
          <a:bodyPr anchor="ctr"/>
          <a:lstStyle/>
          <a:p>
            <a:pPr algn="l">
              <a:defRPr sz="1125" b="1">
                <a:solidFill>
                  <a:srgbClr val="12B76A"/>
                </a:solidFill>
              </a:defRPr>
            </a:pPr>
            <a:r>
              <a:rPr sz="1125" b="1">
                <a:solidFill>
                  <a:srgbClr val="12B76A"/>
                </a:solidFill>
                <a:latin typeface="微软雅黑" panose="020B0503020204020204" pitchFamily="34" charset="-122"/>
                <a:ea typeface="微软雅黑" panose="020B0503020204020204" pitchFamily="34" charset="-122"/>
              </a:rPr>
              <a:t>AI输出</a:t>
            </a:r>
          </a:p>
        </p:txBody>
      </p:sp>
      <p:sp>
        <p:nvSpPr>
          <p:cNvPr id="14" name="矩形 13">
            <a:extLst>
              <a:ext uri="{FF2B5EF4-FFF2-40B4-BE49-F238E27FC236}">
                <a16:creationId xmlns:a16="http://schemas.microsoft.com/office/drawing/2014/main" id="{EFB6548F-A34E-47BF-BB26-3E04F1626787}"/>
              </a:ext>
            </a:extLst>
          </p:cNvPr>
          <p:cNvSpPr>
            <a:spLocks noGrp="1"/>
          </p:cNvSpPr>
          <p:nvPr/>
        </p:nvSpPr>
        <p:spPr>
          <a:xfrm>
            <a:off x="9010650" y="2381250"/>
            <a:ext cx="2362200" cy="11620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实验卡；指标口径；里程碑；停止/扩大规则；干扰变量。</a:t>
            </a:r>
          </a:p>
        </p:txBody>
      </p:sp>
      <p:sp>
        <p:nvSpPr>
          <p:cNvPr id="15" name="矩形: 圆角 14">
            <a:extLst>
              <a:ext uri="{FF2B5EF4-FFF2-40B4-BE49-F238E27FC236}">
                <a16:creationId xmlns:a16="http://schemas.microsoft.com/office/drawing/2014/main" id="{5C83E265-7C8B-41FC-8911-28FD6B53678C}"/>
              </a:ext>
            </a:extLst>
          </p:cNvPr>
          <p:cNvSpPr>
            <a:spLocks noGrp="1"/>
          </p:cNvSpPr>
          <p:nvPr/>
        </p:nvSpPr>
        <p:spPr>
          <a:xfrm>
            <a:off x="8801100" y="3990975"/>
            <a:ext cx="2781300" cy="2028825"/>
          </a:xfrm>
          <a:prstGeom prst="roundRect">
            <a:avLst>
              <a:gd name="adj" fmla="val 563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E2A8F8E3-E31F-4757-A238-E7AECB58B7B6}"/>
              </a:ext>
            </a:extLst>
          </p:cNvPr>
          <p:cNvSpPr>
            <a:spLocks noGrp="1"/>
          </p:cNvSpPr>
          <p:nvPr/>
        </p:nvSpPr>
        <p:spPr>
          <a:xfrm>
            <a:off x="9010650" y="4181475"/>
            <a:ext cx="2095500" cy="228600"/>
          </a:xfrm>
          <a:prstGeom prst="rect">
            <a:avLst/>
          </a:prstGeom>
          <a:noFill/>
          <a:ln w="0">
            <a:noFill/>
            <a:prstDash val="solid"/>
          </a:ln>
        </p:spPr>
        <p:txBody>
          <a:bodyPr anchor="ctr"/>
          <a:lstStyle/>
          <a:p>
            <a:pPr algn="l">
              <a:defRPr sz="1125" b="1">
                <a:solidFill>
                  <a:srgbClr val="F79009"/>
                </a:solidFill>
              </a:defRPr>
            </a:pPr>
            <a:r>
              <a:rPr sz="1125" b="1">
                <a:solidFill>
                  <a:srgbClr val="F79009"/>
                </a:solidFill>
                <a:latin typeface="微软雅黑" panose="020B0503020204020204" pitchFamily="34" charset="-122"/>
                <a:ea typeface="微软雅黑" panose="020B0503020204020204" pitchFamily="34" charset="-122"/>
              </a:rPr>
              <a:t>人工判断</a:t>
            </a:r>
          </a:p>
        </p:txBody>
      </p:sp>
      <p:sp>
        <p:nvSpPr>
          <p:cNvPr id="17" name="矩形 16">
            <a:extLst>
              <a:ext uri="{FF2B5EF4-FFF2-40B4-BE49-F238E27FC236}">
                <a16:creationId xmlns:a16="http://schemas.microsoft.com/office/drawing/2014/main" id="{61D48D28-F21A-4EF1-8FF5-02B14546CBCC}"/>
              </a:ext>
            </a:extLst>
          </p:cNvPr>
          <p:cNvSpPr>
            <a:spLocks noGrp="1"/>
          </p:cNvSpPr>
          <p:nvPr/>
        </p:nvSpPr>
        <p:spPr>
          <a:xfrm>
            <a:off x="9010650" y="4524375"/>
            <a:ext cx="2362200" cy="12382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确认实验伦理与业务风险；指定责任人；按检查点收集真实数据。</a:t>
            </a:r>
          </a:p>
        </p:txBody>
      </p:sp>
      <p:sp>
        <p:nvSpPr>
          <p:cNvPr id="21" name="页脚占位符 3">
            <a:extLst>
              <a:ext uri="{FF2B5EF4-FFF2-40B4-BE49-F238E27FC236}">
                <a16:creationId xmlns:a16="http://schemas.microsoft.com/office/drawing/2014/main" id="{B09DE49E-9300-6EB4-A66F-F483343D7325}"/>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dirty="0">
                <a:solidFill>
                  <a:schemeClr val="bg2"/>
                </a:solidFill>
              </a:rPr>
              <a:t>Leo Huang</a:t>
            </a:r>
            <a:endParaRPr lang="de-DE" altLang="zh-CN" sz="1050" dirty="0">
              <a:solidFill>
                <a:schemeClr val="bg2"/>
              </a:solidFill>
            </a:endParaRPr>
          </a:p>
        </p:txBody>
      </p:sp>
      <p:sp>
        <p:nvSpPr>
          <p:cNvPr id="23" name="灯片编号占位符 4">
            <a:extLst>
              <a:ext uri="{FF2B5EF4-FFF2-40B4-BE49-F238E27FC236}">
                <a16:creationId xmlns:a16="http://schemas.microsoft.com/office/drawing/2014/main" id="{4B527287-DAAB-81CA-C3E0-2C57E34A72AF}"/>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89</a:t>
            </a:fld>
            <a:endParaRPr lang="de-DE" altLang="zh-CN" sz="1050" dirty="0">
              <a:solidFill>
                <a:schemeClr val="bg2"/>
              </a:solidFill>
            </a:endParaRPr>
          </a:p>
        </p:txBody>
      </p:sp>
    </p:spTree>
    <p:extLst>
      <p:ext uri="{BB962C8B-B14F-4D97-AF65-F5344CB8AC3E}">
        <p14:creationId xmlns:p14="http://schemas.microsoft.com/office/powerpoint/2010/main" val="10695871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文本占位符 1">
            <a:extLst>
              <a:ext uri="{FF2B5EF4-FFF2-40B4-BE49-F238E27FC236}">
                <a16:creationId xmlns:a16="http://schemas.microsoft.com/office/drawing/2014/main" id="{CCB07C59-E95D-4740-B032-49F78EA7B0D7}"/>
              </a:ext>
            </a:extLst>
          </p:cNvPr>
          <p:cNvSpPr>
            <a:spLocks noGrp="1" noChangeArrowheads="1"/>
          </p:cNvSpPr>
          <p:nvPr>
            <p:ph type="body" sz="quarter" idx="12"/>
          </p:nvPr>
        </p:nvSpPr>
        <p:spPr>
          <a:xfrm>
            <a:off x="4386263" y="2211388"/>
            <a:ext cx="3822700" cy="430212"/>
          </a:xfrm>
        </p:spPr>
        <p:txBody>
          <a:bodyPr/>
          <a:lstStyle/>
          <a:p>
            <a:r>
              <a:rPr lang="zh-CN" altLang="en-US" sz="1800" b="1" dirty="0">
                <a:solidFill>
                  <a:srgbClr val="404040"/>
                </a:solidFill>
                <a:latin typeface="微软雅黑" panose="020B0503020204020204" pitchFamily="34" charset="-122"/>
                <a:ea typeface="Lantinghei SC Demibold"/>
                <a:cs typeface="Lantinghei SC Demibold"/>
              </a:rPr>
              <a:t>步骤七：评价结果和过程</a:t>
            </a:r>
            <a:endParaRPr sz="1800" b="1" dirty="0">
              <a:solidFill>
                <a:srgbClr val="404040"/>
              </a:solidFill>
              <a:latin typeface="微软雅黑" panose="020B0503020204020204" pitchFamily="34" charset="-122"/>
              <a:ea typeface="Lantinghei SC Demibold"/>
              <a:cs typeface="Lantinghei SC Demibold"/>
            </a:endParaRPr>
          </a:p>
        </p:txBody>
      </p:sp>
      <p:sp>
        <p:nvSpPr>
          <p:cNvPr id="126979" name="页脚占位符 2">
            <a:extLst>
              <a:ext uri="{FF2B5EF4-FFF2-40B4-BE49-F238E27FC236}">
                <a16:creationId xmlns:a16="http://schemas.microsoft.com/office/drawing/2014/main" id="{F5F94BC1-550C-4ABD-B8D5-D2627EF56EE4}"/>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26980" name="灯片编号占位符 3">
            <a:extLst>
              <a:ext uri="{FF2B5EF4-FFF2-40B4-BE49-F238E27FC236}">
                <a16:creationId xmlns:a16="http://schemas.microsoft.com/office/drawing/2014/main" id="{712CA30A-A128-434B-9083-170F06DAEACC}"/>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C4E111C-114F-4882-A09E-F669D8EF23D4}" type="slidenum">
              <a:rPr lang="de-DE" altLang="zh-CN" smtClean="0"/>
              <a:pPr/>
              <a:t>90</a:t>
            </a:fld>
            <a:endParaRPr lang="de-DE" altLang="zh-CN"/>
          </a:p>
        </p:txBody>
      </p:sp>
    </p:spTree>
    <p:extLst>
      <p:ext uri="{BB962C8B-B14F-4D97-AF65-F5344CB8AC3E}">
        <p14:creationId xmlns:p14="http://schemas.microsoft.com/office/powerpoint/2010/main" val="2936919875"/>
      </p:ext>
    </p:extLst>
  </p:cSld>
  <p:clrMapOvr>
    <a:masterClrMapping/>
  </p:clrMapOvr>
  <p:transition>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7DDB50-A578-7317-5B6D-AED9EB5F8011}"/>
              </a:ext>
            </a:extLst>
          </p:cNvPr>
          <p:cNvSpPr>
            <a:spLocks noGrp="1"/>
          </p:cNvSpPr>
          <p:nvPr>
            <p:ph type="title"/>
          </p:nvPr>
        </p:nvSpPr>
        <p:spPr/>
        <p:txBody>
          <a:bodyPr/>
          <a:lstStyle/>
          <a:p>
            <a:r>
              <a:rPr lang="zh-CN" altLang="en-US" sz="2400" b="1" dirty="0">
                <a:solidFill>
                  <a:srgbClr val="404040"/>
                </a:solidFill>
                <a:latin typeface="微软雅黑" panose="020B0503020204020204" pitchFamily="34" charset="-122"/>
                <a:ea typeface="Lantinghei SC Demibold"/>
                <a:cs typeface="Lantinghei SC Demibold"/>
              </a:rPr>
              <a:t>步骤七：评价结果和过程</a:t>
            </a:r>
            <a:endParaRPr lang="zh-CN" altLang="en-US" dirty="0"/>
          </a:p>
        </p:txBody>
      </p:sp>
      <p:sp>
        <p:nvSpPr>
          <p:cNvPr id="3" name="内容占位符 2">
            <a:extLst>
              <a:ext uri="{FF2B5EF4-FFF2-40B4-BE49-F238E27FC236}">
                <a16:creationId xmlns:a16="http://schemas.microsoft.com/office/drawing/2014/main" id="{6CD05379-E9F8-13E7-C7A1-E9C4AE1D1DDA}"/>
              </a:ext>
            </a:extLst>
          </p:cNvPr>
          <p:cNvSpPr>
            <a:spLocks noGrp="1"/>
          </p:cNvSpPr>
          <p:nvPr>
            <p:ph idx="1"/>
          </p:nvPr>
        </p:nvSpPr>
        <p:spPr/>
        <p:txBody>
          <a:bodyPr/>
          <a:lstStyle/>
          <a:p>
            <a:pPr marL="342900" indent="-342900">
              <a:buFont typeface="Wingdings" panose="05000000000000000000" pitchFamily="2" charset="2"/>
              <a:buChar char="p"/>
            </a:pPr>
            <a:r>
              <a:rPr lang="zh-CN" altLang="en-US" dirty="0"/>
              <a:t>客观地评价目标的达成结果和过程</a:t>
            </a:r>
            <a:endParaRPr lang="en-US" altLang="zh-CN" dirty="0"/>
          </a:p>
          <a:p>
            <a:pPr marL="342900" indent="-342900">
              <a:buFont typeface="Wingdings" panose="05000000000000000000" pitchFamily="2" charset="2"/>
              <a:buChar char="p"/>
            </a:pPr>
            <a:r>
              <a:rPr lang="zh-CN" altLang="en-US" dirty="0"/>
              <a:t>从成功和失败中学习，积累知识和技能</a:t>
            </a:r>
          </a:p>
        </p:txBody>
      </p:sp>
      <p:sp>
        <p:nvSpPr>
          <p:cNvPr id="4" name="页脚占位符 3">
            <a:extLst>
              <a:ext uri="{FF2B5EF4-FFF2-40B4-BE49-F238E27FC236}">
                <a16:creationId xmlns:a16="http://schemas.microsoft.com/office/drawing/2014/main" id="{DD719D1A-39FC-1469-F086-F5077261B243}"/>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7CA43E1B-E15C-C663-8019-79F94956FD4E}"/>
              </a:ext>
            </a:extLst>
          </p:cNvPr>
          <p:cNvSpPr>
            <a:spLocks noGrp="1"/>
          </p:cNvSpPr>
          <p:nvPr>
            <p:ph type="sldNum" sz="quarter" idx="11"/>
          </p:nvPr>
        </p:nvSpPr>
        <p:spPr/>
        <p:txBody>
          <a:bodyPr/>
          <a:lstStyle/>
          <a:p>
            <a:pPr>
              <a:defRPr/>
            </a:pPr>
            <a:fld id="{504E9415-CE62-41B1-A98C-C68172D739F2}" type="slidenum">
              <a:rPr lang="de-DE" altLang="zh-CN" smtClean="0"/>
              <a:pPr>
                <a:defRPr/>
              </a:pPr>
              <a:t>91</a:t>
            </a:fld>
            <a:endParaRPr lang="de-DE" altLang="zh-CN"/>
          </a:p>
        </p:txBody>
      </p:sp>
    </p:spTree>
    <p:extLst>
      <p:ext uri="{BB962C8B-B14F-4D97-AF65-F5344CB8AC3E}">
        <p14:creationId xmlns:p14="http://schemas.microsoft.com/office/powerpoint/2010/main" val="1912975710"/>
      </p:ext>
    </p:extLst>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E4D1BB-6630-5B2C-B63D-57F0154BFA3E}"/>
              </a:ext>
            </a:extLst>
          </p:cNvPr>
          <p:cNvSpPr>
            <a:spLocks noGrp="1"/>
          </p:cNvSpPr>
          <p:nvPr>
            <p:ph type="title"/>
          </p:nvPr>
        </p:nvSpPr>
        <p:spPr/>
        <p:txBody>
          <a:bodyPr/>
          <a:lstStyle/>
          <a:p>
            <a:r>
              <a:rPr lang="zh-CN" altLang="en-US" dirty="0"/>
              <a:t>结果评价</a:t>
            </a:r>
          </a:p>
        </p:txBody>
      </p:sp>
      <p:sp>
        <p:nvSpPr>
          <p:cNvPr id="4" name="页脚占位符 3">
            <a:extLst>
              <a:ext uri="{FF2B5EF4-FFF2-40B4-BE49-F238E27FC236}">
                <a16:creationId xmlns:a16="http://schemas.microsoft.com/office/drawing/2014/main" id="{75D55E4B-B3D4-0C0B-759A-580A3C5D5769}"/>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AFC77CD0-8C55-B210-6F0E-3A030DDB4455}"/>
              </a:ext>
            </a:extLst>
          </p:cNvPr>
          <p:cNvSpPr>
            <a:spLocks noGrp="1"/>
          </p:cNvSpPr>
          <p:nvPr>
            <p:ph type="sldNum" sz="quarter" idx="11"/>
          </p:nvPr>
        </p:nvSpPr>
        <p:spPr/>
        <p:txBody>
          <a:bodyPr/>
          <a:lstStyle/>
          <a:p>
            <a:pPr>
              <a:defRPr/>
            </a:pPr>
            <a:fld id="{504E9415-CE62-41B1-A98C-C68172D739F2}" type="slidenum">
              <a:rPr lang="de-DE" altLang="zh-CN" smtClean="0"/>
              <a:pPr>
                <a:defRPr/>
              </a:pPr>
              <a:t>92</a:t>
            </a:fld>
            <a:endParaRPr lang="de-DE" altLang="zh-CN"/>
          </a:p>
        </p:txBody>
      </p:sp>
      <p:graphicFrame>
        <p:nvGraphicFramePr>
          <p:cNvPr id="6" name="表格 5">
            <a:extLst>
              <a:ext uri="{FF2B5EF4-FFF2-40B4-BE49-F238E27FC236}">
                <a16:creationId xmlns:a16="http://schemas.microsoft.com/office/drawing/2014/main" id="{A7026E0E-9D14-8F1B-DAFD-8B2E75DCD0ED}"/>
              </a:ext>
            </a:extLst>
          </p:cNvPr>
          <p:cNvGraphicFramePr>
            <a:graphicFrameLocks noGrp="1"/>
          </p:cNvGraphicFramePr>
          <p:nvPr/>
        </p:nvGraphicFramePr>
        <p:xfrm>
          <a:off x="1240832" y="2217869"/>
          <a:ext cx="6757926" cy="2873112"/>
        </p:xfrm>
        <a:graphic>
          <a:graphicData uri="http://schemas.openxmlformats.org/drawingml/2006/table">
            <a:tbl>
              <a:tblPr firstRow="1" bandRow="1">
                <a:tableStyleId>{93296810-A885-4BE3-A3E7-6D5BEEA58F35}</a:tableStyleId>
              </a:tblPr>
              <a:tblGrid>
                <a:gridCol w="2016224">
                  <a:extLst>
                    <a:ext uri="{9D8B030D-6E8A-4147-A177-3AD203B41FA5}">
                      <a16:colId xmlns:a16="http://schemas.microsoft.com/office/drawing/2014/main" val="20000"/>
                    </a:ext>
                  </a:extLst>
                </a:gridCol>
                <a:gridCol w="2489060">
                  <a:extLst>
                    <a:ext uri="{9D8B030D-6E8A-4147-A177-3AD203B41FA5}">
                      <a16:colId xmlns:a16="http://schemas.microsoft.com/office/drawing/2014/main" val="20001"/>
                    </a:ext>
                  </a:extLst>
                </a:gridCol>
                <a:gridCol w="2252642">
                  <a:extLst>
                    <a:ext uri="{9D8B030D-6E8A-4147-A177-3AD203B41FA5}">
                      <a16:colId xmlns:a16="http://schemas.microsoft.com/office/drawing/2014/main" val="20002"/>
                    </a:ext>
                  </a:extLst>
                </a:gridCol>
              </a:tblGrid>
              <a:tr h="478852">
                <a:tc>
                  <a:txBody>
                    <a:bodyPr/>
                    <a:lstStyle/>
                    <a:p>
                      <a:pPr algn="ctr"/>
                      <a:r>
                        <a:rPr lang="zh-CN" altLang="en-US" b="0" dirty="0">
                          <a:latin typeface="微软雅黑" pitchFamily="34" charset="-122"/>
                          <a:ea typeface="微软雅黑" pitchFamily="34" charset="-122"/>
                        </a:rPr>
                        <a:t>类别</a:t>
                      </a:r>
                    </a:p>
                  </a:txBody>
                  <a:tcPr/>
                </a:tc>
                <a:tc>
                  <a:txBody>
                    <a:bodyPr/>
                    <a:lstStyle/>
                    <a:p>
                      <a:pPr algn="ctr"/>
                      <a:r>
                        <a:rPr lang="zh-CN" altLang="en-US" b="0" dirty="0">
                          <a:latin typeface="微软雅黑" pitchFamily="34" charset="-122"/>
                          <a:ea typeface="微软雅黑" pitchFamily="34" charset="-122"/>
                        </a:rPr>
                        <a:t>目标</a:t>
                      </a:r>
                    </a:p>
                  </a:txBody>
                  <a:tcPr/>
                </a:tc>
                <a:tc>
                  <a:txBody>
                    <a:bodyPr/>
                    <a:lstStyle/>
                    <a:p>
                      <a:pPr algn="ctr"/>
                      <a:r>
                        <a:rPr lang="zh-CN" altLang="en-US" b="0" dirty="0">
                          <a:latin typeface="微软雅黑" pitchFamily="34" charset="-122"/>
                          <a:ea typeface="微软雅黑" pitchFamily="34" charset="-122"/>
                        </a:rPr>
                        <a:t>结果</a:t>
                      </a:r>
                    </a:p>
                  </a:txBody>
                  <a:tcPr/>
                </a:tc>
                <a:extLst>
                  <a:ext uri="{0D108BD9-81ED-4DB2-BD59-A6C34878D82A}">
                    <a16:rowId xmlns:a16="http://schemas.microsoft.com/office/drawing/2014/main" val="10000"/>
                  </a:ext>
                </a:extLst>
              </a:tr>
              <a:tr h="478852">
                <a:tc>
                  <a:txBody>
                    <a:bodyPr/>
                    <a:lstStyle/>
                    <a:p>
                      <a:pPr algn="ctr"/>
                      <a:r>
                        <a:rPr lang="zh-CN" altLang="en-US" b="0" dirty="0">
                          <a:latin typeface="微软雅黑" pitchFamily="34" charset="-122"/>
                          <a:ea typeface="微软雅黑" pitchFamily="34" charset="-122"/>
                        </a:rPr>
                        <a:t>新增</a:t>
                      </a:r>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10001"/>
                  </a:ext>
                </a:extLst>
              </a:tr>
              <a:tr h="478852">
                <a:tc>
                  <a:txBody>
                    <a:bodyPr/>
                    <a:lstStyle/>
                    <a:p>
                      <a:pPr algn="ctr"/>
                      <a:r>
                        <a:rPr lang="zh-CN" altLang="en-US" b="0" dirty="0">
                          <a:latin typeface="微软雅黑" pitchFamily="34" charset="-122"/>
                          <a:ea typeface="微软雅黑" pitchFamily="34" charset="-122"/>
                        </a:rPr>
                        <a:t>消失</a:t>
                      </a:r>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2"/>
                  </a:ext>
                </a:extLst>
              </a:tr>
              <a:tr h="478852">
                <a:tc>
                  <a:txBody>
                    <a:bodyPr/>
                    <a:lstStyle/>
                    <a:p>
                      <a:pPr algn="ctr"/>
                      <a:r>
                        <a:rPr lang="zh-CN" altLang="en-US" b="0" dirty="0">
                          <a:latin typeface="微软雅黑" pitchFamily="34" charset="-122"/>
                          <a:ea typeface="微软雅黑" pitchFamily="34" charset="-122"/>
                        </a:rPr>
                        <a:t>结果</a:t>
                      </a:r>
                      <a:r>
                        <a:rPr lang="en-US" altLang="zh-CN" b="0" dirty="0">
                          <a:latin typeface="微软雅黑" pitchFamily="34" charset="-122"/>
                          <a:ea typeface="微软雅黑" pitchFamily="34" charset="-122"/>
                        </a:rPr>
                        <a:t>=</a:t>
                      </a:r>
                      <a:r>
                        <a:rPr lang="zh-CN" altLang="en-US" b="0" dirty="0">
                          <a:latin typeface="微软雅黑" pitchFamily="34" charset="-122"/>
                          <a:ea typeface="微软雅黑" pitchFamily="34" charset="-122"/>
                        </a:rPr>
                        <a:t>目标</a:t>
                      </a:r>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10003"/>
                  </a:ext>
                </a:extLst>
              </a:tr>
              <a:tr h="478852">
                <a:tc>
                  <a:txBody>
                    <a:bodyPr/>
                    <a:lstStyle/>
                    <a:p>
                      <a:pPr algn="ctr"/>
                      <a:r>
                        <a:rPr lang="zh-CN" altLang="en-US" b="0" dirty="0">
                          <a:latin typeface="微软雅黑" pitchFamily="34" charset="-122"/>
                          <a:ea typeface="微软雅黑" pitchFamily="34" charset="-122"/>
                        </a:rPr>
                        <a:t>结果</a:t>
                      </a:r>
                      <a:r>
                        <a:rPr lang="en-US" altLang="zh-CN" b="0" dirty="0">
                          <a:latin typeface="微软雅黑" pitchFamily="34" charset="-122"/>
                          <a:ea typeface="微软雅黑" pitchFamily="34" charset="-122"/>
                        </a:rPr>
                        <a:t>&gt;</a:t>
                      </a:r>
                      <a:r>
                        <a:rPr lang="zh-CN" altLang="en-US" b="0" dirty="0">
                          <a:latin typeface="微软雅黑" pitchFamily="34" charset="-122"/>
                          <a:ea typeface="微软雅黑" pitchFamily="34" charset="-122"/>
                        </a:rPr>
                        <a:t>目标</a:t>
                      </a:r>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10004"/>
                  </a:ext>
                </a:extLst>
              </a:tr>
              <a:tr h="478852">
                <a:tc>
                  <a:txBody>
                    <a:bodyPr/>
                    <a:lstStyle/>
                    <a:p>
                      <a:pPr algn="ctr"/>
                      <a:r>
                        <a:rPr lang="zh-CN" altLang="en-US" b="0" dirty="0">
                          <a:latin typeface="微软雅黑" pitchFamily="34" charset="-122"/>
                          <a:ea typeface="微软雅黑" pitchFamily="34" charset="-122"/>
                        </a:rPr>
                        <a:t>结果</a:t>
                      </a:r>
                      <a:r>
                        <a:rPr lang="en-US" altLang="zh-CN" b="0" dirty="0">
                          <a:latin typeface="微软雅黑" pitchFamily="34" charset="-122"/>
                          <a:ea typeface="微软雅黑" pitchFamily="34" charset="-122"/>
                        </a:rPr>
                        <a:t>&lt;</a:t>
                      </a:r>
                      <a:r>
                        <a:rPr lang="zh-CN" altLang="en-US" b="0" dirty="0">
                          <a:latin typeface="微软雅黑" pitchFamily="34" charset="-122"/>
                          <a:ea typeface="微软雅黑" pitchFamily="34" charset="-122"/>
                        </a:rPr>
                        <a:t>目标</a:t>
                      </a:r>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104158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文本占位符 1">
            <a:extLst>
              <a:ext uri="{FF2B5EF4-FFF2-40B4-BE49-F238E27FC236}">
                <a16:creationId xmlns:a16="http://schemas.microsoft.com/office/drawing/2014/main" id="{CCB07C59-E95D-4740-B032-49F78EA7B0D7}"/>
              </a:ext>
            </a:extLst>
          </p:cNvPr>
          <p:cNvSpPr>
            <a:spLocks noGrp="1" noChangeArrowheads="1"/>
          </p:cNvSpPr>
          <p:nvPr>
            <p:ph type="body" sz="quarter" idx="12"/>
          </p:nvPr>
        </p:nvSpPr>
        <p:spPr>
          <a:xfrm>
            <a:off x="4386263" y="2211388"/>
            <a:ext cx="3822700" cy="430212"/>
          </a:xfrm>
        </p:spPr>
        <p:txBody>
          <a:bodyPr/>
          <a:lstStyle/>
          <a:p>
            <a:r>
              <a:rPr lang="zh-CN" altLang="en-US" sz="1800" b="1" dirty="0">
                <a:solidFill>
                  <a:srgbClr val="404040"/>
                </a:solidFill>
                <a:latin typeface="微软雅黑" panose="020B0503020204020204" pitchFamily="34" charset="-122"/>
                <a:ea typeface="Lantinghei SC Demibold"/>
                <a:cs typeface="Lantinghei SC Demibold"/>
              </a:rPr>
              <a:t>步骤八：巩固成果</a:t>
            </a:r>
            <a:endParaRPr sz="1800" b="1" dirty="0">
              <a:solidFill>
                <a:srgbClr val="404040"/>
              </a:solidFill>
              <a:latin typeface="微软雅黑" panose="020B0503020204020204" pitchFamily="34" charset="-122"/>
              <a:ea typeface="Lantinghei SC Demibold"/>
              <a:cs typeface="Lantinghei SC Demibold"/>
            </a:endParaRPr>
          </a:p>
        </p:txBody>
      </p:sp>
      <p:sp>
        <p:nvSpPr>
          <p:cNvPr id="126979" name="页脚占位符 2">
            <a:extLst>
              <a:ext uri="{FF2B5EF4-FFF2-40B4-BE49-F238E27FC236}">
                <a16:creationId xmlns:a16="http://schemas.microsoft.com/office/drawing/2014/main" id="{F5F94BC1-550C-4ABD-B8D5-D2627EF56EE4}"/>
              </a:ext>
            </a:extLst>
          </p:cNvPr>
          <p:cNvSpPr>
            <a:spLocks noGrp="1" noChangeArrowheads="1"/>
          </p:cNvSpPr>
          <p:nvPr>
            <p:ph type="ftr" sz="quarter" idx="13"/>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Leo Huang</a:t>
            </a:r>
            <a:endParaRPr lang="de-DE" altLang="zh-CN"/>
          </a:p>
        </p:txBody>
      </p:sp>
      <p:sp>
        <p:nvSpPr>
          <p:cNvPr id="126980" name="灯片编号占位符 3">
            <a:extLst>
              <a:ext uri="{FF2B5EF4-FFF2-40B4-BE49-F238E27FC236}">
                <a16:creationId xmlns:a16="http://schemas.microsoft.com/office/drawing/2014/main" id="{712CA30A-A128-434B-9083-170F06DAEACC}"/>
              </a:ext>
            </a:extLst>
          </p:cNvPr>
          <p:cNvSpPr>
            <a:spLocks noGrp="1" noChangeArrowheads="1"/>
          </p:cNvSpPr>
          <p:nvPr>
            <p:ph type="sldNum" sz="quarter" idx="1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C4E111C-114F-4882-A09E-F669D8EF23D4}" type="slidenum">
              <a:rPr lang="de-DE" altLang="zh-CN" smtClean="0"/>
              <a:pPr/>
              <a:t>93</a:t>
            </a:fld>
            <a:endParaRPr lang="de-DE" altLang="zh-CN"/>
          </a:p>
        </p:txBody>
      </p:sp>
    </p:spTree>
    <p:extLst>
      <p:ext uri="{BB962C8B-B14F-4D97-AF65-F5344CB8AC3E}">
        <p14:creationId xmlns:p14="http://schemas.microsoft.com/office/powerpoint/2010/main" val="2369492577"/>
      </p:ext>
    </p:extLst>
  </p:cSld>
  <p:clrMapOvr>
    <a:masterClrMapping/>
  </p:clrMapOvr>
  <p:transition>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015C74-23C8-717B-15D9-4C38F83B2EE8}"/>
              </a:ext>
            </a:extLst>
          </p:cNvPr>
          <p:cNvSpPr>
            <a:spLocks noGrp="1"/>
          </p:cNvSpPr>
          <p:nvPr>
            <p:ph type="title"/>
          </p:nvPr>
        </p:nvSpPr>
        <p:spPr/>
        <p:txBody>
          <a:bodyPr/>
          <a:lstStyle/>
          <a:p>
            <a:r>
              <a:rPr lang="zh-CN" altLang="en-US" sz="2400" b="1" dirty="0">
                <a:solidFill>
                  <a:srgbClr val="404040"/>
                </a:solidFill>
                <a:latin typeface="微软雅黑" panose="020B0503020204020204" pitchFamily="34" charset="-122"/>
                <a:ea typeface="Lantinghei SC Demibold"/>
                <a:cs typeface="Lantinghei SC Demibold"/>
              </a:rPr>
              <a:t>巩固成果</a:t>
            </a:r>
            <a:endParaRPr lang="zh-CN" altLang="en-US" dirty="0"/>
          </a:p>
        </p:txBody>
      </p:sp>
      <p:sp>
        <p:nvSpPr>
          <p:cNvPr id="4" name="页脚占位符 3">
            <a:extLst>
              <a:ext uri="{FF2B5EF4-FFF2-40B4-BE49-F238E27FC236}">
                <a16:creationId xmlns:a16="http://schemas.microsoft.com/office/drawing/2014/main" id="{2DABD984-E16D-8F09-3C0C-4C31ED3C5B3C}"/>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F22009A9-5646-F205-3562-5955BE0A66B9}"/>
              </a:ext>
            </a:extLst>
          </p:cNvPr>
          <p:cNvSpPr>
            <a:spLocks noGrp="1"/>
          </p:cNvSpPr>
          <p:nvPr>
            <p:ph type="sldNum" sz="quarter" idx="11"/>
          </p:nvPr>
        </p:nvSpPr>
        <p:spPr/>
        <p:txBody>
          <a:bodyPr/>
          <a:lstStyle/>
          <a:p>
            <a:pPr>
              <a:defRPr/>
            </a:pPr>
            <a:fld id="{504E9415-CE62-41B1-A98C-C68172D739F2}" type="slidenum">
              <a:rPr lang="de-DE" altLang="zh-CN" smtClean="0"/>
              <a:pPr>
                <a:defRPr/>
              </a:pPr>
              <a:t>94</a:t>
            </a:fld>
            <a:endParaRPr lang="de-DE" altLang="zh-CN"/>
          </a:p>
        </p:txBody>
      </p:sp>
      <p:pic>
        <p:nvPicPr>
          <p:cNvPr id="6" name="Picture 2" descr="C:\Users\zhuang3\Desktop\20140514195147920.png">
            <a:extLst>
              <a:ext uri="{FF2B5EF4-FFF2-40B4-BE49-F238E27FC236}">
                <a16:creationId xmlns:a16="http://schemas.microsoft.com/office/drawing/2014/main" id="{44F358C0-3763-A5D3-0DFB-B798A8013F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368238"/>
            <a:ext cx="509587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717A9A3F-4E5C-222A-0497-7180D24FC153}"/>
              </a:ext>
            </a:extLst>
          </p:cNvPr>
          <p:cNvSpPr>
            <a:spLocks noGrp="1"/>
          </p:cNvSpPr>
          <p:nvPr>
            <p:ph idx="1"/>
          </p:nvPr>
        </p:nvSpPr>
        <p:spPr>
          <a:xfrm>
            <a:off x="623889" y="1268413"/>
            <a:ext cx="5579688" cy="4681537"/>
          </a:xfrm>
        </p:spPr>
        <p:txBody>
          <a:bodyPr/>
          <a:lstStyle/>
          <a:p>
            <a:pPr marL="342900" indent="-342900" eaLnBrk="1" hangingPunct="1">
              <a:spcBef>
                <a:spcPct val="20000"/>
              </a:spcBef>
              <a:buFont typeface="Wingdings" panose="05000000000000000000" pitchFamily="2" charset="2"/>
              <a:buChar char="p"/>
              <a:defRPr/>
            </a:pPr>
            <a:r>
              <a:rPr kumimoji="1" lang="zh-CN" altLang="en-US" sz="2000" dirty="0">
                <a:latin typeface="Times New Roman" panose="02020603050405020304" pitchFamily="18" charset="0"/>
              </a:rPr>
              <a:t>将成功的过程制度化并固定下来。这样即使从事这项工作的人发生变动，也能够保证继续创造成果。</a:t>
            </a:r>
            <a:endParaRPr kumimoji="1" lang="en-US" altLang="zh-CN" sz="2000" dirty="0">
              <a:latin typeface="Times New Roman" panose="02020603050405020304" pitchFamily="18" charset="0"/>
            </a:endParaRPr>
          </a:p>
          <a:p>
            <a:pPr marL="342900" indent="-342900" eaLnBrk="1" hangingPunct="1">
              <a:spcBef>
                <a:spcPct val="20000"/>
              </a:spcBef>
              <a:buFont typeface="Wingdings" panose="05000000000000000000" pitchFamily="2" charset="2"/>
              <a:buChar char="p"/>
              <a:defRPr/>
            </a:pPr>
            <a:r>
              <a:rPr kumimoji="1" lang="zh-CN" altLang="en-US" sz="2000" dirty="0">
                <a:latin typeface="Times New Roman" panose="02020603050405020304" pitchFamily="18" charset="0"/>
              </a:rPr>
              <a:t>积极推广成功的机制，以提高组织整体的战斗力。</a:t>
            </a:r>
            <a:endParaRPr lang="zh-CN" altLang="en-US" sz="2000" dirty="0"/>
          </a:p>
        </p:txBody>
      </p:sp>
    </p:spTree>
    <p:extLst>
      <p:ext uri="{BB962C8B-B14F-4D97-AF65-F5344CB8AC3E}">
        <p14:creationId xmlns:p14="http://schemas.microsoft.com/office/powerpoint/2010/main" val="258229432"/>
      </p:ext>
    </p:extLst>
  </p:cSld>
  <p:clrMapOvr>
    <a:masterClrMapping/>
  </p:clrMapOvr>
  <p:transition>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A3E34-2464-2B63-6ADE-A080CD50607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765722A-8593-5138-9319-65B91ED02C8A}"/>
              </a:ext>
            </a:extLst>
          </p:cNvPr>
          <p:cNvSpPr>
            <a:spLocks noGrp="1"/>
          </p:cNvSpPr>
          <p:nvPr>
            <p:ph idx="1"/>
          </p:nvPr>
        </p:nvSpPr>
        <p:spPr/>
        <p:txBody>
          <a:bodyPr/>
          <a:lstStyle/>
          <a:p>
            <a:r>
              <a:rPr lang="zh-CN" altLang="en-US" dirty="0"/>
              <a:t>（</a:t>
            </a:r>
            <a:r>
              <a:rPr lang="en-US" altLang="zh-CN" dirty="0"/>
              <a:t>1</a:t>
            </a:r>
            <a:r>
              <a:rPr lang="zh-CN" altLang="en-US" dirty="0"/>
              <a:t>）将成果制度化并巩固（标准化）</a:t>
            </a:r>
            <a:endParaRPr lang="en-US" altLang="zh-CN" dirty="0"/>
          </a:p>
          <a:p>
            <a:endParaRPr lang="zh-CN" altLang="en-US" dirty="0"/>
          </a:p>
        </p:txBody>
      </p:sp>
      <p:sp>
        <p:nvSpPr>
          <p:cNvPr id="4" name="页脚占位符 3">
            <a:extLst>
              <a:ext uri="{FF2B5EF4-FFF2-40B4-BE49-F238E27FC236}">
                <a16:creationId xmlns:a16="http://schemas.microsoft.com/office/drawing/2014/main" id="{127F2834-893C-8BAF-6F0E-B9E517F1370C}"/>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848E886E-C2C8-D06D-7DDF-66628E4E5616}"/>
              </a:ext>
            </a:extLst>
          </p:cNvPr>
          <p:cNvSpPr>
            <a:spLocks noGrp="1"/>
          </p:cNvSpPr>
          <p:nvPr>
            <p:ph type="sldNum" sz="quarter" idx="11"/>
          </p:nvPr>
        </p:nvSpPr>
        <p:spPr/>
        <p:txBody>
          <a:bodyPr/>
          <a:lstStyle/>
          <a:p>
            <a:pPr>
              <a:defRPr/>
            </a:pPr>
            <a:fld id="{504E9415-CE62-41B1-A98C-C68172D739F2}" type="slidenum">
              <a:rPr lang="de-DE" altLang="zh-CN" smtClean="0"/>
              <a:pPr>
                <a:defRPr/>
              </a:pPr>
              <a:t>95</a:t>
            </a:fld>
            <a:endParaRPr lang="de-DE" altLang="zh-CN"/>
          </a:p>
        </p:txBody>
      </p:sp>
      <p:pic>
        <p:nvPicPr>
          <p:cNvPr id="7" name="图片 6" descr="文本&#10;&#10;描述已自动生成">
            <a:extLst>
              <a:ext uri="{FF2B5EF4-FFF2-40B4-BE49-F238E27FC236}">
                <a16:creationId xmlns:a16="http://schemas.microsoft.com/office/drawing/2014/main" id="{6F491DB5-9BAA-8998-84E1-8875AC050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594" y="1882953"/>
            <a:ext cx="4949042" cy="3857715"/>
          </a:xfrm>
          <a:prstGeom prst="rect">
            <a:avLst/>
          </a:prstGeom>
        </p:spPr>
      </p:pic>
    </p:spTree>
    <p:extLst>
      <p:ext uri="{BB962C8B-B14F-4D97-AF65-F5344CB8AC3E}">
        <p14:creationId xmlns:p14="http://schemas.microsoft.com/office/powerpoint/2010/main" val="1026647467"/>
      </p:ext>
    </p:extLst>
  </p:cSld>
  <p:clrMapOvr>
    <a:masterClrMapping/>
  </p:clrMapOvr>
  <p:transition>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4757B-7F65-D6D0-8289-A9291F6C258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70E28B5-1FD3-F2D3-7E7F-82ACDFD3BD86}"/>
              </a:ext>
            </a:extLst>
          </p:cNvPr>
          <p:cNvSpPr>
            <a:spLocks noGrp="1"/>
          </p:cNvSpPr>
          <p:nvPr>
            <p:ph idx="1"/>
          </p:nvPr>
        </p:nvSpPr>
        <p:spPr/>
        <p:txBody>
          <a:bodyPr/>
          <a:lstStyle/>
          <a:p>
            <a:r>
              <a:rPr lang="zh-CN" altLang="en-US" dirty="0"/>
              <a:t>（</a:t>
            </a:r>
            <a:r>
              <a:rPr lang="en-US" altLang="zh-CN" dirty="0"/>
              <a:t>2</a:t>
            </a:r>
            <a:r>
              <a:rPr lang="zh-CN" altLang="en-US" dirty="0"/>
              <a:t>）将成功的机制横向推广和展开</a:t>
            </a:r>
            <a:endParaRPr lang="en-US" altLang="zh-CN" dirty="0"/>
          </a:p>
          <a:p>
            <a:r>
              <a:rPr lang="zh-CN" altLang="en-US" dirty="0"/>
              <a:t>（</a:t>
            </a:r>
            <a:r>
              <a:rPr lang="en-US" altLang="zh-CN" dirty="0"/>
              <a:t>3</a:t>
            </a:r>
            <a:r>
              <a:rPr lang="zh-CN" altLang="en-US" dirty="0"/>
              <a:t>）着手下一步的改善</a:t>
            </a:r>
          </a:p>
        </p:txBody>
      </p:sp>
      <p:sp>
        <p:nvSpPr>
          <p:cNvPr id="4" name="页脚占位符 3">
            <a:extLst>
              <a:ext uri="{FF2B5EF4-FFF2-40B4-BE49-F238E27FC236}">
                <a16:creationId xmlns:a16="http://schemas.microsoft.com/office/drawing/2014/main" id="{0F232891-6BCA-537A-CA21-1F48410395AE}"/>
              </a:ext>
            </a:extLst>
          </p:cNvPr>
          <p:cNvSpPr>
            <a:spLocks noGrp="1"/>
          </p:cNvSpPr>
          <p:nvPr>
            <p:ph type="ftr" sz="quarter" idx="10"/>
          </p:nvPr>
        </p:nvSpPr>
        <p:spPr/>
        <p:txBody>
          <a:bodyPr/>
          <a:lstStyle/>
          <a:p>
            <a:pPr>
              <a:defRPr/>
            </a:pPr>
            <a:r>
              <a:rPr lang="de-DE"/>
              <a:t>Leo Huang</a:t>
            </a:r>
          </a:p>
        </p:txBody>
      </p:sp>
      <p:sp>
        <p:nvSpPr>
          <p:cNvPr id="5" name="灯片编号占位符 4">
            <a:extLst>
              <a:ext uri="{FF2B5EF4-FFF2-40B4-BE49-F238E27FC236}">
                <a16:creationId xmlns:a16="http://schemas.microsoft.com/office/drawing/2014/main" id="{57151EFF-9285-BEAE-20F0-252254EFFCEE}"/>
              </a:ext>
            </a:extLst>
          </p:cNvPr>
          <p:cNvSpPr>
            <a:spLocks noGrp="1"/>
          </p:cNvSpPr>
          <p:nvPr>
            <p:ph type="sldNum" sz="quarter" idx="11"/>
          </p:nvPr>
        </p:nvSpPr>
        <p:spPr/>
        <p:txBody>
          <a:bodyPr/>
          <a:lstStyle/>
          <a:p>
            <a:pPr>
              <a:defRPr/>
            </a:pPr>
            <a:fld id="{504E9415-CE62-41B1-A98C-C68172D739F2}" type="slidenum">
              <a:rPr lang="de-DE" altLang="zh-CN" smtClean="0"/>
              <a:pPr>
                <a:defRPr/>
              </a:pPr>
              <a:t>96</a:t>
            </a:fld>
            <a:endParaRPr lang="de-DE" altLang="zh-CN"/>
          </a:p>
        </p:txBody>
      </p:sp>
    </p:spTree>
    <p:extLst>
      <p:ext uri="{BB962C8B-B14F-4D97-AF65-F5344CB8AC3E}">
        <p14:creationId xmlns:p14="http://schemas.microsoft.com/office/powerpoint/2010/main" val="853999734"/>
      </p:ext>
    </p:extLst>
  </p:cSld>
  <p:clrMapOvr>
    <a:masterClrMapping/>
  </p:clrMapOvr>
  <p:transition>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C6AD379-217E-4CFF-B5FA-0669A5DE561E}"/>
              </a:ext>
            </a:extLst>
          </p:cNvPr>
          <p:cNvSpPr>
            <a:spLocks noGrp="1"/>
          </p:cNvSpPr>
          <p:nvPr/>
        </p:nvSpPr>
        <p:spPr>
          <a:xfrm>
            <a:off x="514350" y="442912"/>
            <a:ext cx="10287000" cy="523875"/>
          </a:xfrm>
          <a:prstGeom prst="rect">
            <a:avLst/>
          </a:prstGeom>
          <a:noFill/>
          <a:ln w="0">
            <a:noFill/>
            <a:prstDash val="solid"/>
          </a:ln>
        </p:spPr>
        <p:txBody>
          <a:bodyPr anchor="ctr"/>
          <a:lstStyle/>
          <a:p>
            <a:pPr algn="l">
              <a:defRPr sz="2625" b="1">
                <a:solidFill>
                  <a:srgbClr val="101828"/>
                </a:solidFill>
              </a:defRPr>
            </a:pPr>
            <a:r>
              <a:rPr sz="2625" b="1" dirty="0" err="1">
                <a:solidFill>
                  <a:srgbClr val="101828"/>
                </a:solidFill>
                <a:latin typeface="微软雅黑" panose="020B0503020204020204" pitchFamily="34" charset="-122"/>
                <a:ea typeface="微软雅黑" panose="020B0503020204020204" pitchFamily="34" charset="-122"/>
              </a:rPr>
              <a:t>复盘的不只是结果，更是被事实推翻的认知</a:t>
            </a:r>
            <a:endParaRPr sz="2625" b="1" dirty="0">
              <a:solidFill>
                <a:srgbClr val="101828"/>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137871F9-D6B5-44CB-90C3-69AEE1941938}"/>
              </a:ext>
            </a:extLst>
          </p:cNvPr>
          <p:cNvSpPr>
            <a:spLocks noGrp="1"/>
          </p:cNvSpPr>
          <p:nvPr/>
        </p:nvSpPr>
        <p:spPr>
          <a:xfrm>
            <a:off x="609600" y="1381125"/>
            <a:ext cx="10953750" cy="323850"/>
          </a:xfrm>
          <a:prstGeom prst="rect">
            <a:avLst/>
          </a:prstGeom>
          <a:noFill/>
          <a:ln w="0">
            <a:noFill/>
            <a:prstDash val="solid"/>
          </a:ln>
        </p:spPr>
        <p:txBody>
          <a:bodyPr anchor="ctr"/>
          <a:lstStyle/>
          <a:p>
            <a:pPr algn="l">
              <a:defRPr sz="1650" b="1">
                <a:solidFill>
                  <a:srgbClr val="2563EB"/>
                </a:solidFill>
              </a:defRPr>
            </a:pPr>
            <a:r>
              <a:rPr sz="1650" b="1">
                <a:solidFill>
                  <a:srgbClr val="2563EB"/>
                </a:solidFill>
                <a:latin typeface="微软雅黑" panose="020B0503020204020204" pitchFamily="34" charset="-122"/>
                <a:ea typeface="微软雅黑" panose="020B0503020204020204" pitchFamily="34" charset="-122"/>
              </a:rPr>
              <a:t>这次行动让我们学到了什么，哪些知识可以进入组织标准？</a:t>
            </a:r>
          </a:p>
        </p:txBody>
      </p:sp>
      <p:sp>
        <p:nvSpPr>
          <p:cNvPr id="6" name="矩形: 圆角 5">
            <a:extLst>
              <a:ext uri="{FF2B5EF4-FFF2-40B4-BE49-F238E27FC236}">
                <a16:creationId xmlns:a16="http://schemas.microsoft.com/office/drawing/2014/main" id="{FB28D349-4AA7-4A70-9743-7D51F7F995C2}"/>
              </a:ext>
            </a:extLst>
          </p:cNvPr>
          <p:cNvSpPr>
            <a:spLocks noGrp="1"/>
          </p:cNvSpPr>
          <p:nvPr/>
        </p:nvSpPr>
        <p:spPr>
          <a:xfrm>
            <a:off x="609600" y="1847850"/>
            <a:ext cx="2476500" cy="4171950"/>
          </a:xfrm>
          <a:prstGeom prst="roundRect">
            <a:avLst>
              <a:gd name="adj" fmla="val 4615"/>
            </a:avLst>
          </a:prstGeom>
          <a:solidFill>
            <a:srgbClr val="F2F4F7"/>
          </a:solidFill>
          <a:ln w="9525">
            <a:solidFill>
              <a:srgbClr val="F2F4F7"/>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BE0C4104-8941-4977-9A51-71BCB8F3D0B9}"/>
              </a:ext>
            </a:extLst>
          </p:cNvPr>
          <p:cNvSpPr>
            <a:spLocks noGrp="1"/>
          </p:cNvSpPr>
          <p:nvPr/>
        </p:nvSpPr>
        <p:spPr>
          <a:xfrm>
            <a:off x="800100" y="2038350"/>
            <a:ext cx="190500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用户输入</a:t>
            </a:r>
          </a:p>
        </p:txBody>
      </p:sp>
      <p:sp>
        <p:nvSpPr>
          <p:cNvPr id="8" name="矩形 7">
            <a:extLst>
              <a:ext uri="{FF2B5EF4-FFF2-40B4-BE49-F238E27FC236}">
                <a16:creationId xmlns:a16="http://schemas.microsoft.com/office/drawing/2014/main" id="{D98CD045-ED95-4ED5-A860-03B5345B2B9B}"/>
              </a:ext>
            </a:extLst>
          </p:cNvPr>
          <p:cNvSpPr>
            <a:spLocks noGrp="1"/>
          </p:cNvSpPr>
          <p:nvPr/>
        </p:nvSpPr>
        <p:spPr>
          <a:xfrm>
            <a:off x="800100" y="2381250"/>
            <a:ext cx="2095500" cy="3286125"/>
          </a:xfrm>
          <a:prstGeom prst="rect">
            <a:avLst/>
          </a:prstGeom>
          <a:noFill/>
          <a:ln w="0">
            <a:noFill/>
            <a:prstDash val="solid"/>
          </a:ln>
        </p:spPr>
        <p:txBody>
          <a:bodyPr anchor="ctr"/>
          <a:lstStyle/>
          <a:p>
            <a:pPr algn="l">
              <a:defRPr sz="1275" b="0">
                <a:solidFill>
                  <a:srgbClr val="101828"/>
                </a:solidFill>
              </a:defRPr>
            </a:pPr>
            <a:r>
              <a:rPr sz="1275" b="0">
                <a:solidFill>
                  <a:srgbClr val="101828"/>
                </a:solidFill>
                <a:latin typeface="微软雅黑" panose="020B0503020204020204" pitchFamily="34" charset="-122"/>
                <a:ea typeface="微软雅黑" panose="020B0503020204020204" pitchFamily="34" charset="-122"/>
              </a:rPr>
              <a:t>原始问题；原因与方案假设；行动记录；指标结果；关键事件。</a:t>
            </a:r>
          </a:p>
        </p:txBody>
      </p:sp>
      <p:sp>
        <p:nvSpPr>
          <p:cNvPr id="9" name="矩形: 圆角 8">
            <a:extLst>
              <a:ext uri="{FF2B5EF4-FFF2-40B4-BE49-F238E27FC236}">
                <a16:creationId xmlns:a16="http://schemas.microsoft.com/office/drawing/2014/main" id="{EF71A706-7A83-47F0-BD0C-C7558600775A}"/>
              </a:ext>
            </a:extLst>
          </p:cNvPr>
          <p:cNvSpPr>
            <a:spLocks noGrp="1"/>
          </p:cNvSpPr>
          <p:nvPr/>
        </p:nvSpPr>
        <p:spPr>
          <a:xfrm>
            <a:off x="3276600" y="1847850"/>
            <a:ext cx="5334000" cy="4171950"/>
          </a:xfrm>
          <a:prstGeom prst="roundRect">
            <a:avLst>
              <a:gd name="adj" fmla="val 2740"/>
            </a:avLst>
          </a:prstGeom>
          <a:solidFill>
            <a:srgbClr val="EAF2FF"/>
          </a:solidFill>
          <a:ln w="9525">
            <a:solidFill>
              <a:srgbClr val="B2CCFF"/>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A2766FC7-866D-4E7E-ADD7-843D3A83C9C4}"/>
              </a:ext>
            </a:extLst>
          </p:cNvPr>
          <p:cNvSpPr>
            <a:spLocks noGrp="1"/>
          </p:cNvSpPr>
          <p:nvPr/>
        </p:nvSpPr>
        <p:spPr>
          <a:xfrm>
            <a:off x="3505200" y="2038350"/>
            <a:ext cx="2381250" cy="228600"/>
          </a:xfrm>
          <a:prstGeom prst="rect">
            <a:avLst/>
          </a:prstGeom>
          <a:noFill/>
          <a:ln w="0">
            <a:noFill/>
            <a:prstDash val="solid"/>
          </a:ln>
        </p:spPr>
        <p:txBody>
          <a:bodyPr anchor="ctr"/>
          <a:lstStyle/>
          <a:p>
            <a:pPr algn="l">
              <a:defRPr sz="1125" b="1">
                <a:solidFill>
                  <a:srgbClr val="2563EB"/>
                </a:solidFill>
              </a:defRPr>
            </a:pPr>
            <a:r>
              <a:rPr sz="1125" b="1">
                <a:solidFill>
                  <a:srgbClr val="2563EB"/>
                </a:solidFill>
                <a:latin typeface="微软雅黑" panose="020B0503020204020204" pitchFamily="34" charset="-122"/>
                <a:ea typeface="微软雅黑" panose="020B0503020204020204" pitchFamily="34" charset="-122"/>
              </a:rPr>
              <a:t>可复制提示词</a:t>
            </a:r>
          </a:p>
        </p:txBody>
      </p:sp>
      <p:sp>
        <p:nvSpPr>
          <p:cNvPr id="11" name="矩形 10">
            <a:extLst>
              <a:ext uri="{FF2B5EF4-FFF2-40B4-BE49-F238E27FC236}">
                <a16:creationId xmlns:a16="http://schemas.microsoft.com/office/drawing/2014/main" id="{8ABF2316-BB0D-4157-9108-8144FD98AC16}"/>
              </a:ext>
            </a:extLst>
          </p:cNvPr>
          <p:cNvSpPr>
            <a:spLocks noGrp="1"/>
          </p:cNvSpPr>
          <p:nvPr/>
        </p:nvSpPr>
        <p:spPr>
          <a:xfrm>
            <a:off x="3505200" y="2381250"/>
            <a:ext cx="4876800" cy="33337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你是“AI复盘教练”。请对照“原始问题—原因假设—方案假设—实际行动—实际结果”，不要只做总结。</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1. 区分结果偏差与执行偏差；</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2. 找出被证实、被推翻、仍未知的假设；</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3. 识别关键事件及其因果贡献，避免事后合理化；</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4. 提炼经验、适用边界与可迁移规律；</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5. 建议沉淀为SOP、检查表、案例库或下一轮实验的内容。</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最后提出3个反思问题。</a:t>
            </a:r>
          </a:p>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【复盘资料】粘贴内容</a:t>
            </a:r>
          </a:p>
        </p:txBody>
      </p:sp>
      <p:sp>
        <p:nvSpPr>
          <p:cNvPr id="12" name="矩形: 圆角 11">
            <a:extLst>
              <a:ext uri="{FF2B5EF4-FFF2-40B4-BE49-F238E27FC236}">
                <a16:creationId xmlns:a16="http://schemas.microsoft.com/office/drawing/2014/main" id="{8BBD8C98-9651-460C-8DFE-43F274431CC4}"/>
              </a:ext>
            </a:extLst>
          </p:cNvPr>
          <p:cNvSpPr>
            <a:spLocks noGrp="1"/>
          </p:cNvSpPr>
          <p:nvPr/>
        </p:nvSpPr>
        <p:spPr>
          <a:xfrm>
            <a:off x="8801100" y="1847850"/>
            <a:ext cx="2781300" cy="1952625"/>
          </a:xfrm>
          <a:prstGeom prst="roundRect">
            <a:avLst>
              <a:gd name="adj" fmla="val 585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53602A0A-58BC-4B9D-B45C-8267AE679178}"/>
              </a:ext>
            </a:extLst>
          </p:cNvPr>
          <p:cNvSpPr>
            <a:spLocks noGrp="1"/>
          </p:cNvSpPr>
          <p:nvPr/>
        </p:nvSpPr>
        <p:spPr>
          <a:xfrm>
            <a:off x="9010650" y="2038350"/>
            <a:ext cx="2095500" cy="228600"/>
          </a:xfrm>
          <a:prstGeom prst="rect">
            <a:avLst/>
          </a:prstGeom>
          <a:noFill/>
          <a:ln w="0">
            <a:noFill/>
            <a:prstDash val="solid"/>
          </a:ln>
        </p:spPr>
        <p:txBody>
          <a:bodyPr anchor="ctr"/>
          <a:lstStyle/>
          <a:p>
            <a:pPr algn="l">
              <a:defRPr sz="1125" b="1">
                <a:solidFill>
                  <a:srgbClr val="12B76A"/>
                </a:solidFill>
              </a:defRPr>
            </a:pPr>
            <a:r>
              <a:rPr sz="1125" b="1">
                <a:solidFill>
                  <a:srgbClr val="12B76A"/>
                </a:solidFill>
                <a:latin typeface="微软雅黑" panose="020B0503020204020204" pitchFamily="34" charset="-122"/>
                <a:ea typeface="微软雅黑" panose="020B0503020204020204" pitchFamily="34" charset="-122"/>
              </a:rPr>
              <a:t>AI输出</a:t>
            </a:r>
          </a:p>
        </p:txBody>
      </p:sp>
      <p:sp>
        <p:nvSpPr>
          <p:cNvPr id="14" name="矩形 13">
            <a:extLst>
              <a:ext uri="{FF2B5EF4-FFF2-40B4-BE49-F238E27FC236}">
                <a16:creationId xmlns:a16="http://schemas.microsoft.com/office/drawing/2014/main" id="{FF811192-87BD-4F62-AE9E-2EEB4C2B7554}"/>
              </a:ext>
            </a:extLst>
          </p:cNvPr>
          <p:cNvSpPr>
            <a:spLocks noGrp="1"/>
          </p:cNvSpPr>
          <p:nvPr/>
        </p:nvSpPr>
        <p:spPr>
          <a:xfrm>
            <a:off x="9010650" y="2381250"/>
            <a:ext cx="2362200" cy="11620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假设对照；偏差分析；经验边界；组织知识；下一轮问题。</a:t>
            </a:r>
          </a:p>
        </p:txBody>
      </p:sp>
      <p:sp>
        <p:nvSpPr>
          <p:cNvPr id="15" name="矩形: 圆角 14">
            <a:extLst>
              <a:ext uri="{FF2B5EF4-FFF2-40B4-BE49-F238E27FC236}">
                <a16:creationId xmlns:a16="http://schemas.microsoft.com/office/drawing/2014/main" id="{6D3EF003-9C4E-41F3-8CCC-0000CCF90FA4}"/>
              </a:ext>
            </a:extLst>
          </p:cNvPr>
          <p:cNvSpPr>
            <a:spLocks noGrp="1"/>
          </p:cNvSpPr>
          <p:nvPr/>
        </p:nvSpPr>
        <p:spPr>
          <a:xfrm>
            <a:off x="8801100" y="3990975"/>
            <a:ext cx="2781300" cy="2028825"/>
          </a:xfrm>
          <a:prstGeom prst="roundRect">
            <a:avLst>
              <a:gd name="adj" fmla="val 5634"/>
            </a:avLst>
          </a:prstGeom>
          <a:solidFill>
            <a:srgbClr val="FFFFFF"/>
          </a:solidFill>
          <a:ln w="9525">
            <a:solidFill>
              <a:srgbClr val="D0D5DD"/>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CF4CE607-03DA-45DA-B006-6550F95EDADD}"/>
              </a:ext>
            </a:extLst>
          </p:cNvPr>
          <p:cNvSpPr>
            <a:spLocks noGrp="1"/>
          </p:cNvSpPr>
          <p:nvPr/>
        </p:nvSpPr>
        <p:spPr>
          <a:xfrm>
            <a:off x="9010650" y="4181475"/>
            <a:ext cx="2095500" cy="228600"/>
          </a:xfrm>
          <a:prstGeom prst="rect">
            <a:avLst/>
          </a:prstGeom>
          <a:noFill/>
          <a:ln w="0">
            <a:noFill/>
            <a:prstDash val="solid"/>
          </a:ln>
        </p:spPr>
        <p:txBody>
          <a:bodyPr anchor="ctr"/>
          <a:lstStyle/>
          <a:p>
            <a:pPr algn="l">
              <a:defRPr sz="1125" b="1">
                <a:solidFill>
                  <a:srgbClr val="F79009"/>
                </a:solidFill>
              </a:defRPr>
            </a:pPr>
            <a:r>
              <a:rPr sz="1125" b="1">
                <a:solidFill>
                  <a:srgbClr val="F79009"/>
                </a:solidFill>
                <a:latin typeface="微软雅黑" panose="020B0503020204020204" pitchFamily="34" charset="-122"/>
                <a:ea typeface="微软雅黑" panose="020B0503020204020204" pitchFamily="34" charset="-122"/>
              </a:rPr>
              <a:t>人工判断</a:t>
            </a:r>
          </a:p>
        </p:txBody>
      </p:sp>
      <p:sp>
        <p:nvSpPr>
          <p:cNvPr id="17" name="矩形 16">
            <a:extLst>
              <a:ext uri="{FF2B5EF4-FFF2-40B4-BE49-F238E27FC236}">
                <a16:creationId xmlns:a16="http://schemas.microsoft.com/office/drawing/2014/main" id="{0116493F-9D63-4179-88EC-CB195DC59AC4}"/>
              </a:ext>
            </a:extLst>
          </p:cNvPr>
          <p:cNvSpPr>
            <a:spLocks noGrp="1"/>
          </p:cNvSpPr>
          <p:nvPr/>
        </p:nvSpPr>
        <p:spPr>
          <a:xfrm>
            <a:off x="9010650" y="4524375"/>
            <a:ext cx="2362200" cy="1238250"/>
          </a:xfrm>
          <a:prstGeom prst="rect">
            <a:avLst/>
          </a:prstGeom>
          <a:noFill/>
          <a:ln w="0">
            <a:noFill/>
            <a:prstDash val="solid"/>
          </a:ln>
        </p:spPr>
        <p:txBody>
          <a:bodyPr anchor="ctr"/>
          <a:lstStyle/>
          <a:p>
            <a:pPr algn="l">
              <a:defRPr sz="1200" b="0">
                <a:solidFill>
                  <a:srgbClr val="101828"/>
                </a:solidFill>
              </a:defRPr>
            </a:pPr>
            <a:r>
              <a:rPr sz="1200" b="0">
                <a:solidFill>
                  <a:srgbClr val="101828"/>
                </a:solidFill>
                <a:latin typeface="微软雅黑" panose="020B0503020204020204" pitchFamily="34" charset="-122"/>
                <a:ea typeface="微软雅黑" panose="020B0503020204020204" pitchFamily="34" charset="-122"/>
              </a:rPr>
              <a:t>确认因果不夸大；决定哪些进入SOP，哪些仍需继续实验。</a:t>
            </a:r>
          </a:p>
        </p:txBody>
      </p:sp>
      <p:sp>
        <p:nvSpPr>
          <p:cNvPr id="21" name="页脚占位符 3">
            <a:extLst>
              <a:ext uri="{FF2B5EF4-FFF2-40B4-BE49-F238E27FC236}">
                <a16:creationId xmlns:a16="http://schemas.microsoft.com/office/drawing/2014/main" id="{4EAD243F-AE1B-A11C-DCE2-D5911941CF42}"/>
              </a:ext>
            </a:extLst>
          </p:cNvPr>
          <p:cNvSpPr txBox="1">
            <a:spLocks/>
          </p:cNvSpPr>
          <p:nvPr/>
        </p:nvSpPr>
        <p:spPr>
          <a:xfrm>
            <a:off x="2135188" y="6416675"/>
            <a:ext cx="8928100"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r>
              <a:rPr lang="en-US" altLang="zh-CN" sz="1050" dirty="0">
                <a:solidFill>
                  <a:schemeClr val="bg2"/>
                </a:solidFill>
              </a:rPr>
              <a:t>Leo Huang</a:t>
            </a:r>
            <a:endParaRPr lang="de-DE" altLang="zh-CN" sz="1050" dirty="0">
              <a:solidFill>
                <a:schemeClr val="bg2"/>
              </a:solidFill>
            </a:endParaRPr>
          </a:p>
        </p:txBody>
      </p:sp>
      <p:sp>
        <p:nvSpPr>
          <p:cNvPr id="23" name="灯片编号占位符 4">
            <a:extLst>
              <a:ext uri="{FF2B5EF4-FFF2-40B4-BE49-F238E27FC236}">
                <a16:creationId xmlns:a16="http://schemas.microsoft.com/office/drawing/2014/main" id="{9080BBA1-BECE-E985-3785-BEFF8C7249CD}"/>
              </a:ext>
            </a:extLst>
          </p:cNvPr>
          <p:cNvSpPr txBox="1">
            <a:spLocks/>
          </p:cNvSpPr>
          <p:nvPr/>
        </p:nvSpPr>
        <p:spPr>
          <a:xfrm>
            <a:off x="11388588" y="6416675"/>
            <a:ext cx="395425" cy="1301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6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28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0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213" indent="1588"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r">
              <a:defRPr/>
            </a:pPr>
            <a:fld id="{D44A443A-BB59-4DB5-BA6B-D040949057C0}" type="slidenum">
              <a:rPr lang="de-DE" altLang="zh-CN" sz="1050" smtClean="0">
                <a:solidFill>
                  <a:schemeClr val="bg2"/>
                </a:solidFill>
              </a:rPr>
              <a:pPr algn="r">
                <a:defRPr/>
              </a:pPr>
              <a:t>97</a:t>
            </a:fld>
            <a:endParaRPr lang="de-DE" altLang="zh-CN" sz="1050" dirty="0">
              <a:solidFill>
                <a:schemeClr val="bg2"/>
              </a:solidFill>
            </a:endParaRPr>
          </a:p>
        </p:txBody>
      </p:sp>
    </p:spTree>
    <p:extLst>
      <p:ext uri="{BB962C8B-B14F-4D97-AF65-F5344CB8AC3E}">
        <p14:creationId xmlns:p14="http://schemas.microsoft.com/office/powerpoint/2010/main" val="12618947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a:extLst>
              <a:ext uri="{FF2B5EF4-FFF2-40B4-BE49-F238E27FC236}">
                <a16:creationId xmlns:a16="http://schemas.microsoft.com/office/drawing/2014/main" id="{B190E828-CEE6-4065-AF64-1CAB76A9CB44}"/>
              </a:ext>
            </a:extLst>
          </p:cNvPr>
          <p:cNvSpPr>
            <a:spLocks noGrp="1" noChangeArrowheads="1"/>
          </p:cNvSpPr>
          <p:nvPr>
            <p:ph type="ctrTitle"/>
          </p:nvPr>
        </p:nvSpPr>
        <p:spPr>
          <a:xfrm>
            <a:off x="6083300" y="2932113"/>
            <a:ext cx="5483225" cy="939800"/>
          </a:xfrm>
        </p:spPr>
        <p:txBody>
          <a:bodyPr/>
          <a:lstStyle/>
          <a:p>
            <a:pPr>
              <a:tabLst>
                <a:tab pos="2328863" algn="l"/>
              </a:tabLst>
            </a:pPr>
            <a:r>
              <a:rPr lang="zh-CN" altLang="en-US"/>
              <a:t>感谢您的时间</a:t>
            </a:r>
          </a:p>
        </p:txBody>
      </p:sp>
    </p:spTree>
  </p:cSld>
  <p:clrMapOvr>
    <a:masterClrMapping/>
  </p:clrMapOvr>
  <p:transition>
    <p:wipe dir="r"/>
  </p:transition>
</p:sld>
</file>

<file path=ppt/tags/tag1.xml><?xml version="1.0" encoding="utf-8"?>
<p:tagLst xmlns:a="http://schemas.openxmlformats.org/drawingml/2006/main" xmlns:r="http://schemas.openxmlformats.org/officeDocument/2006/relationships" xmlns:p="http://schemas.openxmlformats.org/presentationml/2006/main">
  <p:tag name="ARTICULATE_DESIGN_ID_JC_PPT_TEMPLATE" val="BFT0Q3hc"/>
  <p:tag name="ARTICULATE_PROJECT_OPEN" val="0"/>
  <p:tag name="ARTICULATE_SLIDE_COUNT" val="8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JC_PPT_Template">
  <a:themeElements>
    <a:clrScheme name="JC_PPT_Template 1">
      <a:dk1>
        <a:srgbClr val="000000"/>
      </a:dk1>
      <a:lt1>
        <a:srgbClr val="FFFFFF"/>
      </a:lt1>
      <a:dk2>
        <a:srgbClr val="08338F"/>
      </a:dk2>
      <a:lt2>
        <a:srgbClr val="878785"/>
      </a:lt2>
      <a:accent1>
        <a:srgbClr val="7DBA00"/>
      </a:accent1>
      <a:accent2>
        <a:srgbClr val="00B8E0"/>
      </a:accent2>
      <a:accent3>
        <a:srgbClr val="FFFFFF"/>
      </a:accent3>
      <a:accent4>
        <a:srgbClr val="000000"/>
      </a:accent4>
      <a:accent5>
        <a:srgbClr val="BFD9AA"/>
      </a:accent5>
      <a:accent6>
        <a:srgbClr val="00A6CB"/>
      </a:accent6>
      <a:hlink>
        <a:srgbClr val="DE3B21"/>
      </a:hlink>
      <a:folHlink>
        <a:srgbClr val="F7B512"/>
      </a:folHlink>
    </a:clrScheme>
    <a:fontScheme name="JC_PP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JC_PPT_Template 1">
        <a:dk1>
          <a:srgbClr val="000000"/>
        </a:dk1>
        <a:lt1>
          <a:srgbClr val="FFFFFF"/>
        </a:lt1>
        <a:dk2>
          <a:srgbClr val="08338F"/>
        </a:dk2>
        <a:lt2>
          <a:srgbClr val="878785"/>
        </a:lt2>
        <a:accent1>
          <a:srgbClr val="7DBA00"/>
        </a:accent1>
        <a:accent2>
          <a:srgbClr val="00B8E0"/>
        </a:accent2>
        <a:accent3>
          <a:srgbClr val="FFFFFF"/>
        </a:accent3>
        <a:accent4>
          <a:srgbClr val="000000"/>
        </a:accent4>
        <a:accent5>
          <a:srgbClr val="BFD9AA"/>
        </a:accent5>
        <a:accent6>
          <a:srgbClr val="00A6CB"/>
        </a:accent6>
        <a:hlink>
          <a:srgbClr val="DE3B21"/>
        </a:hlink>
        <a:folHlink>
          <a:srgbClr val="F7B51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aon_grays2">
      <a:dk1>
        <a:srgbClr val="000000"/>
      </a:dk1>
      <a:lt1>
        <a:srgbClr val="FFFFFF"/>
      </a:lt1>
      <a:dk2>
        <a:srgbClr val="5D6D78"/>
      </a:dk2>
      <a:lt2>
        <a:srgbClr val="E5EFF0"/>
      </a:lt2>
      <a:accent1>
        <a:srgbClr val="EB0017"/>
      </a:accent1>
      <a:accent2>
        <a:srgbClr val="82939A"/>
      </a:accent2>
      <a:accent3>
        <a:srgbClr val="ACC0C3"/>
      </a:accent3>
      <a:accent4>
        <a:srgbClr val="CDDBDE"/>
      </a:accent4>
      <a:accent5>
        <a:srgbClr val="E5EFF0"/>
      </a:accent5>
      <a:accent6>
        <a:srgbClr val="EEF6F7"/>
      </a:accent6>
      <a:hlink>
        <a:srgbClr val="28AFC3"/>
      </a:hlink>
      <a:folHlink>
        <a:srgbClr val="28AFC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sz="3000" dirty="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lnSpc>
            <a:spcPct val="117000"/>
          </a:lnSpc>
          <a:spcAft>
            <a:spcPts val="1000"/>
          </a:spcAft>
          <a:defRPr sz="2000" dirty="0" err="1">
            <a:solidFill>
              <a:schemeClr val="tx2"/>
            </a:solidFill>
          </a:defRPr>
        </a:defPPr>
      </a:lstStyle>
    </a:txDef>
  </a:objectDefaults>
  <a:extraClrSchemeLst/>
  <a:custClrLst>
    <a:custClr name="Teal_Light">
      <a:srgbClr val="29B0C3"/>
    </a:custClr>
    <a:custClr name="Teal_Dark">
      <a:srgbClr val="007585"/>
    </a:custClr>
    <a:custClr name="Orange_Light">
      <a:srgbClr val="F25D00"/>
    </a:custClr>
    <a:custClr name="Orange_Dark">
      <a:srgbClr val="D14900"/>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ay_01">
      <a:srgbClr val="262836"/>
    </a:custClr>
    <a:custClr name="Gray_02">
      <a:srgbClr val="46535E"/>
    </a:custClr>
    <a:custClr name="Gray_03">
      <a:srgbClr val="5D6D78"/>
    </a:custClr>
    <a:custClr name="Gray_04">
      <a:srgbClr val="82939A"/>
    </a:custClr>
    <a:custClr name="Gray_05">
      <a:srgbClr val="ACC0C4"/>
    </a:custClr>
    <a:custClr name="Gray_06">
      <a:srgbClr val="CDDBDE"/>
    </a:custClr>
    <a:custClr name="Gray_07">
      <a:srgbClr val="E5EFF0"/>
    </a:custClr>
    <a:custClr name="Gray_08">
      <a:srgbClr val="EEF6F7"/>
    </a:custClr>
    <a:custClr name="Gray_09">
      <a:srgbClr val="F9FCFC"/>
    </a:custClr>
    <a:custClr name="BLANK">
      <a:srgbClr val="FFFFFF"/>
    </a:custClr>
    <a:custClr name="Aqua">
      <a:srgbClr val="73E2D8"/>
    </a:custClr>
    <a:custClr name="Teal">
      <a:srgbClr val="29B0C3"/>
    </a:custClr>
    <a:custClr name="Marine">
      <a:srgbClr val="0084BB"/>
    </a:custClr>
    <a:custClr name="Cobalt">
      <a:srgbClr val="0055A8"/>
    </a:custClr>
    <a:custClr name="Blue">
      <a:srgbClr val="101E7F"/>
    </a:custClr>
    <a:custClr name="Plum">
      <a:srgbClr val="6E027F"/>
    </a:custClr>
    <a:custClr name="Magenta">
      <a:srgbClr val="A70070"/>
    </a:custClr>
    <a:custClr name="Raspberry">
      <a:srgbClr val="D10058"/>
    </a:custClr>
    <a:custClr name="Red">
      <a:srgbClr val="EA2238"/>
    </a:custClr>
    <a:custClr name="Orange">
      <a:srgbClr val="F25D00"/>
    </a:custClr>
    <a:custClr name="Yellow">
      <a:srgbClr val="FFA600"/>
    </a:custClr>
    <a:custClr name="Lime">
      <a:srgbClr val="8ABD45"/>
    </a:custClr>
    <a:custClr name="Green">
      <a:srgbClr val="12A88A"/>
    </a:custClr>
  </a:custClrLst>
  <a:extLst>
    <a:ext uri="{05A4C25C-085E-4340-85A3-A5531E510DB2}">
      <thm15:themeFamily xmlns:thm15="http://schemas.microsoft.com/office/thememl/2012/main" name="aon演示文稿模板（简中）-译文.potx" id="{1B252CA9-708F-41F2-A184-F5FF5DD49A2D}" vid="{FDE7E99F-AB61-4EB8-B9B7-18152346406B}"/>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JC_PPT_Template</Template>
  <TotalTime>5077</TotalTime>
  <Words>10774</Words>
  <Application>Microsoft Office PowerPoint</Application>
  <PresentationFormat>宽屏</PresentationFormat>
  <Paragraphs>1613</Paragraphs>
  <Slides>98</Slides>
  <Notes>37</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98</vt:i4>
      </vt:variant>
    </vt:vector>
  </HeadingPairs>
  <TitlesOfParts>
    <vt:vector size="121" baseType="lpstr">
      <vt:lpstr>標楷體</vt:lpstr>
      <vt:lpstr>Gill Sans</vt:lpstr>
      <vt:lpstr>Helvetica Neue Condensed Bold</vt:lpstr>
      <vt:lpstr>Helvetica Now Text</vt:lpstr>
      <vt:lpstr>Helvetica Now Text Light</vt:lpstr>
      <vt:lpstr>Humanst521 BT</vt:lpstr>
      <vt:lpstr>M 翔鹤黑体 SC Std</vt:lpstr>
      <vt:lpstr>OPPOSans B</vt:lpstr>
      <vt:lpstr>System Font Regular</vt:lpstr>
      <vt:lpstr>黑体</vt:lpstr>
      <vt:lpstr>华文细黑</vt:lpstr>
      <vt:lpstr>宋体</vt:lpstr>
      <vt:lpstr>微软雅黑</vt:lpstr>
      <vt:lpstr>微软雅黑 Light</vt:lpstr>
      <vt:lpstr>Arial</vt:lpstr>
      <vt:lpstr>Impact</vt:lpstr>
      <vt:lpstr>Source Sans Pro Light</vt:lpstr>
      <vt:lpstr>Symbol</vt:lpstr>
      <vt:lpstr>Tahoma</vt:lpstr>
      <vt:lpstr>Times New Roman</vt:lpstr>
      <vt:lpstr>Wingdings</vt:lpstr>
      <vt:lpstr>JC_PPT_Template</vt:lpstr>
      <vt:lpstr>Office 主题​​</vt:lpstr>
      <vt:lpstr>PowerPoint 演示文稿</vt:lpstr>
      <vt:lpstr>PowerPoint 演示文稿</vt:lpstr>
      <vt:lpstr>PowerPoint 演示文稿</vt:lpstr>
      <vt:lpstr>版权内容</vt:lpstr>
      <vt:lpstr>课前案例阅读.你从案例中发现了哪些问题？导致这些问题发生的根本原因是什么？有哪些措施能够帮助你解决这些问题？  </vt:lpstr>
      <vt:lpstr>PowerPoint 演示文稿</vt:lpstr>
      <vt:lpstr>PowerPoint 演示文稿</vt:lpstr>
      <vt:lpstr>PowerPoint 演示文稿</vt:lpstr>
      <vt:lpstr>常见的问题分析解决工具-8D</vt:lpstr>
      <vt:lpstr>常见的问题分析解决工具-8D</vt:lpstr>
      <vt:lpstr>常见的问题分析解决工具-A3</vt:lpstr>
      <vt:lpstr>常见的问题分析解决工具-KT(Keoner 社会心理学者、Tregoe（社会学者）</vt:lpstr>
      <vt:lpstr>常见的问题分析解决工具-KT</vt:lpstr>
      <vt:lpstr>常见的问题分析解决工具-六西格玛</vt:lpstr>
      <vt:lpstr>PowerPoint 演示文稿</vt:lpstr>
      <vt:lpstr>思维切换在问题流程分析中的作用</vt:lpstr>
      <vt:lpstr>基本职业素养</vt:lpstr>
      <vt:lpstr>PowerPoint 演示文稿</vt:lpstr>
      <vt:lpstr> </vt:lpstr>
      <vt:lpstr>什么是问题？</vt:lpstr>
      <vt:lpstr>恢复原状问题的形态</vt:lpstr>
      <vt:lpstr>PowerPoint 演示文稿</vt:lpstr>
      <vt:lpstr>问题事实化｜5W2H</vt:lpstr>
      <vt:lpstr>PowerPoint 演示文稿</vt:lpstr>
      <vt:lpstr>PowerPoint 演示文稿</vt:lpstr>
      <vt:lpstr>工作扫描：寻找工作中的问题，并进行描述  1.切入视角：我“又”项（反复与经常） 注意：“又”有两种：一种是“又要做”，消耗时间；另一种是“又错了”，代价大。“又”要是我们可控范围的事情，不要超出你的掌控范围。   2.评估视角：4E衡量-简单(easy)、高效（efficient)、可测（evaluable)、经济（economical) </vt:lpstr>
      <vt:lpstr>练习：工作扫描表</vt:lpstr>
      <vt:lpstr>PowerPoint 演示文稿</vt:lpstr>
      <vt:lpstr>PowerPoint 演示文稿</vt:lpstr>
      <vt:lpstr>选题：选出你的个人课题并陈述</vt:lpstr>
      <vt:lpstr>选题练习中的解释说明</vt:lpstr>
      <vt:lpstr>PowerPoint 演示文稿</vt:lpstr>
      <vt:lpstr>PowerPoint 演示文稿</vt:lpstr>
      <vt:lpstr>PowerPoint 演示文稿</vt:lpstr>
      <vt:lpstr>PowerPoint 演示文稿</vt:lpstr>
      <vt:lpstr>PowerPoint 演示文稿</vt:lpstr>
      <vt:lpstr>问题树</vt:lpstr>
      <vt:lpstr>举例：归纳逻辑树</vt:lpstr>
      <vt:lpstr>举例：归纳逻辑树</vt:lpstr>
      <vt:lpstr>PowerPoint 演示文稿</vt:lpstr>
      <vt:lpstr>PowerPoint 演示文稿</vt:lpstr>
      <vt:lpstr>找到“真正的问题”</vt:lpstr>
      <vt:lpstr>从问题分解到用数据进行问题的假设检验</vt:lpstr>
      <vt:lpstr>数据从哪里来</vt:lpstr>
      <vt:lpstr>PowerPoint 演示文稿</vt:lpstr>
      <vt:lpstr>PowerPoint 演示文稿</vt:lpstr>
      <vt:lpstr>PowerPoint 演示文稿</vt:lpstr>
      <vt:lpstr>PowerPoint 演示文稿</vt:lpstr>
      <vt:lpstr>设定问题目标</vt:lpstr>
      <vt:lpstr>设定目标时容易犯的错误</vt:lpstr>
      <vt:lpstr>PowerPoint 演示文稿</vt:lpstr>
      <vt:lpstr>PowerPoint 演示文稿</vt:lpstr>
      <vt:lpstr>PowerPoint 演示文稿</vt:lpstr>
      <vt:lpstr>为什么要用5WHY</vt:lpstr>
      <vt:lpstr>为什么逆过程信息推断，查找原因难度大</vt:lpstr>
      <vt:lpstr>黑白思维与概率思维</vt:lpstr>
      <vt:lpstr>原因分析概述</vt:lpstr>
      <vt:lpstr>用数据说话</vt:lpstr>
      <vt:lpstr>PowerPoint 演示文稿</vt:lpstr>
      <vt:lpstr>不要漏掉可能的原因</vt:lpstr>
      <vt:lpstr>鱼骨图 ( Fishbone Diagram )</vt:lpstr>
      <vt:lpstr>案例</vt:lpstr>
      <vt:lpstr>构建鱼骨图的步骤-案例分析</vt:lpstr>
      <vt:lpstr>构建鱼骨图的步骤-案例分析</vt:lpstr>
      <vt:lpstr>构建鱼骨图的步骤-案例分析</vt:lpstr>
      <vt:lpstr>构建鱼骨图的步骤-案例分析</vt:lpstr>
      <vt:lpstr>构建鱼骨图的步骤-案例分析</vt:lpstr>
      <vt:lpstr>示例</vt:lpstr>
      <vt:lpstr>排序和筛选根本原因</vt:lpstr>
      <vt:lpstr>结合课题中的关键性问题，运用鱼骨图（变形），假设原因</vt:lpstr>
      <vt:lpstr>PowerPoint 演示文稿</vt:lpstr>
      <vt:lpstr>PowerPoint 演示文稿</vt:lpstr>
      <vt:lpstr>PowerPoint 演示文稿</vt:lpstr>
      <vt:lpstr>PowerPoint 演示文稿</vt:lpstr>
      <vt:lpstr>PowerPoint 演示文稿</vt:lpstr>
      <vt:lpstr>如何理性评价各种方案</vt:lpstr>
      <vt:lpstr>3*3*3法则</vt:lpstr>
      <vt:lpstr>3*3*3法则</vt:lpstr>
      <vt:lpstr>3*3*3法则</vt:lpstr>
      <vt:lpstr>练习：结合3*3*3法则</vt:lpstr>
      <vt:lpstr>PowerPoint 演示文稿</vt:lpstr>
      <vt:lpstr>制定明确具体的计划</vt:lpstr>
      <vt:lpstr>例子:计划表</vt:lpstr>
      <vt:lpstr>计划的5W2H</vt:lpstr>
      <vt:lpstr>PowerPoint 演示文稿</vt:lpstr>
      <vt:lpstr>步骤六 贯彻实施对策</vt:lpstr>
      <vt:lpstr>PowerPoint 演示文稿</vt:lpstr>
      <vt:lpstr>PowerPoint 演示文稿</vt:lpstr>
      <vt:lpstr>PowerPoint 演示文稿</vt:lpstr>
      <vt:lpstr>PowerPoint 演示文稿</vt:lpstr>
      <vt:lpstr>步骤七：评价结果和过程</vt:lpstr>
      <vt:lpstr>结果评价</vt:lpstr>
      <vt:lpstr>PowerPoint 演示文稿</vt:lpstr>
      <vt:lpstr>巩固成果</vt:lpstr>
      <vt:lpstr>PowerPoint 演示文稿</vt:lpstr>
      <vt:lpstr>PowerPoint 演示文稿</vt:lpstr>
      <vt:lpstr>PowerPoint 演示文稿</vt:lpstr>
      <vt:lpstr>感谢您的时间</vt:lpstr>
    </vt:vector>
  </TitlesOfParts>
  <Company>Paine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leo fire</cp:lastModifiedBy>
  <cp:revision>16</cp:revision>
  <dcterms:created xsi:type="dcterms:W3CDTF">2008-07-15T21:55:05Z</dcterms:created>
  <dcterms:modified xsi:type="dcterms:W3CDTF">2026-09-03T15:22:56Z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4AE723FB-0989-4487-3F3F-3F3F3F643F3D</vt:lpwstr>
  </property>
  <property fmtid="{D5CDD505-2E9C-101B-9397-08002B2CF9AE}" pid="3" name="ArticulatePath">
    <vt:lpwstr>从专业向管理的心态转变（讲义）</vt:lpwstr>
  </property>
</Properties>
</file>